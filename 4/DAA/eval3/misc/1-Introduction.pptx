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4"/>
  </p:notesMasterIdLst>
  <p:sldIdLst>
    <p:sldId id="256" r:id="rId2"/>
    <p:sldId id="257" r:id="rId3"/>
    <p:sldId id="258" r:id="rId4"/>
    <p:sldId id="259" r:id="rId5"/>
    <p:sldId id="273" r:id="rId6"/>
    <p:sldId id="260" r:id="rId7"/>
    <p:sldId id="266" r:id="rId8"/>
    <p:sldId id="261" r:id="rId9"/>
    <p:sldId id="262" r:id="rId10"/>
    <p:sldId id="263" r:id="rId11"/>
    <p:sldId id="274" r:id="rId12"/>
    <p:sldId id="275" r:id="rId13"/>
    <p:sldId id="264" r:id="rId14"/>
    <p:sldId id="265" r:id="rId15"/>
    <p:sldId id="267" r:id="rId16"/>
    <p:sldId id="270" r:id="rId17"/>
    <p:sldId id="268" r:id="rId18"/>
    <p:sldId id="269" r:id="rId19"/>
    <p:sldId id="271" r:id="rId20"/>
    <p:sldId id="272" r:id="rId21"/>
    <p:sldId id="276" r:id="rId22"/>
    <p:sldId id="286" r:id="rId23"/>
    <p:sldId id="285" r:id="rId24"/>
    <p:sldId id="277" r:id="rId25"/>
    <p:sldId id="278" r:id="rId26"/>
    <p:sldId id="279" r:id="rId27"/>
    <p:sldId id="280" r:id="rId28"/>
    <p:sldId id="282" r:id="rId29"/>
    <p:sldId id="283" r:id="rId30"/>
    <p:sldId id="284" r:id="rId31"/>
    <p:sldId id="287" r:id="rId32"/>
    <p:sldId id="289" r:id="rId33"/>
    <p:sldId id="379" r:id="rId34"/>
    <p:sldId id="288" r:id="rId35"/>
    <p:sldId id="290" r:id="rId36"/>
    <p:sldId id="291" r:id="rId37"/>
    <p:sldId id="292" r:id="rId38"/>
    <p:sldId id="293" r:id="rId39"/>
    <p:sldId id="295" r:id="rId40"/>
    <p:sldId id="294" r:id="rId41"/>
    <p:sldId id="305" r:id="rId42"/>
    <p:sldId id="306" r:id="rId43"/>
    <p:sldId id="307" r:id="rId44"/>
    <p:sldId id="296" r:id="rId45"/>
    <p:sldId id="301" r:id="rId46"/>
    <p:sldId id="297" r:id="rId47"/>
    <p:sldId id="298" r:id="rId48"/>
    <p:sldId id="299" r:id="rId49"/>
    <p:sldId id="300" r:id="rId50"/>
    <p:sldId id="303" r:id="rId51"/>
    <p:sldId id="302" r:id="rId52"/>
    <p:sldId id="304" r:id="rId53"/>
    <p:sldId id="310" r:id="rId54"/>
    <p:sldId id="332" r:id="rId55"/>
    <p:sldId id="333" r:id="rId56"/>
    <p:sldId id="334" r:id="rId57"/>
    <p:sldId id="335" r:id="rId58"/>
    <p:sldId id="336" r:id="rId59"/>
    <p:sldId id="339" r:id="rId60"/>
    <p:sldId id="349" r:id="rId61"/>
    <p:sldId id="340" r:id="rId62"/>
    <p:sldId id="350" r:id="rId63"/>
    <p:sldId id="380" r:id="rId64"/>
    <p:sldId id="381" r:id="rId65"/>
    <p:sldId id="382" r:id="rId66"/>
    <p:sldId id="384" r:id="rId67"/>
    <p:sldId id="386" r:id="rId68"/>
    <p:sldId id="385" r:id="rId69"/>
    <p:sldId id="387" r:id="rId70"/>
    <p:sldId id="351" r:id="rId71"/>
    <p:sldId id="352" r:id="rId72"/>
    <p:sldId id="311" r:id="rId73"/>
    <p:sldId id="313" r:id="rId74"/>
    <p:sldId id="315" r:id="rId75"/>
    <p:sldId id="383" r:id="rId76"/>
    <p:sldId id="319" r:id="rId77"/>
    <p:sldId id="320" r:id="rId78"/>
    <p:sldId id="321" r:id="rId79"/>
    <p:sldId id="322" r:id="rId80"/>
    <p:sldId id="353" r:id="rId81"/>
    <p:sldId id="323" r:id="rId82"/>
    <p:sldId id="324" r:id="rId83"/>
    <p:sldId id="360" r:id="rId84"/>
    <p:sldId id="361" r:id="rId85"/>
    <p:sldId id="362" r:id="rId86"/>
    <p:sldId id="363" r:id="rId87"/>
    <p:sldId id="364" r:id="rId88"/>
    <p:sldId id="365" r:id="rId89"/>
    <p:sldId id="366" r:id="rId90"/>
    <p:sldId id="367" r:id="rId91"/>
    <p:sldId id="368" r:id="rId92"/>
    <p:sldId id="369" r:id="rId93"/>
    <p:sldId id="341" r:id="rId94"/>
    <p:sldId id="342" r:id="rId95"/>
    <p:sldId id="344" r:id="rId96"/>
    <p:sldId id="345" r:id="rId97"/>
    <p:sldId id="346" r:id="rId98"/>
    <p:sldId id="377" r:id="rId99"/>
    <p:sldId id="378" r:id="rId100"/>
    <p:sldId id="347" r:id="rId101"/>
    <p:sldId id="348" r:id="rId102"/>
    <p:sldId id="317" r:id="rId10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1-13T15:56:31.14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8739 6756 0,'0'0'0,"0"19"15,-9 36-15,0 10 16,-1-1-1,1 1-15,-1-1 16,10-8-16,0-1 16,0-9-1,0-9-15,-9 0 0,9-9 16,0-10 0,0-18-16,0 0 15</inkml:trace>
  <inkml:trace contextRef="#ctx0" brushRef="#br0" timeOffset="296.82">8627 6350 0,'0'0'0,"0"0"16,0 0-16,0 0 15,0 0 1</inkml:trace>
  <inkml:trace contextRef="#ctx0" brushRef="#br0" timeOffset="953.2">9257 6064 0,'0'0'15,"0"0"-15,0 0 16,-10 0 0,1 0-16,0 9 15,-1 0-15,1 10 16,-1 8-1,1 10-15,9 10 16,-9 26 0,9 20-16,0-1 15,0 0-15,0 10 16,0 9 0,9-10-16,-9-27 15,-9 0 1,-1-10-16,10 1 15,-9-10-15,-1-18 16,1-9 0,9-28-16</inkml:trace>
  <inkml:trace contextRef="#ctx0" brushRef="#br0" timeOffset="1237.46">8909 6885 0,'0'0'15,"0"0"-15,9 0 16,10-9-1,19 0-15,9-10 16,19 1 0,18-10-16,10 1 15,10-1-15,-1 9 16,-103 19 0</inkml:trace>
  <inkml:trace contextRef="#ctx0" brushRef="#br0" timeOffset="4287.99">10517 6055 0,'0'0'0,"0"0"16,0 9-16,-9 19 16,0 8-16,-1 20 15,-9 8 1,1 20-16,8 8 15,1 9 1,-1-8-16,10-20 16,0 1-1,10-9-15,-1-10 16,1-18-16,-1-9 16,10-10-16,0-8 31,9-10-16,-28 0-15</inkml:trace>
  <inkml:trace contextRef="#ctx0" brushRef="#br0" timeOffset="5684.7">10329 6636 0,'0'0'0,"0"0"16,0 0-1,0 0-15,10 0 16,9 0 0,-1 0-16,11 0 15,8 0 1,1 9-16,9 1 16,0 8-16,0 10 15,-9 9-15,-10 0 16,0-1-1,-9 11-15,-10-1 16,-9-9 0,0 0-16,0-10 15,0-8-15,0-10 16,0 0-16,0-9 31,0 0-31,0 0 16,0 0-1,0 0-15,0-9 16,10-9-16,8-10 16,1-18-1,10-10-15,-1 10 16,-9 9-16,9 0 16,-9 19-1,-1-1-15,-8 10 16,-1 9-16,1 0 15,-1 0 1,10 9-16,0 10 16,-1 9-1,1 8-15,0 1 16,0 0-16,0 0 16,-10-9-1,1 0-15,-1-10 16,0-9-1,1 1 1,-1-1-16,-9-9 16,0 0-1,10 0-15,-1-9 0,10-10 16,0 1 0,9-19-16,0 0 15,10-9-15,-10-1 31,-9 20-31,0-1 0,-10 10 16,0 8-16,-9 10 16,0 0-1,0 0-15,10 0 32,-1 10-32,1 17 0,-1 1 31,0 9-31,1 9 15,9 0-15,-10-9 16,10-9 0,0 0-1,-1-10-15,1-9 0,0 0 16,9-9-16,1 0 16,8-9-1,-9 0-15,10-9 16,-10-10-1,0 0-15,1-9 16,-1 0-16,-9 0 16,-10 10-1,1-1-15,-1 0 16,0 10-16,-9 9 16,0-1-1,0 1-15,0 9 16,0 0-1,0 0 1,0 0-16,0 0 16,-9 9-1,0 10-15,-1 9 16,1 8 0,9-8-16,9 9 15,1-9-15,18-1 16,47 1-16,66-28 15,76-37 1,18 0-16</inkml:trace>
  <inkml:trace contextRef="#ctx0" brushRef="#br0" timeOffset="8556.93">4487 7790 0,'0'0'0,"0"0"0,0 0 16,0 0 0,0 9-16,0 0 15,-9 1-15,9 17 16,-9 1-16,9 18 16,0 0-1,9 28-15,0 18 16,10 10-1,-19-102-15</inkml:trace>
  <inkml:trace contextRef="#ctx0" brushRef="#br0" timeOffset="9195.71">5334 8085 0,'0'0'15,"0"0"-15,0 0 16,0 0 0,0 9-16,0 1 15,0 17 1,0 10-16,0 28 15,0 9 1,9 9 0,-9-83-16</inkml:trace>
  <inkml:trace contextRef="#ctx0" brushRef="#br0" timeOffset="9635.42">5936 7974 0,'0'0'16,"0"0"-16,0 19 15,0 18 1,0 55-16,0 74 16,9 19-16,10 46 15</inkml:trace>
  <inkml:trace contextRef="#ctx0" brushRef="#br0" timeOffset="11788.18">6021 9230 0,'0'0'15,"0"0"-15,0 0 16,0 0-16,0 0 16,0 18-16,9 28 15,10 47 1,0 82-1,0 56-15</inkml:trace>
  <inkml:trace contextRef="#ctx0" brushRef="#br0" timeOffset="15291.08">10781 7421 0,'0'0'0,"0"0"0,0 0 16,0 0-1,0 0-15,0 0 16,0 0-16,0 0 15,0 0 1,-10 18-16,1 10 16,-10 18-1,-18 9-15,-1 19 32,0 9-32,1-9 15,-1-9-15,0-10 16,10-9-1,9-9-15,1-9 16,8-10 0,1 1-16,9-10 15,0 0-15,0-9 16,0 0-16,0 0 16,9 9-1,10 1-15,9-1 16,0 0-16,10 0 15,19 1 1,-1-10-16,0 0 16,1 9-1,-10 0-15,-9 0 16,-1-9 0,1 9-16,-10 1 15,0-10 1,-9 0-16,-10 0 15,-9 0-15</inkml:trace>
  <inkml:trace contextRef="#ctx0" brushRef="#br0" timeOffset="15552.03">10781 7956 0,'0'0'0,"0"0"31,0 0-31,0 9 16,0 19-16,0 18 15,-19 56 1,10 45-16,-10-8 15,0 73-15,0 19 16</inkml:trace>
  <inkml:trace contextRef="#ctx0" brushRef="#br0" timeOffset="18741.49">8504 8740 0,'0'0'0,"0"0"16,0 0-1,0 0-15,0 0 16,0 0 0,0 0-16,0 10 15,10-1-15,-1 0 16,10 0-1,9-9-15,0 0 16,1-9 0,-11 0-16,11-10 15,-1-8 1,-9-1-16,-1 0 16,-8 1-16,-1-1 15,1 10 1,-10-1-16,0 1 15,0-1 1,0 10-16,0 0 16,0 0-1,0 9-15,0 0 16,-10 0-16,1 0 16,-19 9-1,-1 18-15,-18 20 16,0 17-1,10 10-15,-1 9 16,10-9 0,9 0-16,0 0 15,10-10-15,9-8 16,9-10 0,1-9-16,8 0 15,1-10 1,19 1-16,0-10 15,9-8 1,0-10-16,9-10 16,1-17-16,-1-10 15,0-9 1,-9 0-16,0-10 16,-9-8-1,0-1-15,-10-9 16,0 9-16,-9 1 15,0-1 1,0 10-16,-10-10 16,0 19-1,-9 9-15,0 10 16,0 8-16,0 10 16,0 0-1,0 9-15,0 0 16,0 0-1,0 0-15,-9 18 16,0 28 0,-10 19-16,0 27 15,0 0-15,10 1 16,-1-1 0,10-18-16,10 0 15,-1-10 1,1-18-16,-1-9 15,10 0 1,0-9-16,-1-10 16,11-8-16,8-1 15,10-9 1,19-9-16,0-10 16,0-9-1,-10 1-15,-18-1 16,0 0-1,-20 10-15,1 0 16,0 8-16,-10 1 16,1 0-1,-1 0-15,1-1 16,-10 10-16,0 0 16,0 0-1,0 0-15,0 0 16,0 0-1,-10 0-15,1 10 16,-1 8 0,-8 1-16,8-1 15,1 0-15,-1 1 16,10-1 0,0 1-16,10-1 15,-1 1 1,10 8-16,0-8 15,0-1 1,-1 10-16,1-10 16,-9 1-16,-1-1 15,1 1 1,-10 9-16,0-1 16,0-8-1,0-1-15,-10-9 16,10 1-16,0-10 15,0 0 1,0 0-16,0 0 16,0 0-1,0 0-15,10-10 16,8-8 0,20-28-16,0 0 15,18-10-15,0 1 16,-8-1-1,-1 1-15,-10 9 16,-9 9 0,-9 9-16,-9 10 15,-10 9 1,0 9-16,0 0 16,0 0-16,0 0 15,-10 9 1,-9 9-16,-9 19 15,0 19 1,9 8-16,19-8 16,10 8-16,8-8 15,48-1 1,104-27-16,55 9 16</inkml:trace>
  <inkml:trace contextRef="#ctx0" brushRef="#br0" timeOffset="20151.37">5494 11011 0,'0'0'0,"0"0"15,0 0 1,0 0-16,0 0 16,0 0-1,0 0-15,0 9 16,0 19-16,0 18 16,9 56-1,10-1-15,-19-101 16</inkml:trace>
  <inkml:trace contextRef="#ctx0" brushRef="#br0" timeOffset="41741.3">8279 12035 0,'0'0'0,"0"0"0,0 0 16,0 0-1,0 0-15,0 0 16,0 0-16,0 0 16,0 0-1,0 0-15,0 0 16,0 0 0,0 0-16,-10 10 15,1-1 1,-1 9-16,-9 19 15,1 19-15,-1 8 16,0 10 0,0 0-16,10 18 15,-1 10 1,1-10-16,9-92 16</inkml:trace>
  <inkml:trace contextRef="#ctx0" brushRef="#br0" timeOffset="42361.81">8862 12266 0,'0'0'0,"0"0"16,0 0-16,0 0 15,0 0 1,0 0-16,0 0 15,0 0 1,0 0-16,0 0 16,0 0-16,0 0 15,0 9 1,0 10-16,-10 9 16,1 9-1,0 9-15,9 0 16,-10 0-1,1 0-15,9 0 16,0-9-16,-10 0 16,10-9-1,0-10-15,0 1 16,0-19 0</inkml:trace>
  <inkml:trace contextRef="#ctx0" brushRef="#br0" timeOffset="42657.52">8514 12478 0,'0'0'0,"0"0"15,0 0 1,9 0-16,10 0 16,9 0-16,10 0 15,9 0 1,9 0-16,1 0 16,9 10-1,9-10-15,19-10 16,-94 10-16</inkml:trace>
  <inkml:trace contextRef="#ctx0" brushRef="#br0" timeOffset="46827.28">9643 11888 0,'0'0'0,"0"0"0,0 0 15,0 0 1,-10-9-16,1-1 16,-10 1-1,0 0-15,0 0 16,-9 9-1,0 0-15,0 0 16,-1 0-16,11 0 16,-1 0-1,0 0-15,0 0 16,0 9 0,1 0-16,8 0 15,1 1-15,-1-1 16,1 9-1,0 1-15,-1 8 16,1 1 0,9 9-16,0 9 15,0 0 1,0 10-16,0-1 16,0 0-16,0 1 15,0-10 1,0 0-16,0 9 15,0-8 1,0-10-16,0-1 16,9 11-1,1-10-15,-1-10 16,0 1-16,1-10 16,-1 10-1,10-9-15,9-1 16,0 0-1,10-8-15,9-1 16,19-9-16,9-19 16,-75 19-1</inkml:trace>
  <inkml:trace contextRef="#ctx0" brushRef="#br0" timeOffset="49081.1">9915 12008 0,'0'0'0,"0"0"16,0 0-16,0 0 16,0 0-1,0 0-15,0 0 16,0 0-16,0 0 15,0 0 1,0 0-16,0 9 16,0 0-16,0 10 15,0 8 1,0 1-16,0 9 16,0 9-1,0 0-15,0 0 16,0 10-1,0-19-15,0 0 16,0 9 0,0 0-16,0-46 15</inkml:trace>
  <inkml:trace contextRef="#ctx0" brushRef="#br0" timeOffset="49557.62">10593 11999 0,'0'0'0,"0"0"16,0 0-16,0 0 15,0 0 1,0 9-16,0 9 16,9 19-1,1 0-15,-1 18 16,-9 1 0,9 8-16,-9-8 15,0-10 1,10-9-16,-10 0 15,9-10-15,-9-27 16</inkml:trace>
  <inkml:trace contextRef="#ctx0" brushRef="#br0" timeOffset="49857.75">10433 12377 0,'0'0'0,"0"0"16,9 0-1,10 0-15,9 0 16,10 0-16,9 0 16,19-9-1,47 9-15,-113 0 16</inkml:trace>
  <inkml:trace contextRef="#ctx0" brushRef="#br0" timeOffset="51339.18">4741 13420 0,'0'0'0,"0"0"16,0 0-16,0 0 16,0 0-1,0 0-15,0 0 16,0 0 0,0 0-16,0 0 15,0 0 1,0 0-16,10 0 15,9 0 1,9 9-16,19 0 16,9 1-16,-56-10 15</inkml:trace>
  <inkml:trace contextRef="#ctx0" brushRef="#br0" timeOffset="51843.09">3942 13531 0,'0'0'16,"0"0"-16,0 0 15,0 0 1,0 0-16,9 0 15,1 0 1,18 9-16,9 0 16,20 0-1,-57-9-15</inkml:trace>
  <inkml:trace contextRef="#ctx0" brushRef="#br0" timeOffset="55340.78">11025 11897 0,'0'0'0,"0"0"0,0 0 16,0 0-16,0 0 16,0 0-1,10-9-15,-1 0 16,10-1 0,0 1-16,0 0 15,9 0 1,0 9-16,0 0 15,-9 0 1,0 9-16,0 0 16,0 0-16,-1 10 15,-8-1 1,-10 19-16,0 0 16,-10 0-1,-8 9-15,-1-9 16,0 0-16,10-9 15,-1-1 1,1-8-16,-1-10 16,10 0-1,0 1-15,0-10 16,0 0 0,0 0-16,10 9 15,9 0-15,-1 0 16,11 0-1,8-9-15,1 10 16,0-1 0,9-9-16,9 0 15,-56 0-15</inkml:trace>
  <inkml:trace contextRef="#ctx0" brushRef="#br0" timeOffset="55758.18">11910 11712 0,'0'0'0,"0"0"15,0 0-15,0 0 16,0 0-16,0 10 16,0 17-1,0 1-15,0 18 16,0 10-1,0-1-15,0 0 16,0-9 0,0 1-16,0-1 15,0-9-15,0-10 16,0-8 0,0-1-16,0-18 15</inkml:trace>
  <inkml:trace contextRef="#ctx0" brushRef="#br0" timeOffset="56057.68">11656 12082 0,'0'0'0,"0"0"15,0 0 1,0 0-16,0 0 16,0 0-1,0 0-15,9 0 16,19 0-16,10 0 16,9-10-1,19 1-15,0 0 16,28 0-1,-19-1-15,-75 10 16</inkml:trace>
  <inkml:trace contextRef="#ctx0" brushRef="#br0" timeOffset="56781.92">12305 12026 0,'0'0'16,"0"0"-16,0 0 15,0 0 1,0 0-16,0 0 16,0 0-1,0-9-15,9 0 16,1 0-1,-1-1-15,1 1 16,8 0 0,1 0-16,0 9 15,0 0-15,0 0 16,-1 9 0,1 0-16,-9 0 15,8 1 1,-8 8-16,-1 10 15,1-1-15,-10 20 16,-10-1 0,1 0-16,-10 0 15,0 0 1,10-18-16,-1 0 16,1-10-16,0-9 15,9 0 1,0 1-16,0-10 15,0 9 1,0-9-16,0 0 16,9 9-1,0 0-15,10-9 16,19 0-16,-1 0 16,20 0-1,-10 0-15,28-9 16,-75 9-1</inkml:trace>
  <inkml:trace contextRef="#ctx0" brushRef="#br0" timeOffset="60098.94">12709 11639 0,'0'0'0,"0"0"0,0 0 16,0 0-16,0 0 15,0 0 1,0 0-16,0 0 16,0 0-1,10 0-15,18-10 16,10 1-1,9 0-15,9 9 16,-9 0-16,-9 0 16,-10 0-1,0 0-15,-9 0 16,0 9 0,-10 0-16,1 1 15,-1-1-15,1 19 16,-1-1-1,0 19-15,-9 10 16,0-1 0,10-9-16,-1 10 15,1-1-15,-1 10 16,0-10 0,1-9-16,-1 0 15,1 0 1,-1-9-16,0 0 15,1-9 1,-10 0-16,0-1 16,0-8-16,0-1 15,-10 1 1,1-1-16,-10 1 16,0-1-1,-18 1-15,-10-1 16,-19 0-1,-9 1-15,-1-10 16,1 10-16,0-1 16,9-9-1,10 1-15,56-10 16</inkml:trace>
  <inkml:trace contextRef="#ctx0" brushRef="#br0" timeOffset="61746.66">13669 11786 0,'0'0'16,"0"0"-16,0 0 15,0 0 1,0 0-16,9 9 16,1 10-1,-1 9-15,1-1 16,-1 10-16,0-9 15,1 9 1,-10-9-16,0-1 16,0-8-1,0-1-15,0-9 16,0 1 0,0-10-16,0 0 15,0 0-15,0 0 16,0 0-1,0 0-15,0-10 16,0-17 0,0-1-16,0-9 15,0 0 1,9 0-16,1 0 16,-1 0-16,0 10 15,1-1 1,-1 10-16,1 8 15,-1 1 1,0 0-16,1 0 16,-1-1-16,1 1 15,-1 9 1,10 0-16,0 0 16,0 9-1,-1 1-15,1 8 16,0 1-16,0 8 15,0 10 1,-1 0-16,-8 0 16,-1 0-1,1 0-15,-1-9 16,10-1 0,-19-27-16</inkml:trace>
  <inkml:trace contextRef="#ctx0" brushRef="#br0" timeOffset="62358.97">14431 11832 0,'0'0'0,"0"0"16,0 0-16,0 0 16,0 0-1,0 0-15,0 0 16,0 0-1,0 0-15,0 0 16,0 0 0,0 0-16,0 0 15,0 0-15,0 0 16,0 0 0,0 0-16,9 0 15,1 0 1,9 0-16,9 0 15,0 0 1,-9 0-16,0 0 16,9 0-16,0 0 15,10-9 1,-38 9-16</inkml:trace>
  <inkml:trace contextRef="#ctx0" brushRef="#br0" timeOffset="62674.64">14948 11463 0,'0'0'0,"0"0"0,0 0 16,0 0-1,0 0-15,0 0 16,0 0 0,0 9-16,0 19 15,0 37 1,0 36-16,0 47 15,0-148-15</inkml:trace>
  <inkml:trace contextRef="#ctx0" brushRef="#br0" timeOffset="64814.48">14995 11509 0,'0'0'0,"0"0"15,0 0 1,0 0-16,0 0 16,0 0-1,0 0-15,0 0 16,0 0-16,0 0 15,0 10 1,0-1-16,0 0 16,0 0-1,0 1-15,0-1 16,0 0-16,0 0 16,0 0-1,0 1-15,0 8 16,-9 1-1,9-1-15,0 1 16,-9 8 0,-1 10-16,1 0 15,-1 0-15,10 0 16,-9 0 0,0 0-16,9-10 15,0-8 1,0-1-16,0-8 15,0-1 1,0 0-16,0-9 16</inkml:trace>
  <inkml:trace contextRef="#ctx0" brushRef="#br0" timeOffset="71007.98">15880 11445 0,'0'0'0,"0"0"0,0 0 16,0 0-1,0 0-15,0 9 16,9 9-16,1 10 15,-1 18 1,0 19-16,-9 9 16,0 0-1,-9-1-15,0-8 16,-1-10 0,1-8-16,9-47 15</inkml:trace>
  <inkml:trace contextRef="#ctx0" brushRef="#br0" timeOffset="71308.42">15616 11832 0,'0'0'0,"0"0"15,10 0 1,9 0-16,18-9 16,10 0-16,0 0 15,19-1 1,0 1-16,9 0 15,10 0 1,-85 9-16</inkml:trace>
  <inkml:trace contextRef="#ctx0" brushRef="#br0" timeOffset="71958.14">16482 11509 0,'0'0'0,"0"0"15,0 0-15,0 0 16,0 0 0,0 0-16,0 10 15,0 8-15,0 37 16,9 47-1,-9 46-15,0 55 16,0 18 0,10 10-16</inkml:trace>
  <inkml:trace contextRef="#ctx0" brushRef="#br0" timeOffset="85725.1">9765 13503 0,'0'0'0,"0"0"0,0 0 15,0 0-15,0 0 16,0 0-1,0 0-15,0 0 16,0 0 0,-10 9-16,1 10 15,-10 8-15,0 10 16,1 9 0,-1-9-16,0-9 15,10 0 1,-1-10-16,10 1 15,0-10-15,0 0 16,10 0 0,-1 1-16,10-1 15,9 0 1,19 0-16,19 0 16,-10-9-1,1 10-15,-10-1 16,-10 0-1,-8 0-15,-10 10 16,-1-1-16,-8 10 16,-1 9-1,-9 0-15,-9 0 16,-10 9 0,0-18-16,-9 9 15,-10-10-15,1 1 16,8-10-1,1 1-15,0-1 16,0-8 0,9-1-16,-9-9 15,28 0 1</inkml:trace>
  <inkml:trace contextRef="#ctx0" brushRef="#br0" timeOffset="86033.43">9652 13743 0,'0'0'16,"0"0"-16,0 0 15,0 0 1,9-9-16,1-1 16,9-8-1,9-10-15,28-18 16,29-18 0,0-1-16,9 0 15,9-8-15,1 8 16,-104 65-1</inkml:trace>
  <inkml:trace contextRef="#ctx0" brushRef="#br0" timeOffset="87117.58">10555 13752 0,'0'0'0,"0"0"16,0 0-16,0 0 15,0 0 1,0 0-16,0 19 16,0 8-16,0 29 15,0 27 1,0-9-16,-9-10 15,9-27 1,0 0-16,0-9 16,0-10-1,0-9-15,0 1 16,0-10-16,0 0 16,0 0-1,0 0-15,0 0 16,0-10-1,0-17-15,9-10 16,1-9 0,-1 0-16,0-10 15,1 1-15,9-1 16,-1 19 0,1-9-16,0 0 15,0 9 1,0 0-16,-1 10 15,1 8-15,0 1 16,0 9 0,0-1-16,0 10 15,-1 0 1,1 0-16,9 10 16,-9-1-16,9 9 15,1 1 1,-11-1-16,1 10 15,0-1 1,9 10-16,-9 10 16,0 8-1,0 10-15,0-1 16,-1 10 0,-18-74-16</inkml:trace>
  <inkml:trace contextRef="#ctx0" brushRef="#br0" timeOffset="87561.96">11618 13752 0,'0'0'0,"0"0"16,0 0-16,0 0 16,10 0-1,18 0-15,28-9 16,1 0-1,18-1-15,10 10 16,-85 0-16</inkml:trace>
  <inkml:trace contextRef="#ctx0" brushRef="#br0" timeOffset="88125.72">12305 13328 0,'0'0'0,"0"0"16,0 0-16,0 0 15,0 0 1,0 9-16,-10 9 16,1 10-1,0 0-15,-1-1 16,-9 20-16,10-20 16,9 1-1,0 0-15,0-10 16,0 1-1,9-1-15,10 0 16,0 1-16,9-1 16,1 1-1,8-1-15,1 1 16,-1-1 0,-8 1-16,-1-1 15,-9 10-15,-1-1 16,-8 20-1,-20 8-15,-8-9 16,-11-9 0,11-9-16,-11-1 15,11-8 1,-1-10-16,0-9 16,19 0-16</inkml:trace>
  <inkml:trace contextRef="#ctx0" brushRef="#br0" timeOffset="88375.89">12390 13318 0,'0'0'16,"9"-9"-16,19-19 16,38-27-1,9 0-15,19-10 16,19-9 0,-113 74-16</inkml:trace>
  <inkml:trace contextRef="#ctx0" brushRef="#br0" timeOffset="88813.68">13547 12940 0,'0'0'15,"0"0"-15,0 0 16,-10 18-1,1 10-15,-1 18 16,1 10-16,0 8 16,-1 10-1,1 0-15,-1 0 16,1 9 0,0-9-16,9-19 15,0 0-15,0-8 16,0-11-1,0-8-15,0-19 16,0-9 0</inkml:trace>
  <inkml:trace contextRef="#ctx0" brushRef="#br0" timeOffset="89102.82">13236 13411 0,'0'0'0,"0"0"16,0 0-16,0 0 15,0 0 1,10 0-16,-1 0 15,19-10 1,0 1-16,20 0 16,17 0-1,20 0-15,-85 9 16</inkml:trace>
  <inkml:trace contextRef="#ctx0" brushRef="#br0" timeOffset="90163.02">13377 13411 0,'0'0'0,"0"0"15,0 0-15,0 0 16,0 0 0,0 0-16,0 0 15,0 0-15,10 0 16,-1 0-1,19-10-15,1 1 16,8 0 0,1 0-16,9-10 15,-9 10-15,-10 0 16,0 0 0,0 9-16,-9 0 15,9 0 1,10 0-16,-38 0 15</inkml:trace>
  <inkml:trace contextRef="#ctx0" brushRef="#br0" timeOffset="91858.9">14318 13226 0,'0'0'15,"0"0"-15,0 0 16,0 0 0,0 0-16,-9-9 15,9 9-15,0-9 16,0-1 0,0-8-16,0-1 15,0 1 1,9 0-16,0-10 15,1 0-15,9 0 16,0 10 0,-1 0-16,1 8 15,0 1 1,0 0-16,-10 9 16,1 0-16,-1 0 15,0 9 1,1 10-16,-1 8 15,1 19 1,-1 10-16,-9 8 16,0-17-1,0-11-15,0 1 16,0-9-16,0 0 16,0-10-1,0-9-15,0 1 16,0-1-1,0 0-15,0 0 16,0-9 0,0 0-16,0 10 15,0-1 1,9 0-16,1-9 16,-1 9-16,1 1 15,8-10 1,1 0-16,10 0 15,8 0 1,1 0-16,18-10 16,-9 1-16,19-9 15,0-1 1,-66 19-16</inkml:trace>
  <inkml:trace contextRef="#ctx0" brushRef="#br0" timeOffset="93146.18">15456 12783 0,'0'0'0,"0"0"15,0 0-15,0 0 16,0 0 0,0 0-16,0 0 15,0 0-15,0 0 16,0 0 0,0 0-16,0 0 15,0 0 1,0 0-16,0 9 15,0 10 1,0 18-16,0 9 16,0 9-16,0 19 15,0 9 1,0-9-16,0-19 16,0 1-16,0-10 15,0-46 1</inkml:trace>
  <inkml:trace contextRef="#ctx0" brushRef="#br0" timeOffset="93460.61">15146 13180 0,'0'0'15,"0"0"-15,0 0 16,0 0 0,0 0-16,9-9 15,20-1 1,8 1-16,29 0 15,28-9-15,-9 8 16,18 1 0,10 0-16,-113 9 15</inkml:trace>
  <inkml:trace contextRef="#ctx0" brushRef="#br0" timeOffset="95075.42">13895 13964 0,'0'0'0,"0"0"15,0 0 1,0 0-16,0 0 16,0 0-16,0 0 15,0 0 1,0 0-16,0 0 16,0 0-1,0 10-15,0-1 16,0 9-1,0 10-15,0 0 16,0 9-16,0 0 16,-10 0-1,10-1-15,0 11 16,0-10 0,0 9-16,0 0 15,0 0-15,0-9 16,10 9-1,-1-9-15,1-9 16,-1-10 0,-9-18-16</inkml:trace>
  <inkml:trace contextRef="#ctx0" brushRef="#br0" timeOffset="95591.88">14619 13688 0,'0'0'16,"0"0"-1,0 0-15,0 0 16,0 0-16,0 0 16,0 0-1,-9 9-15,-20 9 16,-8 19-1,-10 19-15,-10 8 16,1 10 0,9 0-16,9 0 15,10-10 1,9 1-16,10 0 16,9-10-16,9 0 15,1 1 1,8-1-16,11 0 15,18 1 1,0-10-16,9 9 16,19-9-16,-75-46 15</inkml:trace>
  <inkml:trace contextRef="#ctx0" brushRef="#br0" timeOffset="96625.26">14873 14084 0,'0'0'16,"0"0"-16,0 0 15,0 0 1,0 0-16,0 0 15,0 0 1,0 0-16,0 0 16,0 0-1,0 0-15,0 0 16,0 0-16,0 10 16,0-1-1,0 9-15,0 1 16,-9 9-1,-1 8-15,10 1 16,0 10-16,0-1 16,0 0-1,0-9-15,10 0 16,-1-10 0,-9-27-16</inkml:trace>
  <inkml:trace contextRef="#ctx0" brushRef="#br0" timeOffset="96871.52">14911 13817 0,'0'0'0,"0"0"16,0 0 0,0 0-16,0 0 15,0 0 1,0 0-16,0 0 16</inkml:trace>
  <inkml:trace contextRef="#ctx0" brushRef="#br0" timeOffset="97427.02">15635 13632 0,'0'0'0,"0"0"16,0 0-16,0 0 15,0 0-15,0 0 16,-9 0 0,-1 0-16,1 0 15,-1 0 1,-8 9-16,-1 1 16,0 8-1,0 10-15,0 9 16,1 9-16,8-9 15,10 18 1,0 1-16,10-1 16,-10 0-1,0 1-15,0-10 16,0 0 0,0 9-16,9 1 15,-9-10-15,0 0 16,0 0-1,0-18-15,0-28 16</inkml:trace>
  <inkml:trace contextRef="#ctx0" brushRef="#br0" timeOffset="97675.35">15212 14204 0,'0'0'15,"0"0"1,0 0-16,0 0 16,0 0-16,0 0 15,0 0 1,9 0-16,29 0 16,18-9-1,10-9-15,9-10 16,10 0-1,0-9-15,-85 37 16</inkml:trace>
  <inkml:trace contextRef="#ctx0" brushRef="#br0" timeOffset="98075.24">15983 13374 0,'0'0'0,"0"0"16,0 0 0,0 0-16,10 9 15,8 9 1,11 10-16,-1 18 16,9 37-1,1 19-15,-19 18 16,-19 37-1,-19 0-15,-28 64 16,-47 10-16,9-10 16</inkml:trace>
  <inkml:trace contextRef="#ctx0" brushRef="#br0" timeOffset="103512.36">8965 15340 0,'0'0'0,"0"0"15,-9 9-15,-1 9 16,-8 19-1,-1 19-15,0 27 16,0-9-16,0 9 16,10-28-1,0-18-15,9-9 16,0-10 0,0-9-16,0-9 15,0 0-15,9 0 16,19 0-1,10 0-15,9 0 16,0 0 0,0 0-16,-9 10 15,-10 8 1,0 0-16,0 10 16,0 18-1,-18 0-15,-1 19 16,-9-10-16,-9-8 15,-10-1 1,0-19-16,0 1 16,1 0-1,-1-10-15,0 1 16,0-10-16,0-9 16,1-9-1,18 9-15</inkml:trace>
  <inkml:trace contextRef="#ctx0" brushRef="#br0" timeOffset="103791.18">8824 15626 0,'0'0'15,"0"0"-15,0 0 16,10-9 0,-1-1-16,19-8 15,38-28 1,28-28-16,38-9 16,9-9-16,-19 18 15,10 9 1,-47 19-16,-85 46 15</inkml:trace>
  <inkml:trace contextRef="#ctx0" brushRef="#br0" timeOffset="104430.57">9812 15737 0,'0'0'0,"0"0"16,0 0-1,0 0-15,-9 18 16,-1 0-1,1 10-15,-1 9 16,1 9 0,-1 0-16,1-9 15,0-9-15,9-10 16,0 1 0,0-10-16,0-9 15,0 0 1,0 0-16,0 0 15,0 0 1,0-9-16,0-19 16,9-18-16,10-37 15,9-9 1,10 9-16,9 0 16,-10 27-1,1 10-15,-10 9 16,0 9-16,-9 10 15,0 9 1,0 9-16,9 0 16,-9 9-1,9 28-15,10 18 16,-10 19 0,0 9-16,-9 0 15,0-18-15,0-10 16,-10-9-1,1-9-15,-10-37 16</inkml:trace>
  <inkml:trace contextRef="#ctx0" brushRef="#br0" timeOffset="104925.82">10781 15727 0,'0'0'0,"0"0"16,0 0-1,0 0-15,0 0 16,9 0-16,10 0 16,19-9-1,18 0-15,10 0 16,9-10 0,1 1-16,-1-1 15,-19 10 1,-9 0-16,0 0 15,-47 9 1</inkml:trace>
  <inkml:trace contextRef="#ctx0" brushRef="#br0" timeOffset="107574.64">11769 15284 0,'0'0'0,"0"0"16,0 0-16,0 0 15,0 0 1,0 0-16,0 0 15,9-9 1,10-9-16,9-1 16,0 1-16,1-1 15,-1 1 1,0-1-16,-9 10 16,0 0-1,-1 9-15,1 0 16,-9 0-16,-1 9 15,0 0 1,1 19-16,-10 18 16,-10 37-1,-18 19-15,-9-10 16,-1-9 0,10-18-16,0-10 15,9-18 1,9-9-16,1-10 15,0-9-15,9 1 16,0-10 0,0 0-16,9 0 15,10 9 1,9-9-16,10 0 16,27-9-16,11-1 15,-1 1 1,0 0-16,0 0 15,1-1 1,8-8-16,-84 18 16</inkml:trace>
  <inkml:trace contextRef="#ctx0" brushRef="#br0" timeOffset="113109">10113 10088 0,'0'0'0,"0"0"16,0 0-16,0 0 16,0 0-16,0 0 15,0 0 1,0 0-16,0 0 16,-9 0-1,-10 9-15,-9 10 16,-10 8-1,0 1-15,1 0 16,8-1-16,11-8 16,-1-10-1,9 0-15,1 1 16,9-10 0,0 0-16,9 9 15,1 0-15,9 0 16,18 1-1,1-1-15,-1 9 16,1 1 0,-10 8-16,-9 1 15,0 9 1,0 0-16,-10 0 16,-9 0-16,0 0 15,-9 0 1,-10-1-16,0 1 15,0-9 1,1 0-16,-11-10 16,1 1-1,0-10-15,0 0 16,28-9-16</inkml:trace>
  <inkml:trace contextRef="#ctx0" brushRef="#br0" timeOffset="113342.03">9727 10291 0,'0'0'0,"0"0"15,0 0 1,10-9-16,27-10 15,20-8-15,18-1 16,19-9 0,38-9-16,-1 0 15,-131 46-15</inkml:trace>
  <inkml:trace contextRef="#ctx0" brushRef="#br0" timeOffset="114013.33">10828 10319 0,'0'0'16,"0"9"-16,-9 9 16,-10 10-1,0 18-15,0 10 16,0-10 0,0 9-16,1-9 15,-1 0-15,9-18 16,1-9-1,0-1-15,-1-9 16,10 1 0,0-10-16,0 0 15,0 0-15,0-10 16,0-8 0,0-19-16,10-9 15,8-10 1,11 1-16,8-19 15,1 19 1,9-10-16,0 19 16,-9 9-16,-10 19 15,-9-1 1,-1 10-16,1 9 16,0 0-1,0 9-15,0 10 16,0 8-16,-1 20 15,1 8 1,-9 19-16,-1 0 16,0-10-1,1-8-15,-10-1 16,9-18 0,1-9-16,-1-19 15,-9-9-15</inkml:trace>
  <inkml:trace contextRef="#ctx0" brushRef="#br0" timeOffset="114258.49">11421 10586 0,'0'0'0,"0"0"16,0 0-16,0 0 16,0 0-16,9 0 15,0 0 1,10-9-16,28-9 16,19-10-1,-66 28-15</inkml:trace>
  <inkml:trace contextRef="#ctx0" brushRef="#br0" timeOffset="114759.2">11929 10134 0,'0'0'0,"0"0"16,0 0 0,9-9-16,10 0 15,0-1-15,-1 1 16,11 9 0,-1-9-16,10 9 15,-10 9 1,0 10-16,0-1 15,-9 10 1,0 9-16,-10 18 16,-18 10-16,-1-1 15,-18 10 1,0-9-16,-10-10 16,20-18-1,-11 9-15,20-18 16,-1-10-16,1 1 15,9-10 1,0 0-16,9 1 16,10-1-1,28 0-15,38-18 16,37 0 0,66-19-16,48-9 15</inkml:trace>
  <inkml:trace contextRef="#ctx0" brushRef="#br0" timeOffset="122708.34">12343 16198 0,'0'0'0,"0"0"0,0 0 15,0 0 1,0 0-16,0 0 16,0 0-1,0 0-15,0 0 16,0 0 0,0 0-16,0 0 15,0 0-15,0 0 16,0 0-1,0 0-15,0 0 16,-10 9 0,1 0-16,-1 10 15,1 9-15,-10 18 16,-9 28 0,9 9-16,-9 18 15,9-8 1,0-10-16,10-19 15,-1-8-15,1-10 16,0-19 0,9-27-16</inkml:trace>
  <inkml:trace contextRef="#ctx0" brushRef="#br0" timeOffset="123647.42">12023 16281 0,'0'0'15,"0"0"-15,9-9 16,0 0 0,10-1-16,0-8 15,9-1 1,10 1-16,0 9 15,-1 0-15,10 9 16,-9 0 0,0 0-16,-1 9 15,-9 9 1,-9 1-16,0 8 16,-10 1-1,-9 9-15,0-9 16,-9 9-16,0-10 15,-10 10 1,9-9-16,1-10 16,0 1-1,-1-10-15,1 0 16,9 1-16,0-10 16,0 0-1,0 0-15,0 0 16,0 0-1,0 0-15,9 9 16,1-9 0,18 9-16,0 0 15,0 0-15,0 1 16,1-1 0,-1 9-16,0 1 15,-9-1 1,-10 10-16,1 0 15,-10-1 1,0 1-16,-10 0 16,1-1-16,-10 1 15,0-9 1,0-1-16,-9 0 16,0 1-1,0-10-15,0 0 16,-1 1-16,1-1 15,0-9 1,0 0-16,9 0 16,0 0-1,0 0-15,0 0 16,1 0 0,-1-9-16,9-1 15,-18 1-15,28 9 16</inkml:trace>
  <inkml:trace contextRef="#ctx0" brushRef="#br0" timeOffset="125136.93">12832 16540 0,'0'0'0,"0"0"15,0 0-15,0 0 16,0 0 0,0 0-16,9 0 15,1 9 1,18 0-16,9 0 16,10 0-16,0 1 15,0-10 1,1-10-16,-11 1 15,10-9 1,-9-10-16,-1-9 16,1 0-1,-10 0-15,1 0 16,-11 0-16,-8 10 16,-1-1-1,-9 10-15,0 8 16,0 1-1,0 0-15,-9 0 16,-1-1-16,-8 1 16,-20 9-1,-19 9-15,-8 10 16,-1 9 0,0 9-16,19-1 15,9 11 1,1-1-16,8 0 15,11 0-15,8 0 16,1-9 0,9 9-16,19 0 15,-1-9 1,11 0-16,18 0 16,9-9-16,1-10 15,-10-8 1,0-1-16,0-9 15,0-9 1,19-10-16,-1-18 16,1-9-1,-9 0-15,9-19 16,-10-9-16,-9 1 16,0-1-1,-9 0-15,-10 9 16,0 10-1,-9 0-15,-10 18 16,1 9 0,-1 10-16,-9 8 15,0 1-15,0 9 16,0 0 0,0 0-16,0 0 15,-19 9 1,1 10-16,-1-1 15,0 10-15,9 0 16,1-10 0,9 0-16,0 1 15,9-1 1,1 1-16,9 9 16,0-1-1,-1 1-15,1 9 16,0 9-16,0 0 15,-10 0 1,-9 10-16,0-1 16,-9-9-1,-1-9-15,1-9 16,0-10-16,9-8 16,0-10-1,0 0-15</inkml:trace>
  <inkml:trace contextRef="#ctx0" brushRef="#br0" timeOffset="125512.25">14064 15718 0,'0'0'0,"0"0"15,0 0-15,0 0 16,9 9 0,1 10-16,-1 27 15,1 28 1,-1 37-16,1 36 16,-1-18-1,0 1-15,1-20 16,-1-17-16,1-29 15,-1-8 1,0-19-16,1-19 16,-1 1-1,-9-19-15,0 0 16,0 0 0,0 0-16,0-19 15,0 19-15</inkml:trace>
  <inkml:trace contextRef="#ctx0" brushRef="#br0" timeOffset="125726.07">14017 16410 0,'0'0'0,"0"0"15,0 0-15,0 0 16,0 0 0,0-9-16,9 0 15,10 0 1,0-1-16,9-8 15,10-1-15,9 1 16,0 9 0,19 0-16,19-1 15,-85 10 1</inkml:trace>
  <inkml:trace contextRef="#ctx0" brushRef="#br0" timeOffset="127713.67">14967 16069 0,'0'0'0,"0"0"16,0 0-16,0 0 15,0 0 1,0 0-16,0 0 16,0 0-16,-19 9 15,-9 10 1,-28 27-16,-1 9 15,10 10 1,-9 8-16,18 1 16,10-18-1,9-10-15,10-9 16,9 0-16,9-10 16,1-8-1,8-1-15,29 1 16,19-10-1,28-18-15,-9-10 16,18-27-16,-8-9 16,8-10-1,-18 1-15,-29 8 16,-9 1 0,-19 18-16,-9 0 15,0 9 1,-10 10-16,-9-1 15,0 1-15,0 9 16,0-1 0,-9 1-16,-10 9 15,-18 9 1,-10 10-16,-10 18 16,10 9-16,9 0 15,10 0 1,0 0-16,19-9 15,-1 0 1,1-9-16,9 0 16,9-10-1,1-9-15,8 1 16,11-1-16,-1-9 16,9-9-1,10-19-15,-9 0 16,0-9-1,-1 0-15,-8 0 16,-1 0 0,-9 1-16,-1 8 15,-8 9-15,-1 1 16,-9 9 0,0 9-16,0 0 15,0 0 1,0 0-16,0 0 15,0 27-15,0 20 16,0 17 0,10 10-16,-1 0 15,0 0 1,1-19-16,-1-18 16,1-9-1,-1-10-15,1-9 16,8 1-16,20-10 15,0-19 1,18-18-16,0-9 16,1-28-1,-1 0-15,1-9 16,-10 9-16,-10 1 16,-8 8-1,-10 10-15,-1 9 16,-8 9-1,-1 9-15,-9 9 16,0 1 0,0 9-16,0 0 15,-9-1-15,-1 10 16,-8 10 0,-1-1-16,0 9 15,0 10 1,10 0-16,-1 9 15,10-1-15,10 1 16,-1 9 0,10-9-16,0 10 15,9-1 1,0 9-16,0 0 16,-9 1-1,0-1-15,-10 1 16,1-1-16,-10-9 15,0-9 1,-10-9-16,10-10 16,0-9-1,0 1-15,0-10 16,0 0 0,10-10-16,18-17 15,19-29-15,10-27 16,8-9-1,1 0-15,-9 18 16,-1-9 0,-9 18-16,-9 10 15,-10 18-15,-9 9 16,-10 1 0,1 8-16,-1 10 15,-9 0 1,0 9-16,0 0 15,0 0 1,-9 0-16,-1 0 16,-18 18-16,0 10 15,-10 18 1,10 18-16,0 1 16,9 0-1,9-10-15,10 0 16,10 1-16,9-19 15,9 0 1,19 0-16,19-19 16,28-9-1,-94-9-15</inkml:trace>
  <inkml:trace contextRef="#ctx0" brushRef="#br0" timeOffset="128491.87">17244 16364 0,'0'0'0,"0"0"0,0 0 15,0 0 1,0 0-16,9 0 15,1 0 1,18-9-16,19 0 16,28-1-16,29 10 15,8 0 1,-112 0-16</inkml:trace>
  <inkml:trace contextRef="#ctx0" brushRef="#br0" timeOffset="139977.01">18448 15635 0,'0'0'16,"0"0"-16,0 0 15,0 0-15,0 0 16,0 0-1,0 0-15,0 0 16,0 0 0,0 0-16,0 9 15,-9 10 1,-1-1-16,1 19 16,-10 9-16,0 0 15,-9 10 1,0 8-1,-1 10-15,1 0 16,9-9-16,-9-1 16,9-8-1,1-10-15,-1-9 16,9-10-16,1-8 16,-1-1-1,10-8-15,0-1 16,0 0-1,0 0-15,10 0 16,9 1-16,9-10 16,10 0-1,27 0-15,11 0 16,-1 0 0,0-10-16,-9 10 15,0 0-15,0 0 16,-10 0-1,-9 0 1,-9 0-16,-1 10 16,-8-10-16,-10 0 15,-19 0 1</inkml:trace>
  <inkml:trace contextRef="#ctx0" brushRef="#br0" timeOffset="140259.49">18589 16124 0,'0'0'0,"0"0"16,0 0-1,0 0-15,0 0 16,0 9-1,0 10-15,0 27 16,0 28 0,0 37-16,0-1 15,0 1-15,0 0 16,0 0 0,0-1-16,0-110 15</inkml:trace>
  <inkml:trace contextRef="#ctx0" brushRef="#br0" timeOffset="143096.03">12540 17306 0,'0'0'0,"0"0"16,0 0-16,0 0 15,0 0 1,0 0-16,0 0 15,0 0 1,0 0-16,-9 9 16,-1 9-1,1 19-15,-10 9 16,0 19-16,10-10 16,-1 10-1,1-10-15,9-9 16,0-9-1,0 0-15,0-9 16,0-10-16,9 1 16,1-10-1,-1 0-15,10 1 16,19-10 0,-1-10-16,10-8 15,0-19 1,0 0-16,0 0 15,-9 0-15,0 0 16,-10 10 0,-9 8-16,0 1 15,-10 8 1,0 1-16,1 9 16,-1 0-16,1 9 15,8 19 1,1 18-16,0 0 15,0 10 1,0-1-16,-1 1 16,1-19-1,10-1-15,-11-8 16,11-9-16,-11-10 16,1-9-1,9 0-15,1-9 16,-1-10-1,-9 1-15,-1-10 16,1-9-16,0 0 16,-9 0-1,-1 0-15,-9 0 16,0 10 0,-9-1-16,-1-9 15,1 9 1,-1 1-16,1 8 15,-1 1-15,1-1 16,0 10 0,-1 0-16,1 0 15,9 9 1</inkml:trace>
  <inkml:trace contextRef="#ctx0" brushRef="#br0" timeOffset="144893.34">13904 17601 0,'0'0'0,"0"0"15,0 0-15,0 0 16,-9-9 0,9 9-16,-10 0 15,1 0 1,0 0-16,-10 0 16,0 9-16,0 9 15,-9 10 1,0 9-16,-1 9 15,11 0 1,8-9-16,1 0 16,-1 0-16,10-9 15,10-10 1,-1 1-16,1-10 16,-1 0-1,10-9-15,0 0 16,9-9-1,0-10-15,10-8 16,-10-10-16,0 0 16,0 0-1,-9 0-15,-9 0 16,-10 9 0,0 1-16,0-1 15,-10 10-15,1-1 16,-1 1-1,-8-1-15,-1 10 16,0 0 0,0 0-16,-9 9 15,0 0 1,9 9-16,0 9 16,0 1-16,10 8 15,-1 1 1,10 0-16,10-1 15,-1 1 1,10 0-16,9 0 16,10-10-1,0-9-15,-1-9 16,10 0-16,0-9 16,-9-9-1,-1-1-15,1-9 16,-10-9-1,1-9-15,-1 0 16,-9-9 0,-10 18-16,0 0 15,-9 9-15,0 1 16,0-1 0,-9 9-16,0 1 15,-1 0 1,1 8-16,-1 1 15,1 9-15,9 0 16,0 0 0,0 0-16,0 0 15,0 0 1,0 0-16,0 0 16,0 0-1,0 0-15,9 9 16,10 1-16,0-1 15,9 0 1,0 0-16,10 0 16,0 1-1,-10 8-15,0 1 16,10 27-16,-10 0 16,-9 9-1,0 1-15,-10 8 16,-9 1-1,0-10-15,0-18 16,0-9 0,0-10-16,0-8 15,9-1-15,1-9 16,-1 0 0,10-9-16,9-10 15,19-27 1,0 0-16,0-10 15,0 1-15,-9-10 16,-10 10 0,1 9-16,-11 18 15,-8 0 1,-1 10-16,1 0 16,-1 8-1,-9 10-15,0 0 16,0 0-16,0 0 15,0 0 1,0 0-16,0 0 16,0 10-1,0-1-15,0 0 16,0 9 0,9 1-16,10 9 15,0-1-15,0-8 16,0 8-1,-1 1-15,1 0 16,-9 0 0,-1 8-16,0 1 15,-9 0-15,-9 0 16,0 0 0,-1-18-16,1-10 15,9-9 1</inkml:trace>
  <inkml:trace contextRef="#ctx0" brushRef="#br0" timeOffset="145245.6">15240 17056 0,'0'0'0,"0"0"16,0 0-1,0 0-15,0 0 16,0 19-16,0 27 16,9 19-1,1 8-15,-1 20 16,-9 8-1,0-18-15,10-18 16,-10-19 0,9-18-16,-9-1 15,0-17-15,9-1 16,-9-9 0,0 0-16</inkml:trace>
  <inkml:trace contextRef="#ctx0" brushRef="#br0" timeOffset="145468.84">15108 17619 0,'0'0'0,"0"0"0,0 0 15,10-9 1,-1 0-16,10 0 15,9-10 1,19 1-16,19-1 16,9-18-1,-75 37-15</inkml:trace>
  <inkml:trace contextRef="#ctx0" brushRef="#br0" timeOffset="147659.72">15767 17343 0,'0'0'16,"0"0"-16,0 0 15,0 0 1,0 0-16,0 0 16,0 0-1,0 0-15,0 0 16,0 0 0,-10 9-16,-8 0 15,-11 9-15,-8 19 16,-1 9-1,10 1-15,9-10 16,0 9 0,10-9-16,-1 0 15,10-1 1,10-8-16,-1 0 16,10 0-16,9-1 15,19 1 1,10-10-16,9-18 15,-1-9 1,1-9-16,-9-19 16,-1 0-1,1 0-15,-10-9 16,-10 9-16,-18 9 16,0 0-1,-10 10-15,1 0 16,-10-1-1,0 1-15,0 8 16,-10-8-16,1 9 16,0-1-1,-1 10-15,-9 0 16,-9 10 0,0 17-16,-10 10 15,10 9-15,0 1 16,9 8-1,10-18-15,-1-9 16,10-1 0,10-8-16,-1-10 15,0-9 1,10 0-16,0-9 16,9-10-1,0 1-15,1-10 16,-1 10-16,-9-1 15,0 1 1,-1-1-16,-8 10 16,-1 0-16,-9 9 15,0-9 1,0 9-16,0 0 16,0 0-1,0 0-15,0 0 16,0 0-1,10 18-15,-10 10 16,9-1 0,0 20-16,1-1 15,-1-9-15,1 0 16,-1-10 0,10 1-16,0-10 15,-10-8 1,10-1-16,9-9 15,0-9-15,10-19 16,9-18 0,19-19-16,-19-9 15,0 1 1,0-1-16,-19 0 16,0 9-1,-9 10-15,-9 9 16,-1 9-16,0 9 15,-9 10 1,0-1-16,0 10 16,0 0-1,0 9-15,0 0 16,-18 9-16,-11 19 16,-8 18-1,9 0-15,-1 9 16,11-9-1,8-9-15,10 0 16,10-9 0,-1 0-16,0-10 15,10 10-15,0 0 16,0-10 0,0 0-16,-1 1 15,1-1 1,-9 1-16,-1 9 15,0-1 1,1 1-16,-1-10 16,1 10-16,-10-9 15,0-10 1,0 0-16,0 0 16,0-9-1,0 0-15,0 0 16,0 0-16,18-9 15,11-9 1,-1-10-16,10-9 16,9-9-1,0 0-15,-10 9 16,1 0 0,-10 0-16,0 0 15,-9 9-15,-9 1 16,-1 8-1,0 1-15,1-1 16,-10 1 0,0 8-16,0 10 15,0-9-15,0 9 16,-10 0 0,1 0-16,-10 9 15,-9 19 1,0 9-16,9 18 15,0 1-15,10 8 16,-1 1 0,10-10-16,0-8 15,10-10 1,8-1-16,11-8 16,-1-9-1,19-1-15,9-18 16,-56 0-16</inkml:trace>
  <inkml:trace contextRef="#ctx0" brushRef="#br0" timeOffset="148057.19">17677 17730 0,'0'0'0,"0"0"15,0 0-15,0 0 16,0 0 0,0 0-16,18-9 15,11-10 1,27-8-16,19-10 15,29 0 1,-104 37-16</inkml:trace>
  <inkml:trace contextRef="#ctx0" brushRef="#br0" timeOffset="149793.31">18777 17001 0,'0'0'0,"0"0"16,0 0-16,0 0 16,0 0-1,0 0-15,0 0 16,-9 9-16,-19 19 15,-10 18 1,-9 19-16,9-10 16,1 0-1,8-8-15,11-10 16,8-19 0,1 0-16,9-8 15,0-1-15,9 0 16,1 0-1,18 1-15,0-10 16,10 0 0,-1 0-16,1 0 15,0 9 1,-1 0-16,-9 0 16,1 10-16,-1-1 15,0 10 1,-9 0-16,0 8 15,-10 1 1,-9 0-16,0 0 16,-9 9-16,-1-9 15,1 0 1,-10-9-16,0 0 16,0-1-1,1 1-15,-1-10 16,-9-8-16,28-10 15</inkml:trace>
  <inkml:trace contextRef="#ctx0" brushRef="#br0" timeOffset="150113.7">18758 17176 0,'0'0'0,"0"0"16,0 0 0,0 0-16,0 0 15,10-9 1,9 0-16,18-10 15,20-8-15,18-1 16,10 0 0,-10 1-16,0 8 15,0 1 1,1-1-16,-76 19 16</inkml:trace>
  <inkml:trace contextRef="#ctx0" brushRef="#br0" timeOffset="150934.37">19483 17352 0,'0'0'0,"0"0"16,0 0 0,0 0-16,0 0 15,0 9 1,0 9-16,0 10 16,0 18-1,0 19-15,0-10 16,-10 10-16,10-19 15,-9 0 1,9-18-16,0-10 16,0-8-1,0-1-15,0-9 16,0 0-16,0 0 16,0 0-1,0 0-15,0-9 16,0-28-1,9-28-15,1-9 16,-1 10 0,10 8-16,0 1 15,-10 18-15,1 9 16,8 1 0,-8 17-16,-1 1 15,1 0 1,-1 0-16,0 9 15,1 0 1,9 9-16,-1 9 16,1 1-16,0 8 15,0 10 1,0 0-16,-10 0 16,1-9-1,-1 9-15,0-10 16,1 1-16,-1 9 15,1 0 1,-10-37-16</inkml:trace>
  <inkml:trace contextRef="#ctx0" brushRef="#br0" timeOffset="151283.96">19944 17582 0,'0'0'0,"0"0"16,0 0-1,0 0-15,0 0 16,9 0 0,1 0-16,18-9 15,0 0 1,10 0-16,-1 0 16,1-1-1,9 1-15,-9 0 16,-38 9-16</inkml:trace>
  <inkml:trace contextRef="#ctx0" brushRef="#br0" timeOffset="151976.44">20518 17158 0,'0'0'0,"0"0"16,0 0-16,0 0 15,9-9 1,0-1-16,1 1 15,-1 0-15,1 0 16,-1 0 0,0-1-16,1 1 15,-10 9 1,9 0-16,1 0 16,-10 0-1,0 0-15,9 0 16,0 9-16,1 1 15,-1 17 1,1 10-16,-10 0 16,0 9-1,-10 0-15,1 10 16,-1-1-16,-8-9 16,8 0-1,1-9-15,-10 0 16,10-9-1,-1 0-15,1-10 16,-1 1-16,1-1 16,9-9-1,0 0-15,0 1 16,0-1 0,9 0-16,1 0 15,9-9 1,18 0-16,20-9 15,18-9-15,0-10 16,0 0 0,1-9-16,18 0 15,-94 37 1</inkml:trace>
  <inkml:trace contextRef="#ctx0" brushRef="#br0" timeOffset="154048.68">11571 16060 0,'0'0'0,"0"0"16,0 0 0,0 0-16,0 0 15,0 0-15,0 0 16,0 0 0,0 0-16,0 0 15,0 0 1,0 0-16,0 0 15,0 0 1,0 0-16,0 0 16,0 0-16,0 0 15,0 0 1,0 0-16,0 0 16,0 0-1,0 0-15,0 9 16,0 19-1,10 18-15,-1 18 16,0 10-16,1 28 16,-1-1-1,1 28-15,8-9 16,-8 0 0,-1 19-16,1-1 15,-1-9 1,-9 1-16,0-1 15,0-18-15,0-19 16,0 9 0,0-17-16,0-20 15,0-8 1,0-20-16,9 1 16,1-9-16,-1 0 15,1-10 1,-1-9-16,0 1 15,-9-10 1</inkml:trace>
  <inkml:trace contextRef="#ctx0" brushRef="#br0" timeOffset="156002.66">11552 16097 0,'0'0'16,"0"0"-16,0 0 15,0 0 1,0 0-16,0 0 15,0 0 1,10-10-16,-1 10 16,10-9-16,19 0 15,-1 0 1,10-1-16,10 1 16,9 0-1,-1 0-15,11-1 16,8-8-16,10 0 15,-18 8 1,8 1-16,20-9 16,9 8-1,0-8-15,-1 9 16,39-10-16,-10 1 16,0-1-1,19 1-15,-19-1 16,10 1-1,18-1-15,-9 1 16,-9 9 0,-1 0-16,-9-10 15,-9 10-15,37 0 16,-28-10 0,10 1-16,-1-1 15,-9 1 1,1-1-16,-1 1 15,9-1 1,-18-8-16,0 8 16,18 1-16,-28-1 15,1 1 1,8 9-16,-8-1 16,-10 1-1,-1 0-15,20 0 16,0 0-1,-19-1-15,9 1 16,10 0-16,-1 0 16,1-1-1,19 1-15,-20 0 16,1 0 0,0-1-16,0 1 15,-1 0 1,-8 9-16,8 0 15,-18-9-15,0 0 16,0 9 0,0-10-16,-10 1 15,-9 9-15,0-9 16,-9 9 0,0 0-16,-10 0 15,-9-9 1,0-1-16,-10 1 15,1 9 1,-1 0-16,0 0 16,1 0-16,-10 0 15,0-9 1,0 9-16,-9 0 16,-1 0-1,1-9-15,-10 9 16,0 0-1,1 0-15,-1 0 16,0 0-16,0 0 16,0 0-1,1 0-15,-1 0 16,-9 0 0,0 0-16,-1 0 15,1 0 1,0 0-16,0 0 15,0 0-15,-10 0 16,10 9 0,0 0-16,-1 0 15,-8 1 1,9-1-16,0 0 16,-1 10-16,1-1 15,0 10 1,0-1-16,0 10 15,9 9 1,0 10-16,-9-1 16,9 19-1,-9-9-15,0 8 16,-10-8-16,1 9 16,-1 0-1,0 0-15,1 9 16,-10 9-1,0-18-15,0 9 16,0-9-16,0 9 16,-10 0-1,10 0-15,0-9 16,0 0 0,0-1-16,0 1 15,0 0 1,0 0-16,0-9 15,0-1-15,-9 1 16,9-10 0,0-9-16,0 0 15,0-9 1,0 0-16,-9 0 16,-1-9-1,10 0-15,0-1 16,-9 1-16,9 0 15,0-10 1,0 1-16,-10 8 16,1-8-1,9-1-15,-10 10 16,1 36-16,0 1 16,9-65-1</inkml:trace>
  <inkml:trace contextRef="#ctx0" brushRef="#br0" timeOffset="162845.34">21204 18155 0,'0'0'0,"0"0"16,0 0-1,0 0-15,0 0 16,0 0-16,0 0 16,0 0-1,0 0-15,0 0 16,0 0-1,0 0-15,0 0 16,-9 0-16,-1 0 16,-8 0-1,-11 0-15,-8 0 16,-1 0 0,-28 0-16,-18 0 15,-10 0 1,0 0-16,-10 0 15,1 9-15,-29-9 16,19 0 0,0 0-16,-28 9 15,9-9 1,10 0-16,-19 9 16,0 1-16,9-10 15,-18 0 1,-20 9-16,38-9 15,-18 0 1,-10 0-16,19 0 16,9 9-1,-18 0-15,18-9 16,19 10-16,-19-1 16,20-9-1,8 9-15,10 0 16,0-9-1,0 0-15,0 0 16,18 0-16,1 9 16,0-9-1,-10 10-15,10-10 16,0 0 0,0 0-16,9 0 15,0 0 1,-9-10-16,9 1 15,0 9-15,0-9 16,10 9 0,9 0-16,-10-9 15,1 9 1,-10-9-16,9-1 16,1 1-1,-10 9-15,10-9 16,-1 9-16,-9-9 15,0-1 1,1 1-16,-11 0 16,10 9-1,1 0-15,-1-9 16,0-1-16,-9 10 16,-10-9-1,0 9-15,10 0 16,0 0-1,-19-9-15,0 9 16,0 0-16,0 0 16,18 0-1,-18 0-15,0 9 16,0-9 0,9 0-16,10 9 15,-10-9 1,1 10-16,-1-1 15,10-9-15,0 9 16,9 0 0,0 1-16,0-10 15,-9 9 1,9 0-16,9-9 16,-8 9-1,18-9-15,-10 0 16,10 0-16,-9 10 15,-1-1 1,10-9-16,-9 9 16,9-9-1,0 9-15,-10-9 16,10 0 0,-9 9-16,-1-9 15,1 0-15,-1 0 16,10 0-1,10 0-15,-10 0 16,9 0 0,0 0-16,1 0 15,9 0-15,-10 0 16,0 0 0,10 0-16,0 10 15,0-10 1,-1 0-16,1 0 15,9 0-15,1 0 16,-1 0 0,0 0-16,0 9 15,19-9 1</inkml:trace>
  <inkml:trace contextRef="#ctx0" brushRef="#br1" timeOffset="171077.54">21609 8030 0,'0'0'0,"0"0"15,0 0-15,0 0 16,0 0-16,0 0 16,0 9-1,0 9-15,0 19 16,0 10-1,9 17-15,10 19 16,0-9 0,-19-74-16</inkml:trace>
  <inkml:trace contextRef="#ctx0" brushRef="#br1" timeOffset="171793.33">23330 7818 0,'0'0'0,"0"0"16,0 0-16,0 0 15,0 9 1,-9 9-16,0 28 16,9 10-1,9 27-15,0 18 16,10-18-16,-19-83 15</inkml:trace>
  <inkml:trace contextRef="#ctx0" brushRef="#br1" timeOffset="172243.06">24422 7651 0,'0'0'0,"0"0"16,0 0-16,0 0 15,0 0 1,0 0-16,0 19 16,0 18-1,0 37-15,9 55 16,0 37 0,10 55-16</inkml:trace>
  <inkml:trace contextRef="#ctx0" brushRef="#br1" timeOffset="173524.52">24121 9571 0,'0'0'0,"0"0"15,0-9 1,9-10-16,-9 10 15,0 0 1,0 9-16,0-9 16,0 9-1,0 0-15,0 0 16,0 18-16,0 19 16,-9 46-1,9 46-15,0-129 16</inkml:trace>
  <inkml:trace contextRef="#ctx0" brushRef="#br1" timeOffset="176812.94">23142 13918 0,'0'0'15,"0"0"-15,0 0 16,0 0-16,0 0 16,0 0-16,0 0 15,0 0 1,0 0-16,0 0 15,0 0 1,0 10-16,0 8 16,0 19-1,0 18-15,0 1 16,0-1-16,0 0 16,-9 10-1,9-10-15,0-8 16,0-11-1,0-8-15,0-9 16,0-19-16</inkml:trace>
  <inkml:trace contextRef="#ctx0" brushRef="#br1" timeOffset="177126.9">22427 13974 0,'0'0'0,"10"-10"16,18 1-16,10-18 15,18-1 1,10-18-16,28 0 15,9-10 1,1 19-16,-10 0 16,0 10-1,0-1-15,0 10 16,-9-1-16,-10 10 16,-75 9-1</inkml:trace>
  <inkml:trace contextRef="#ctx0" brushRef="#br1" timeOffset="177560.51">24027 13161 0,'0'0'0,"0"0"16,0 0-1,0 0-15,-10 19 16,-9 9 0,0 9-16,-18 18 15,-1 19 1,-9 9-16,0 18 15,0 10 1,0 0-16,9 9 16,10-19-16,9-18 15,10-9 1,0-9-16,9 9 16,9-19-1,10 0-15,0-8 16,9-10-16,19-10 15,0-18 1,-47-9-16</inkml:trace>
  <inkml:trace contextRef="#ctx0" brushRef="#br1" timeOffset="178143.42">24055 13955 0,'0'0'0,"0"0"15,0 0-15,0 0 16,0 9 0,9 10-16,1 9 15,-1 9 1,0 9-16,1 0 15,-10-9 1,9-10-16,-9 1 16,0-9-1,0-10-15,0-9 16,0 0-16,0 0 16,0 0-1,0 0-15,0 0 16,0 0-1,10-19-15,-1-18 16,10-27-16,9 8 16,0 10-1,0 0-15,1 9 16,8 10 0,-8 8-16,-1 1 15,0 8-15,-9 10 16,0 10-1,-1-1-15,11 19 16,-1 18 0,-9 9-16,-10 0 15,1 1 1,-10-10-16,0 0 16,0 0-1,0-18-15,0-28 16</inkml:trace>
  <inkml:trace contextRef="#ctx0" brushRef="#br1" timeOffset="178577.07">24676 13383 0,'0'0'0,"0"0"16,9 0 0,19 0-16,19 9 15,10 10 1,9 8-16,-1 10 15,-8 9 1,-10 19-16,-9 0 16,-10 8-16,-9 1 15,-19 19 1,-10 17-16,-9-17 16,-9-10-16,0 18 15,-10-18 1,1-9-16,8-18 15,1-10 1,0-9-16,9-19 16,19-18-1</inkml:trace>
  <inkml:trace contextRef="#ctx0" brushRef="#br1" timeOffset="178944.05">25645 13918 0,'0'0'0,"0"0"16,0 0 0,0 0-16,9 0 15,10 0-15,9-9 16,10 0 0,9 0-16,0-1 15,0 10 1,0 0-16,0 0 15,-19 0 1,-9 0-16,-19 0 16</inkml:trace>
  <inkml:trace contextRef="#ctx0" brushRef="#br1" timeOffset="179179.27">25739 14232 0,'0'0'0,"0"0"15,0 0 1,0 0-16,0 0 16,0 0-1,0 0-15,0 0 16,0 0-16,9 9 16,10 1-1,28-10-15,28 0 16,29-10-1,-10 1-15,-94 9 16</inkml:trace>
  <inkml:trace contextRef="#ctx0" brushRef="#br1" timeOffset="180618.6">26858 12229 0,'0'0'0,"0"0"16,0 0-16,0 0 15,-9 0 1,-19 10-16,-10 8 16,-19 10-16,-8 9 15,-1 18 1,9 0-16,10 10 15,10-10 1,18-9-16,0 10 16,10-1-1,9 1-15,9-10 16,10 9-16,9 1 16,10 8-1,-1 1-15,1 9 16,0-1-1,-1 1-15,-9-9 16,1 9 0,-20 0-16,0 9 15,-18 0-15,-19 0 16,-10 9 0,-18 0-16,-1-18 15,1-9 1,9-19-16,0-9 15,9-9 1,10-10-16,9-9 16,0 0-16,10 1 15,9-10 1,0 0-16,0 0 16,0 0-1,9 0-15,10 0 16,9 9-16,10 0 15,0 0 1,-1 10-16,1-1 16,-1 10-1,1 0-15,0 18 16,-1 9-16,-8 10 16,-1 18-1,-9 9-15,-1 10 16,-8-10-1,-10 9-15,0-8 16,-10-10 0,1 0-16,0 0 15,-10-9-15,-9 9 16,-1-9 0,1 0-16,0-1 15,9 1 1,0 0-16,0 0 15,10 0-15,0 9 16,9 9 0,0 0-16,9 1 15,0-1 1,1 10-16,9-10 16,0 0-1,-1-9-15,1-9 16,9-9-16,1-10 15,-1-9 1,9 0-16,10-9 16,29 0-1,27-9-15,10-19 16,9-18 0,-122 9-16</inkml:trace>
  <inkml:trace contextRef="#ctx0" brushRef="#br1" timeOffset="185377.06">27808 12682 0,'0'0'0,"0"0"16,0 0-16,0 0 15,0 9 1,-9 9-16,-10 10 16,-9 18-16,-10 28 15,1 0 1,-10 9-16,-10 0 16,10-19-1,9-17-15,10-10 16,0-1-1,9-17-15,10-10 16,-1 0-16,1 1 16,9-10-1,0 0-15,9 0 16,10 9 0,19 0-16,18-9 15,1 0-15,-1 0 16,1 9-1,-1 1-15,-9-1 16,0 0 0,-9-9-16,-10 0 15,0 0 1,-9 0-16,-10-9 16,-9 9-16</inkml:trace>
  <inkml:trace contextRef="#ctx0" brushRef="#br1" timeOffset="185593.67">27799 12968 0,'0'0'0,"0"0"15,0 0 1,0 0-16,0 0 16,0 9-1,0 19-15,0 27 16,0 56-1,0 9-15,0 37 16,0-10-16,0-18 16,0 19-1,0-148-15</inkml:trace>
  <inkml:trace contextRef="#ctx0" brushRef="#br1" timeOffset="187903.62">30264 12774 0,'0'0'0,"0"0"16,0 0 0,0 0-16,0 0 15,0 0-15,0 0 16,0 0 0,0 0-16,0 9 15,0 19 1,9 9-16,0 9 15,-9 0 1,0 0-16,10 0 16,-10-9-16,0-9 15,0-10 1,0-8-16,0-1 16,0-9-1,0 0-15,0 0 16,0 0-1,0 0-15,0-9 16,9-10-16,10-27 16,9-28-1,10 0-15,0 10 16,9 8 0,-10 10-16,-9 18 15,1 10-15,-1 9 16,-9 0-1,0 9-15,-1 9 16,-8 9 0,9 10-16,-10 18 15,-9 0-15,0 0 16,0-9 0,0 0-16,9-9 15,1-10 1,-10-18-16</inkml:trace>
  <inkml:trace contextRef="#ctx0" brushRef="#br1" timeOffset="188194.11">30913 12682 0,'0'0'15,"0"0"-15,0 0 16,9 0-16,10-10 16,0 1-1,18-9-15,10-1 16,10 1-1,-10-1-15,0 1 16,-47 18 0</inkml:trace>
  <inkml:trace contextRef="#ctx0" brushRef="#br1" timeOffset="188409.96">31054 12894 0,'0'0'0,"0"0"16,0 0 0,0 0-16,0 0 15,0 0 1,9 9-16,1 0 16,18-9-1,19-9-15,19-19 16,-66 28-1</inkml:trace>
  <inkml:trace contextRef="#ctx0" brushRef="#br1" timeOffset="188967.23">31609 12442 0,'0'0'0,"0"0"16,0 0 0,0 0-16,0 0 15,0 9-15,-10 0 16,1 9 0,0 1-16,-1 9 15,-9 18 1,10-9-16,0 0 15,-1 0 1,10-1-16,0-8 16,0-9-1,10-1-15,8-9 16,1 1-16,0-1 16,9-9-1,1 0-15,-1-9 16,0-1-1,10-17-15,-10-1 16,0 0-16,0-9 16,-9 10-1,0-1-15,-10 9 16,1 1 0,-10 0-16,0 8 15,0 1-15,-10 0 16,1 0-1,-10-1-15,0 1 16,-18 9 0,-1 9-16,0 10 15,38-19 1</inkml:trace>
  <inkml:trace contextRef="#ctx0" brushRef="#br1" timeOffset="190398.71">32474 12340 0,'0'0'0,"0"0"16,0 0-16,-9 0 15,-10 9 1,0 1-16,1-1 16,-1 0-1,0 9-15,-9 10 16,-1 18-1,11-9-15,-1 9 16,9-9 0,10 0-16,0-9 15,10-10-15,-1-8 16,1-1 0,8 0-16,1-9 15,9-9 1,-9 0-16,10-10 15,-1 1-15,-9-10 16,-1 0 0,1 1-16,-9-1 15,-1 0 1,-9 10-16,0-1 16,0 1-1,0 9-15,-9-1 16,-1 1-16,1 0 15,-1 9 1,1 0-16,0 0 16,-1 0-1,10 0-15,0 0 16,0 0-16,0 0 16,19 9-1,0-9-15,9 0 16,0 0-1,10-9-15,-10 0 16,0-10 0,1 1-16,-1-1 15,-9-8-15,-1 8 16,-8 1 0,-1-10-16,-9 10 15,0-1 1,0 10-16,-9 0 15,-1-1-15,1 1 16,0 9 0,-1 0-16,10 0 15,0 0 1,0 0-16,0 0 16,0 0-1,0 0-15,10 0 16,-1 0-16,0 0 15,1 0 1,-1 0-16,1 0 16,8 9-1,1 10-15,9 9 16,-9 8-16,9 11 16,-9-10-1,10-1-15,-29-36 16</inkml:trace>
  <inkml:trace contextRef="#ctx0" brushRef="#br1" timeOffset="191571.94">32324 13180 0,'0'0'0,"0"0"16,0 0-1,0 0-15,0 0 16,0 0 0,0 0-16,0 0 15,0 0 1,0 0-16,0 0 16,0 0-16,0 9 15,-10 10 1,1-1-16,0 10 15,9 9 1,-10 27-16,10-64 16</inkml:trace>
  <inkml:trace contextRef="#ctx0" brushRef="#br1" timeOffset="192527.5">32277 13208 0,'0'0'0,"0"0"16,0 0 0,0 0-16,0 0 15,0 0 1,0 0-16,0 0 15,0 0-15,0 0 16,0 0 0,0 0-16,0 9 15,0 9 1,0 10-16,0 9 16,-10 0-1,10 0-15,0 0 16,-9 0-16,9 0 15,0-1 1,0 1-16,0 0 16,0-9-1,0 0-15,0-10 16,0 1 0,0-10-16,0 0 15,0 0-15,0-9 16</inkml:trace>
  <inkml:trace contextRef="#ctx0" brushRef="#br1" timeOffset="197049.08">27376 15534 0,'0'0'0,"0"0"0,0 0 15,0 0-15,0 0 16,0 0 0,0 0-16,0 0 15,0 0-15,0 0 16,0 0 0,0 0-16,0 0 15,0 9 1,0 9-16,-10 19 15,1 0 1,9 18-16,-10 1 16,10-1-16,0-9 15,0-9 1,-9-9-16,9-10 16,0-8-1,0-1-15,0-9 16,0 0-1,-9 0-15,9 0 16</inkml:trace>
  <inkml:trace contextRef="#ctx0" brushRef="#br1" timeOffset="197316.12">26877 15672 0,'0'0'0,"0"0"16,9-9-16,1-1 15,18-8-15,28-19 16,20-9 0,-1 0-16,10 0 15,18 9 1,-9 0-16,-9 9 15,-10 10 1,10-1-16,-85 19 16</inkml:trace>
  <inkml:trace contextRef="#ctx0" brushRef="#br1" timeOffset="197850.37">28307 14749 0,'0'0'0,"0"0"16,0 0 0,0 0-16,-10 0 15,-8 9 1,-1 0-16,-19 19 15,-9 9 1,-19 28-16,-9 18 16,9 9-16,10 10 15,9 8 1,9-8-16,10-1 16,9-8-1,10-1-15,9 0 16,9-9-16,0 0 15,10-9 1,10 19-16,8-20 16,20 1-1,-1-28-15,-56-46 16</inkml:trace>
  <inkml:trace contextRef="#ctx0" brushRef="#br1" timeOffset="198548.83">28316 15709 0,'0'0'0,"0"0"16,0 0-16,0 0 15,0 0 1,0 9-16,0 10 16,-9 8-1,-1 1-15,1 0 16,0-1-16,-1-8 15,1-1 1,9-9-16,0 1 16,0-1-1,0-9-15,0 0 16,0 0-16,0 0 16,0 0-1,0-9-15,0-19 16,9-9-1,1 0-15,8-9 16,1 0 0,0 9-16,0 0 15,0 9-15,0 1 16,-1 8 0,11 1-16,-11 9 15,1-1 1,0 1-16,-10 9 15,1 0 1,-1 0-16,1 9 16,8 10-16,-8-1 15,9 10 1,0 9-16,-10 0 16,0 0-1,1 0-15,-1-1 16,1 1-16,-1-9 15,-9-28 1</inkml:trace>
  <inkml:trace contextRef="#ctx0" brushRef="#br1" timeOffset="198928.59">28937 15690 0,'0'0'0,"0"0"16,0 0-1,0 0-15,0 0 16,0 0 0,0 0-16,0 0 15,0 0 1,10 0-16,8 0 16,11-9-1,-1 9-15,0 0 16,0-9-16,10 0 15,-38 9 1</inkml:trace>
  <inkml:trace contextRef="#ctx0" brushRef="#br1" timeOffset="199311.21">29473 15404 0,'0'0'16,"0"0"-16,0 0 15,0 0 1,0 0-16,0 0 15,0 0-15,0 10 16,0-1 0,0 9-16,0 10 15,0 9 1,0 9-16,0 9 16,0 1-1,0 8-15,0-8 16,0 8-16,0-8 15,0-10 1,0-46-16</inkml:trace>
  <inkml:trace contextRef="#ctx0" brushRef="#br1" timeOffset="199810.84">29229 14869 0,'0'0'0,"0"0"15,0 0-15,0 0 16,9 0 0,19 0-16,10 0 15,0 0 1,9 9-16,-10 0 16,10 10-1,0 9-15,0 8 16,1 11-16,-1 8 15,0 10 1,0 8-16,-19 11 16,-19 26-1,-18 10-15,-10 28 16,-19-10-16,10-27 16,-9-9-1,-1-10-15,10-18 16,9-28-1,0 0-15,10-18 16,9-28-16</inkml:trace>
  <inkml:trace contextRef="#ctx0" brushRef="#br1" timeOffset="200444.65">30442 15284 0,'0'0'15,"0"0"-15,0 0 16,0 0-1,0 0-15,0 0 16,0 0 0,0 19-16,0 18 15,-9 18 1,0 0-16,-1 10 16,1 0-16,-1-1 15,1 1 1,9-10-16,0-9 15,-9-9 1,9-9-16,0-28 16</inkml:trace>
  <inkml:trace contextRef="#ctx0" brushRef="#br1" timeOffset="200716.87">30085 15737 0,'0'0'15,"0"0"-15,0 0 16,0 0-16,0 0 16,0 0-1,19 0-15,18-10 16,20 1-1,9 0-15,9 0 16,0-1 0,10 1-16,-10 0 15,-75 9-15</inkml:trace>
  <inkml:trace contextRef="#ctx0" brushRef="#br1" timeOffset="202010.76">27818 11076 0,'0'0'0,"0"0"15,0 0-15,0 0 16,0 0-1,0 0-15,0 0 16,0 9 0,0 9-16,0 19 15,0 0-15,0 28 16,9-1 0,10 19-16,-19-83 15</inkml:trace>
  <inkml:trace contextRef="#ctx0" brushRef="#br1" timeOffset="203050.11">25861 11002 0,'0'0'16,"0"0"-16,0 0 16,0 0-1,0 0-15,0 0 16,9-9-1,1-1-15,-1 1 16,10 0 0,9-10-16,10 10 15,-1 0-15,-8 0 16,-1 9 0,-9 9-16,0 0 15,-1 10 1,-8 8-16,-1 10 15,-9 9 1,-9 0-16,-1 1 16,1-10-16,0-10 15,9 1 1,0-10-16,0-8 16,9 8-1,19 1-15,29-10 16,56-9-1,37-9-15,-150 9 16</inkml:trace>
  <inkml:trace contextRef="#ctx0" brushRef="#br1" timeOffset="206317.07">23199 10919 0,'0'0'0,"0"0"0,0 0 16,9 0 0,0 0-16,10 0 15,10 0 1,-11 0-16,1 0 15,0 0 1,0 9-16,-10 0 16,1 0-16,-10 10 15,0 9 1,-10-1-16,-9 10 16,1 0-1,-1-9-15,0-10 16,0 1-1,10-10-15,-1 0 16,10 0-16,0-9 16,0 0-1,0 0-15,10 10 16,9-1 0,9 0-16,0 9 15,0 1 1,0-1-16,-9 1 15,0-1-15,-10 1 16,1-1 0,-10 10-16,0 0 15,-10-1 1,-8 1-16,-1-10 16,-9 1-16,-1-1 15,-8 1 1,-10-10-16,0 0 15,-10 1 1,1-10-16,56 0 16</inkml:trace>
  <inkml:trace contextRef="#ctx0" brushRef="#br1" timeOffset="207300.99">21392 11039 0,'0'0'0,"0"0"15,0 0-15,0 0 16,0 0-1,-9 0-15,-10 18 16,-18 19 0,-10 9-16,-19 19 15,9 9 1,1-10-16,9-8 16,28-29-16,0 1 15,10-10 1,-1-8-16,10-1 15,0-9 1,10 9-16,9-9 16,28 0-1,9 0-15,10 0 16,0 0 0,9 0-16,0 0 15,1 0-15,-1 0 16,-9-9-1,-19 0-15,-47 9 16</inkml:trace>
  <inkml:trace contextRef="#ctx0" brushRef="#br1" timeOffset="207544.12">21524 11297 0,'0'0'0,"0"0"16,-9 9 0,-1 1-16,-8 17 15,-11 10 1,1 19-16,-10 17 16,1 29-1,18 9-15,0 9 16,10 9-16,9-129 15</inkml:trace>
  <inkml:trace contextRef="#ctx0" brushRef="#br1" timeOffset="212333.71">30245 16687 0,'0'0'0,"0"0"0,0 0 16,0 0-1,0 0-15,0 0 16,-10 0 0,1 0-16,0 9 15,-10 1-15,-9 8 16,-1 10 0,1 18-16,0 0 15,0 0 1,9 0-16,9-9 15,1-9 1,9 0-16,0-1 16,9-8-16,10-1 15,9 1 1,10-10-16,9-9 16,10-28-1,-10 1-15,0-20 16,-10 1-1,-8 9-15,-11 0 16,1 1-16,-9-1 16,-10 9-1,0 0-15,-10 10 16,1-1 0,-10 1-16,-9-1 15,-1 1-15,-18 0 16,10 8-1,-1 10-15,10 10 16,9-1 0,0 0-16,10 0 15,9 0 1,0 1-16,19-1 16,9 0-16,19 0 15,9-9 1,10-18-16,0-1 15,9-27 1,1-9-16,-1-19 16,-28 0-16,-9 10 15,-10-1 1,-9 10-16,-10 8 16,0 20-1,-9 8-15,0 10 16,0 9-1,0 0-15,0 0 16,-9 0-16,0 9 16,-10 10-1,-9 27-15,-1 28 16,11 9 0,-1 9-16,9 28 15,1 0 1,0-9-16,9 0 15,0-38-15,0-26 16,0-29 0,0-18-16,0 0 15</inkml:trace>
  <inkml:trace contextRef="#ctx0" brushRef="#br1" timeOffset="214177.74">30405 16604 0,'0'0'16,"0"0"-16,0 0 15,0 0 1,9 0-16,10 0 16,19 0-1,18-9-15,19 0 16,1-1-1,8-8-15,-18-10 16,0 1-16,0-10 16,-10 9-1,-9 0-15,-19 1 16,1-1 0,-10 9-16,-10 1 15,0 0 1,1-1-16,-1 1 15,-9 8-15,0 1 16,0 0 0,0 9-16,0-9 15,0 9 1,0 0-16,0 0 16,0 0-16,-9 0 15,-1 0 1,1 9-16,0 9 15,-10 1 1,0 9-16,9-1 16,1 1-16,0 9 15,-1 0 1,1 0-16,-1 9 16,1 0-1,0 0-15,-1 0 16,10 0-16,0-18 15,0 0 1,0 0-16,0-1 16,0-8-1,0-1-15,0-9 16,0 1 0,0-1-16,0 0 15,0 0 1,0 0-16,0-9 15,0 0-15,0 0 16,0 0 0,0 0-16,0 0 15,0 0 1,0 0-16,0 0 16,0 0-16,10 0 15,-1 0 1,10-18-16,9-10 15,0 1 1,1-1-16,-1 0 16,0 1-1,-9 8-15,0 1 16,-10 8-16,0 1 16,1 0-1,-10 9-15,0 0 16,0 0-1,0 0-15,0 0 16,9 9 0,1 0-16,-1 10 15,0-1-15,1 10 16,-1 0 0,1 9-16,-1-10 15,10 1-15,-10 0 16,1-10-1,-1 1-15,10-1 16,-10-9 0,10 1-16,0-1 15,9-9 1,-9 0-16,9-9 16,0-10-1,10-9-15,-10 1 16,1-1-16,-11 0 15,1 1 1,-9-1-16,-1 10 16,0-1-1,-9 10-15,0 0 16,0-1 0,0 10-16,0 0 15,-9-9-15,0 9 16,-1 0-1,1 0-15,-1 0 16,-8 9 0,-1 10-16,0 9 15,9-1-15,10 10 16,0 0 0,10 0-16,9 9 15,0-9 1,-1-9-16,1-10 15,9-9-15,10 1 16,0-10 0,18-19-16,-9 1 15,10-10 1,-10-9-16,-10 9 16,1-9-1,-19 19-15,-1 0 16,-8-1-16,-1 1 15,-9-1 1,0 1-16,-9-10 16,-1 10-1,1-1-15,0 10 16,-1 0-16,1-1 16,9 1-1,0 9-15,0-9 16,0 9-1,0 0-15,0 0 16,0 0 0,0 0-16,0 0 15,0 0-15,0 0 16,19 18 0,-1 19-16,1 19 15,10 27 1,-11 18-16,1-8 15,-19-93-15</inkml:trace>
  <inkml:trace contextRef="#ctx0" brushRef="#br1" timeOffset="-214062.64">32361 16604 0,'0'0'15,"0"0"-15,0 0 16,0 0-1,0 0-15,0 0 16,0 0-16,0 19 16,0 18-1,0-1-15,0 11 16,0-1 0,0-9-16,0-10 15,0-8-15,0-10 16,10 0-1,-1 0 1,-9-9-16,10 0 16,-1 0-16,10-9 15,0 0-15,0 0 16,-10 0 0,0-1-16,1 1 15,-10 9 1,0 0-16,0 0 15,0 0 1,0 0-16,9 9 16,1 19-16,8 18 15,1 0 1,9 0-16,-9-18 16,0 0-1,9-10-15,1-8 16,-1-10-16,0-10 15,0-8 1,-9-1-16,-10 1 16,1-1-1,-10-8-15,0-10 16,-10-9 0,1 9-16,0 0 15,-1 9-15,10 10 16,0-1-1,10 1-15,-1 9 16,0-1 0,1 10-16,9 0 15,-1 19 1,11 9-16,-11 8 16,1 1-1,0 0-15,0 0 16,-10-9-16,1-10 15,-10-8 1,0-10-16</inkml:trace>
  <inkml:trace contextRef="#ctx0" brushRef="#br1" timeOffset="-213851.88">32907 16420 0,'0'0'0,"0"0"15,0 0-15,0 0 16,0 0 0,0 0-16,0 0 15,0 0-15</inkml:trace>
  <inkml:trace contextRef="#ctx0" brushRef="#br1" timeOffset="-212901.77">33349 16521 0,'0'0'15,"0"0"-15,0 0 0,0 0 0,0 0 0,0 0 0,0 0 0,0 0 0,0 0 0,0 0 0,0 0 0,0 0 0,-9 9 0,-10 10 0,19-19 0,-19 18 0,10 10 0,9-28 0,-10 18 0,10 1 0,0-1 0,0 1 0,0 8 0,10 1 0,-1 0 0,-9 0 0,10-1 0,-10 10 0,-10 9 0,-9 10 0,1-19 0,-1-1 0,9-26 0,1-1 16,0 0-16,-1 0 16,10-9-1,0 0-15,0 0 16,10-9 0,8-9-16,20-10 15,65-46-15,-27 28 16,-10 9-1,-29 0-15,-9 10 16,-9-1 0,0 9-16,-10 10 15,-9 0-15,0 0 16,0 9 0,0 0-16,-9 0 15,-10 9 1,-18 28-16,-1 18 15,29 1 1,27-1-16,48 10 16,19-29-16,84 29 15</inkml:trace>
  <inkml:trace contextRef="#ctx0" brushRef="#br1" timeOffset="-184543.99">30772 15044 0,'0'0'0,"0"0"0,0 0 15,0 0 1,0 0-16,0 0 16,0 0-16,0 0 15,0 0 1,0 0-16,0 0 15,0 0 1,0 10-16,9-1 16,0 0-1,10 0-15,19 0 16,9 1-16,0-10 16,0 0-1,0 0-15,-9 0 16,-10 0-1,0-10-15,-9 10 16,0 0 0,0 0-16,-10 0 15,0 0-15,-9 0 16,10 0 0,-10 0-16,0 0 15,0 0 1,0 0-16,0 0 15,0 0-15,0 10 16,0 17 0,0 10-16,0 19 15,-10 8 1,1 10-16,-10-9 16,10-10-1,-1 1-15,1-10 16,0-9-16,-1-10 15,1 10 1,9 9-16,0 0 16,0-46-1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3-08-14T15:54:29.07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1" timeString="2023-08-14T15:54:32.439"/>
    </inkml:context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13603 11362 0,'0'0'0,"0"0"0,0 0 0,0 0 0,0 0 0,0 0 0,0 0 0,0 0 0,0 0 0,0 0 0,0 0 0,0 0 0,0 0 0,0 0 0,0 0 0,0 0 0,0 0 16,0 0-16,0 0 16,0 0-1,0 0-15,0 0 16,0 0 0,0 0-16,0 0 15,0 0 1,0 0-16,0 0 15,0 0-15,0 0 16,0 0 0,0 0-16,0 0 15,0 0 1,0 0-16,0 0 16,0 0-16,0 0 15,0 0 1,0 0-16,0 0 15,0 0 1,0 9-16,-9 9 16,-1 10-1,1 0-15,-10 9 16,0 9-16,0-9 16,1 9-1,-1 0-15,9 0 16,-8 0-1,8-9-15,1 0 16,-1 0 0,10 0-16,0 0 15,0 0-15,10-9 16,-1-1 0,1 1-16,8 0 15,1-1-15,0 1 16,0 0-1,0-1 1,9 1-16,-9 0 16,0-1-16,9 1 15,-9-9 1,-1 8-16,1 1 16,9 0-1,-9-1-15,9 1 16,1-10-16,8 1 15,-37-19 1</inkml:trace>
  <inkml:trace contextRef="#ctx0" brushRef="#br0" timeOffset="1257.51">14883 11057 0,'0'0'16,"0"0"-16,0 0 15,0 0 1,0 0-16,0 0 16,0 9-1,0 1-15,9 8 16,0 0-1,1 1-15,-1-1 16,1 1-16,-1-1 16,10 1-1,9 8-15,0 1 16,0 0 0,10 0-16,-10-1 15,10 1 1,0 9-16,-1 9 15,-9 0-15,1 0 16,-11 10 0,-8 8-16,-1 1 15,-9 18 1,-9-9-16,-1-10 16,-8 1-16,-1-10 15,-9 10 1,9-10-16,-9-8 15,9-11 1,0-8-16,10 0 16,-1-10-1,1-8-15,-1-1 16,10-9-16</inkml:trace>
  <inkml:trace contextRef="#ctx1" brushRef="#br0">15117 12365 0</inkml:trace>
  <inkml:trace contextRef="#ctx0" brushRef="#br1" timeOffset="95710.24">7225 11592 0,'0'0'0,"0"0"0,0 0 16,0 0 0,0 0-16,9-9 15,-9 9-15,10-9 16,-1 0-1,10 0-15,0-10 16,9 1 0,-9-1-16,9 1 15,10-10-15,9 0 16,9 1 0,1 8-16,-1 1 15,0-1 1,20 10-16,-10 0 15,28 0-15,0 9 16,-10 0 0,10 0-16,1 9 15,-1-9 1,0 9-16,9-9 16,1 0-1,-1 0-15,10 0 16,-10-9-1,10 9-15,0 0 16,10 0-16,-11-9 16,1 9-1,10 0-15,-1 0 16,-19 0 0,10 0-16,-9 0 15,18 0 1,-18 0-16,8 0 15,1 0-15,0 0 16,0 0 0,0 9-16,0-9 15,9 0 1,-9-9-16,0-1 16,19 1-16,-10 0 15,-9 0 1,9-1-16,10 1 15,0 0 1,-20 0-16,11-10 16,8 1-16,1-1 15,0 1 1,18-10-16,-9 0 16,-9 1-1,28-1-15,-19-9 16,0 10-1,10-1-15,-1 0 16,1 0-16,9 1 16,-10-1-1,-9 0-15,1 1 16,-1-1 0,0 0-16,9-9 15,-9 0-15,1 1 16,-11 8-1,1 0-15,0 0 16,-19 1 0,9-1-16,0 0 15,-9 10 1,-10 0-16,-8-1 16,8 1-16,-9-1 15,-19 10 1,-9 0-16,0-1 15,0 1 1,0 0-16,-10 0 16,-9 0-1,0 9-15,-9-10 16,-10 1-16,0 9 16,1 0-1,-1 0-15,0 0 16,-9 0-1,0 0-15,-1 0 16,-18 0-16</inkml:trace>
  <inkml:trace contextRef="#ctx0" brushRef="#br2" timeOffset="157692.73">14534 13835 0,'0'0'16,"0"0"-16,-9 9 15,0 1-15,-1-1 16,1 9 0,-1 1-16,1-10 15,9 0 1,0 1-16,0-1 16,0-9-16,0 0 15,0 0 1,0 0-16,0 0 15,0 0 1,0 0-16,0 0 16,0 0-1,0 0-15,-9 9 16,-1 0 0,1 10-16,-1-1 15,1 10-15,-10 9 16,10 0-1,-1 0-15,1 0 16,9-1 0,0 1-16,0 0 15,9 0-15,1-9 16,-1 0 0,1-1-16,-1-8 15,0-1 1,1 1-16,-1-1 15,1 1 1,-1-10-16,0 0 16,1 0-16,-10-9 15,0 0 1,9 9-16,-9-9 16,0 0-1,0 0-15,0 0 16,0 0-16,0 0 15,0 0 1,0 0-16,0 0 16,0 0-1,0 0-15,0 0 16,0 0 0,0 0-16,-9 0 15,-1 0-15,-8-9 16,-1 0-1,0 0-15,0-10 16,0 1 0,1-1-16,-1-8 15,0-10 1,9-19-16,1-8 16,9-1-16,0 1 15,0 17 1,9 11-16,1-1 15,-1 9 1,-9 9-16,0 1 16,10 0-1,-10 8-15,0 1 16,0 9-16,0-9 16,0 9-1,0 0-15,0 0 16,-10 9-16,-9 10 15,1 17 1,-11 20-16,1 8 16,0 10-1,0 0-15,9 0 16,10 0 0,9 0-16,0-10 15,9-8 1,0-19-16,1-10 15,-1 1-15,-9-10 16,0-8 0,0-1-16,0 0 15,0-9-15,0 0 16,0 0 0,0 0-16,0 0 15,0 0 1,0 0-16,0-9 15,10-10 1,-1-27-16,0-9 16,10-10-16,0 1 15,0-1 1,0-9-16,-1 10 16,1-1-1,10 0-15,-11 19 16,1 9-1,-9 10-15,-1 8 16,0 10-16,-9 0 16,0 9-1,0 0-15,0 0 16,-9 18 0,-10 19-16,-9 28 15,9 9-15,0 9 16,0 18-1,10 1-15,9-19 16,9-9 0,1-19-16,-1-9 15,1-9 1,-10-9-16,0-10 16,0 1-16,0-10 15,0 0 1,0-9-16,0 0 15,0 0 1,0 0-16,0-18 16,-10-19-1,1-9-15,-10-10 16,10 10-16,-1 0 16,-9 0-1,1 9-15,8 9 16,1 10-1,-1-1-15,10 10 16,0 0-16,0-1 16,0 10-1,0 0-15,0 0 16,0 0 0,0 10-16,0 17 15,0 10 1,0 19-16,0-10 15,0-9-15,0 0 16,0-10 0,0-17-16,0-1 15,0 0 1,0 0-16,0-9 16,0 0-16,0 0 15,0 0 1,0-18-16,0-38 15,-9 1 1,0-10-16,-1 1 16,1 18-16,-1 9 15,1 0 1,9 9-16,0 10 16,0 9-1,0-1-15,0 10 16,0 0-1,0 0-15,9 10 16,1 17-16,-1 19 16,10 19-1,0 0-15,-10-19 16,1 0 0,-1-9-16,-9-10 15,0-17-15,0-1 16,0 0-1,0-9-15,0 0 16,0 0 0,0 0-16,0-18 15,0-28 1,0-19-16,0-9 16,0 0-1,-9 10-15,9 8 16,0 1-16,0 18 15,0 0 1,0 9-16,9 1 16,0-1-1,1 0-15,9 1 16,-10-1-16,0 0 16,1 10-1,-1 9-15,1-1 16,-10 10-1,0 0-15,0 0 16,0 10-16,-10 26 16,1 38-1,-10 9-15,0 0 16,0 1 0,1-1-16,-1-10 15,-9-17 1,9-10-16,9-18 15,1-10-15,0 1 16,-1-10 0,10 0-16,0-9 15,0 0 1,0-18-16,10-38 16,-1-27-16,10-18 15,9-19 1,-9 27-16,0 19 15,-1 10 1,-8 8-16,-1 20 16,1 8-1,-10 9-15,0 10 16,0 0-16,0 0 16,0 9-1,0 0-15,0 0 16,-10 9-1,-9 9-15,1 10 16,-1 0 0,0-1-16,10-8 15,-1-10-15,1 0 16,-1 1 0,10-10-16,0 0 15,0 0 1,0 0-16,0 0 15,10-10-15,-1-8 16,10-1 0,0 1-16,0 0 15,-1-1 1,1 1-16,9-1 16,1 1-1,-1 8-15,0 1 16,-9 0-16,9 9 15,0 0 1,1 0-16,-1 0 16,0 0-1,-9 0-15,9-9 16,0 0-16,1-1 16,-1 10-1,0-9-15,0 0 16,-9 9-1,0-9-15,-10 9 16,1 0-16,-10 0 16,0 0-1,0 0-15,0 0 16,0 0 0,0 0-16,0 0 15,-10-10 1,-9 1-16,-9 0 15,-9 0-15,-10-1 16,-10 1 0,-9 9-16,10 9 15,9 1 1,9-1-16,1 0 16,8 0-1,10 1-15,1-1 16,8 0-16,10-9 15</inkml:trace>
  <inkml:trace contextRef="#ctx0" brushRef="#br2" timeOffset="160443.62">14346 13651 0,'0'0'0,"0"0"16,0 0-16,-9 0 16,-1 0-1,1 9-15,0 0 16,-10 0-1,0 19-15,0 9 16,0 9 0,10 9-16,0 19 15,9 19-15,0-1 16,9-9 0,0 0-16,10 0 15,-9-9 1,-1-9-16,0-19 15,1-9 1,-1-10-16,-9-8 16,0-10-1,0 0-15,0-9 16,0 0-16,0 0 16,10-9-1,-1-19-15,0-9 16,-9 0-1,10-18-15,-10 0 16,0-10-16,9-9 16,1 0-1,-1 10-15,1 8 16,-10 10 0,0 9-16,0 10 15,0 8-15,0 10 16,0 0-1,0 9-15,0 0 16,0 0 0,9 0-16,0 9 15,1 9 1,9 29-16,9 26 16,-9 11-16,-1-1 15,-8 9 1,-1-9-16,1-18 15,-10-19 1,0-19-16,0-8 16,0-10-16,0 0 15,0 1 1,0-10-16,0 0 16,0-10-1,0-27-15,-10-27 16,1-29-16,-1-17 15,1 17 1,9 29-16,-9 8 16,-1 10-1,10 9-15,0 19 16,0 9 0,0-1-16,0 1 15,0 9 1,0 0-16,0 0 15,-9 28-15,-10 37 16,0 27 0,0 9-16,1 19 15,8 10 1,1-29-16,-1-18 16,1-18-16,-1-28 15,10 0 1,0-19-16,0-9 15,0 1 1,0-10-16,0 0 16,0-19-16,0-36 15,10-47 1,-1-9-16,1 1 16,-10-20-1,9 20-15,-9 27 16,10 18-1,-10 19-15,0 9 16,0 18 0,0 1-16,0 9 15,0 9-15,0 0 16,0 0 0,0 27-16,-10 47 15,1 19 1,-1-1-16,1 19 15,9 18-15,0-18 16,9-19 0,1-27-16,-10-10 15,0-18 1,0-19-16,0 1 16,0-10-16,0 0 15,0-9 1,0 0-16,0 0 15,9-27 1,1-38-16,-10-46 16,0 0-1,-10 19-15,1 0 16,-1-10-16,1 19 16,-1 19-1,10 17-15,0 11 16,0 8-1,0 9-15,0 10 16,0 0-16,0 9 16,0 0-1,0 0-15,0 9 16,10 28 0,-1 28-16,1 9 15,9 18 1,-1-9-16,1 9 15,-9-18-15,-1-28 16,0-9 0,-9-9-16,0-10 15,0-9 1,0-9-16,0 0 16,0 0-16,0 0 15,0-9 1,0-28-16,0-9 15,-9-9 1,9-1-16,-9 1 16,-1 9-1,-9-9-15,10 8 16,0-8-16,-1 18 16,1 0-1,-1 9-15,10 1 16,0-1-1,0 10-15,0-1 16,0 10 0,0 0-16,0-1 15,0 1-15,10 0 16,-1 0 0,1 0-16,8-10 15,11 1-15,-1-1 16,0 10-1,10-10-15,-1 1 16,1 0 0,0-1-16,-10 1 15,0 8 1,0 1-16,-9 0 16,0 0-1,-10-1-15,-9 10 16,0 0-16,0 0 15,0 0 1,0 0-16,0 0 16,0 0-1,0 0-15,0 0 16,0 0-16,-19 10 16,-28 8-1,-18 19-15,-30 0 16,95-37-1</inkml:trace>
  <inkml:trace contextRef="#ctx0" brushRef="#br2" timeOffset="163693.71">14403 14269 0,'0'0'0,"0"0"16,0 0-16,0 0 16,0 0-1,0 0-15,0 0 16,0 0 0,-10 9-16,1 1 15,9-1-15,0 0 16,0 9-1,0 10-15,9 0 16,1 9 0,9 9-16,-1 9 15,1-9-15,9 1 16,-9-1 0,0-9-16,0-10 15,0 10 1,-1-9-16,-8-10 15,-1 1-15,1-10 16,-1 0 0,-9-9-16,0 0 15,0 0 1,0 0-16,0 0 16,0 0-1,0 0-15,-9-9 16,-10-9-16,0-1 15,0 1 1,0-1-16,1 1 16,8 9-1,1-1-15,-1 1 16,1 9-16,9 0 16,0 0-1,0 0-15,0 0 16,0 0-1,0 9-15,9 10 16,1 8 0,9 10-16,9 19 15,-9-10 1,-1-9-16,1 0 16,-9-10-16,-1-8 15,1-10 1,-10 0-16,0 1 15,0-10 1,0 0-16,0 0 16,0 0-16,0 0 15,0 0 1,0 0-16,-10-19 16,-9-18-1,-9-9-15,0 0 16,0 0-16,-1 9 15,1 0 1,0 0-16,9 9 16,0 10-1,10-1-15,0 10 16,-1 0 0,10 9-16,0 0 15,0 0-15,0 0 16,0 0-1,0 0-15,0 9 16,10 0 0,8 10-16,1 9 15,9-10-15,1 0 16,-11 1 0,1-10-16,0 0 15,-10 1 1,1-1-16,-10-9 15,0 0 1,0 0-16,0 0 16,0 0-16,0 0 15,0 0 1,-10-9-16,-8-10 16,-11-9-1,11 10-15,-1 0 16,0-1-1,10 1-15,-1 8 16,1 1-16,9 9 16,0 0-1,0 0-15,9 0 16,10 0 0,9 9-16,10 10 15,-1-1-15,1 10 16,9 9-1,-19 0-15,1 0 16,-1 0 0,-9-10-16,-10-8 15,0-10 1,1 0-16,-1 0 16,1 1-16,-10-10 15,0 0 1,0 0-16,0 0 15,0 0 1,0 0-16,0 0 16,0 0-16,-10-10 15,1-8 1,-10-10-16,0 10 16,10-1-1,-1 1-15,1 9 16,0 0-16,-1-1 15,1 1 1,9 9-16,0 0 16,0 0-1,0 0-15,0 0 16,0 0 0,0 0-16,9 9 15,1 10 1,-1-1-16,0 1 15,1-10-15,-1 0 16,-9-9 0,0 0-16,0 0 15,0 0 1,0 0-16,0 0 16,0 0-16,0 0 15,0 0 1,-9-9-16,-10-10 15,10 1 1,-10-10-16,0 1 16,0-10-1,0 0-15,0 0 16,1 0-16,-1 0 16,0-9-1,0 9-15,10 9 16,-1 1-1,1 8-15,0 1 16,9 8-16,0 1 16,0 0-1,0 0-15,0-1 16,0 1 0,0-9-16,0-1 15,0-8-15,0-1 16,0 0-1,0 1-15,0-1 16,9 0 0,-9 1-16,9-1 15,1 0 1,-1 0-16,1 1 16,-1 8-16,0 1 15,-9-1 1,0 10-16,0 0 15,0 0 1,0-1-16,0 1 16,0 0-1,0 9-15,0 0 16,0 0-16,0 0 16,0 0-1,0 0-15,0 0 16,0 0-16,0-9 15,0 0 1,0-1-16,0 10 16,0 0-1,0-9-15,0 0 16,0 0 0,0-1-16,0 1 15,0 0 1,0 0-16,0-1 15,0 1-15,0 9 16,0 0 0,0 0-16,0-9 15,0 9 1,0 0-16,0 0 16,0 0-16,0 0 15,0 0 1,0 0-16,0 0 15</inkml:trace>
  <inkml:trace contextRef="#ctx0" brushRef="#br0" timeOffset="167544.31">14741 13678 0,'0'0'0,"0"0"16,0 0-1,0 0-15,0 0 16,0 0-1,0 0-15,0 0 16,0 0 0,0 0-16,0 0 15,0 0-15,0 0 16,0 0 0,0 0-16,0 0 15,0 0 1,0 0-16,0 0 15,-9 10 1,0-1-16,-1 0 16,1 0-16,-10 10 15,0-1 1,0 1-16,1 8 16,-11 1-1,1 0-15,9-1 16,-9 20-1,9-1-15,10 9 16,-1 0-16,10-8 16,0-10-1,10-1-15,-1 11 16,10-1 0,0 0-16,0 0 15,-1-9 1,1 0-16,-9 0 15,9 0-15,-1-10 16,1 1 0,0 0-16,0-10 15,0 1 1,-1-1-16,11 1 16,-1-10-16,0 0 15,0 0 1,1 1-16,-1-1 15,0 9 1,0 1-16,0-10 16,10 0-16,-10 0 15,0 1 1,1-1-16,-10 0 16,-1-9-1,1 0-15,-19 0 16</inkml:trace>
  <inkml:trace contextRef="#ctx0" brushRef="#br0" timeOffset="181326.87">16190 12589 0,'0'0'0,"0"0"0,0 0 16,0 0-1,0 0-15,0 0 16,0 0 0,0 0-16,0 0 15,0 0-15,0 0 16,0 0-1,0 0-15,0 0 16,0 0 0,0 0-16,0 0 15,0 0-15,0 0 16,0 0 0,0 0-16,0 0 15,0 0 1,0 0-16,0 0 15,0 0 1,0 9-16,10 19 16,-1 0-16,0 9 15,1 18 1,-1 1-16,1-10 16,-1 0-1,0 0-15,1-9 16,-1 0-16,1 0 15,-1 0 1,0-10-16,1 1 16,-10-10-1,9 1-15,-9-10 16,0 0 0,10 1-16,-1-1 15,-9-9-15,0 0 16,9 0-1,-9 0-15</inkml:trace>
  <inkml:trace contextRef="#ctx0" brushRef="#br0" timeOffset="182326.78">16962 12682 0,'0'0'0,"0"0"15,0 0 1,0 0-16,0 0 16,0 0-1,0 0-15,0 0 16,0 0 0,0 0-16,0 0 15,0 0-15,0 0 16,0 0-1,0 0-15,0 9 16,0 9 0,9 28-16,10 19 15,0 0 1,-1 8-16,1 1 16,9 9-1,-9-9-15,0-18 16,-10-20-16,-9-17 15,0-19 1</inkml:trace>
  <inkml:trace contextRef="#ctx0" brushRef="#br0" timeOffset="182844.55">16736 13041 0,'0'0'0,"0"0"16,0 0-16,0 0 15,0 0 1,0 0-16,0 0 16,0 0-16,0 0 15,0 0 1,0 0-16,0 0 15,0 0-15,0 0 16,0 0 0,9 0-16,10-9 15,9 0 1,19-9-16,19-10 16,19 0-1,-1 1-15,-8-1 16,-1 9-1,0 10-15,10 0 16,-85 9-16</inkml:trace>
  <inkml:trace contextRef="#ctx0" brushRef="#br2" timeOffset="197260.94">13951 14048 0,'0'0'0,"0"0"16,0 0-16,0 0 15,0 0 1,0 0 0,0-10-16,0 1 15,0 9-15,0-9 16,0 0-1,-9-1-15,-1 1 16,10 9 0,0 0-16,0 0 15,0 0-15,0 0 16,0 0 0,-9 9-16,0 10 15,-10 36 1,0 10-16,10 27 15,9 19-15,0 0 16,0-1 0,0-17-16,0-19 15,0-10 1,0-18-16,0-9 16,0-18-1,0-1-15,0-9 16,0 1-16,0-10 15,0 0 1,0 0-16,0 0 16,0-19-1,9-18-15,0-27 16,-9-29 0,0 1-16,0 18 15,0 0-15,0 0 16,-9 1-1,0-1-15,-1 9 16,10 19 0,0 9-16,0 9 15,0 10 1,0 9-16,0 0 16,0-1-16,0 10 15,0 0 1,0 0-16,0 10 15,0 26 1,0 29-16,0 9 16,0 18-16,0 0 15,0 1 1,0-29-16,0-17 16,0-11-1,0-17-15,0-1 16,0-8-16,0-1 15,0-9 1,0 0-16,0 0 16,0-28-1,10-18-15,-10-9 16,0-10 0,0 10-16,0-1 15,-10 10 1,1 9-16,-1 10 15,1 8-15,9 1 16,0 8 0,0 1-16,0 0 15,-10 0-15,10 9 16,-9 0 0,0 9-16,-1 9 15,1 10 1,-1 0-16,1 18 15,0 18 1,9 1-16,0-10 16,9-8-16,-9-10 15,0-10 1,0-18-16,0 1 16,0-1-1,0 0-15,0-9 16,0 0-1,0-18-15,9-47 16,-9-46-16,0-27 16,0-10-1,0 37-15,0 10 16,0 9 0,0 18-16,0 28 15,0 9-15,0 18 16,0 10-1,0 0-15,0 9 16,0 0 0,0 27-16,-9 29 15,0 36 1,-1 19-16,1 0 16,-1-1-16,1 1 15,0 9 1,9-28-16,0-18 15,-10-9 1,10-19-16,0-9 16,0-9-16,0-10 15,0-9 1,0 1-16,0-10 16,0 0-1,0 0-15,10-10 16,8-27-1,11-36-15,-1-29 16,0 1-16,-9-1 16,0 1-1,0 27-15,-1 0 16,-8 28 0,-1 9-16,1 9 15,-10 10 1,0 8-16,0 10 15,0 0-15,0 0 16,9 10 0,0 27-16,1 27 15,-10 1 1,0 27-16,0 0 16,0 19-16,0-28 15,0-27 1,0-20-16,0-8 15,0-9 1,0-10-16,0 0 16,0 0-1,0-9-15,0 0 16,-10-37-16,1-36 16,0-1-1,-1-19-15,10-8 16,-9 9-1,9 27-15,0 19 16,0 18-16,0 10 16,0-1-1,0 10-15,0 9 16,0 0 0,0 0-16,9 18 15,1 29 1,-1 17-16,0 38 15,1 27-15,-1-18 16,-9-19 0,10-27-16,-10-19 15,0-9 1,0-19-16,0 1 16,0-10-16,0 0 15,0-9 1,0 0-16,0 0 15,0-9 1,0-47-16,-10-64 16,1 10-1,-1 17-15,1 1 16,0 18-16,-1 10 16,10 18-1,0 9-15,0 9 16,0 19-1,0-1-15,0 1 16,0 0-16,0 9 16,0 0-1,0 0-15,0 0 16,0 0 0,0 0-16,0 28 15,0 18 1,0 9-16,0 19 15,0 18-15,0 19 16,0-28 0,0-18-16,0-19 15,0-9 1,0-9-16,0-10 16,0-9-16,0 0 15,0-9 1,0 0-16,0 0 15,0-9 1,0-28-16,-9-46 16,-1-9-1,1 9-15,0 9 16,-1-9-16,1 18 16,9 19-1,0 9-15,0 10 16,0 8-1,0 1-15,0 8 16,0 1 0,0 0-16,0 9 15,0 0-15,0 0 16,0 0 0,0 0-16,0 18 15,-10 19-15,10 19 16,-9 18-1,-1 18-15,1 0 16,9-18 0,0-28-16,0-9 15,0-18 1,0-1-16,0-9 16,0-9-1,0 0-15,0-9 16,9-19-16,-9-18 15,0-28 1,10-36-16,-1-1 16,-9 19-1,0 27-15,0 19 16,0 9-16,0 18 16,0 1-1,0 9-15,0-1 16,0 10-1,0 0-15,0 0 16,0 10-16,10 27 16,9 46-1,-1 18-15,1 56 16,19 65 0</inkml:trace>
  <inkml:trace contextRef="#ctx0" brushRef="#br0" timeOffset="200745.5">13565 14131 0,'0'0'0,"0"0"16,0 0-16,0 0 15,0 0 1,0 0-16,0 0 15,0 0-15,0 0 16,0 0 0,0 0-16,0 0 15,0 0 1,0 0-16,10 0 16,-1 0-1,1-10-15,-1 1 16,1 0-16,8 0 15,1-10 1,0 10-16,0-9 16,0 8-1,-1 1-15,11-9 16,-11 8-16,11 1 16,-1 0-1,0 0-15,-9-1 16,0 10-1,0 0-15,-1 0 16,-8 0 0,-1 10-16,1-1 15,-1 9-15,-9 1 16,0 18 0,0 0-16,-9 0 15,-1-10 1,1 1-16,-1 0 15,1-1 1,0-8-16,9-10 16,0 0-16,0 1 15,0-10 1,0 0-16,0 9 16,0-9-1,0 0-15,0 0 16,9 9-16,10 0 15,0 0 1,9-9-16,0 10 16,10-1-1,-10 0-15,10 0 16,-1 1 0,10 8-16,-9 0 15,-10 10 1,0 0-16,-9 9 15,0 9-15,-10-9 16,-9 0 0,-9 9-16,-10 0 15,-19 9 1,1-8-16,-20 8 16,-8-18-16,-11 0 15,10-10 1,10-8-16,9-10 15,0-9 1,-10-9-16,1-10 16,9-8-16,9-19 15,38 46 1</inkml:trace>
  <inkml:trace contextRef="#ctx1" brushRef="#br0" timeOffset="-206983.85">11042 15469 0,'0'18'250,"0"194"-234,0-89-1,18 18 17,-18-88-17,0-35 1,17-1-16,-17 19 47,0-1-16,0-17 31,0-1-30,0 1 15</inkml:trace>
  <inkml:trace contextRef="#ctx0" brushRef="#br2" timeOffset="-148951.68">11835 15330 0,'0'0'0,"0"0"15,0 0 1,0 0-16,0 0 16,0 0-1,0 0-15,0 0 16,0 0-16,0 0 15,0 0 1,0 0-16,0 0 16,0 0-1,0 0-15,0 0 16,9-9 0,0 0-16,10 0 15,-9 9-15,-1 0 16,0 0-1,1 0-15,-1 0 16,1 9 0,-1 9-16,0 19 15,1 10-15,-1 8 16,-9 0 0,0 1-16,0-10 15,0-9 1,0 0-16,0-19 15,0-9 1,0 1-16,0-1 16,0 0-16,0-9 15,0 0 1,0 0-16,0 0 16,10-18-1,-1-10-15,0-18 16,-9-10-1,10 10-15,-1 0 16,-9 9-16,0 9 16,0 1-1,0 8-15,0 10 16,0 0-16,0 0 16,0 9-1,0 0-15,0 0 16,-9 9-1,-10 9-15,0 19 16,0 9 0,1 10-16,-1-1 15,9-9 1,1-9-16,9-9 16,0-19-16,0 0 15,0 1 1,0-10-16,0 0 15,0 0-15,0-10 16,-9-8 0,-1-10-16,10-18 15,0 0 1,0 9-16,-9 9 16,9 10-1,0-1-15,0 10 16,0 0-16,0 9 15,0 0 1,0 0-16,0 9 16,0 19-1,0 9-15,0 0 16,0 9 0,0-9-16,0 0 15,0-19-15,0 1 16,0-10-1,0 0-15,0-9 16,0 0 0,0 0-16,0 0 15,0-9-15,0-28 16,9-37 0,10-18-16,-10 18 15,1 0 1,-1 9-16,-9 10 15,10 18 1,-10 19-16,0-1 16,0 10-16,0 0 15,0 9 1,0 0-16,0 0 16,0 18-1,0 19-15,0 19 16,0 17-1,0-8-15,0-10 16,0-18-16,0-9 16,0-10-1,0-8-15,0-1 16,0-9 0,0 0-16,0 0 15,9-19-15,0-17 16,1-1-1,-10 0-15,9 0 16,-9 9 0,0 10-16,0-1 15,0 10 1,0 0-16,0 9 16,0 0-16,0 0 15,0 0 1,0 0-16,10 9 15,-1 9 1,10 19-16,0 19 16,-10-10-16,0-9 15,1-10 1,-1-8-16,1-1 16,-10-8-1,0-1-15,0-9 16,0 0-16,0 0 15,9-9 1,1-38-16,-1-26 16,0-10-1,1-10-15,-10 1 16,0 27 0,0 10-16,0 18 15,0 9-15,0 10 16,0 9-1,0-1-15,0 10 16,-10 0 0,-18 28-16,-10 27 15,1 19 1,-10 19-16,0-1 16,19-9-16,9-28 15,9-8 1,1-20-16,9 1 15,0-10 1,0-8-16,9-1 16,1 0-1,18-9-15,28-28 16,48-45-16,28-29 16,-10-9-1,-9 10-15,-113 101 16</inkml:trace>
  <inkml:trace contextRef="#ctx0" brushRef="#br2" timeOffset="-148434.05">11882 15035 0,'0'0'16,"0"0"-16,0 0 16,0 0-1,0 0-15,0 0 16,0 0-16,9 0 15,19 0 1,10 0-16,-10 0 16,10 0-1,-10 0-15,0 0 16,-9 0 0,0 0-16,0 9 15,-1 19-15,-18-28 16</inkml:trace>
  <inkml:trace contextRef="#ctx0" brushRef="#br2" timeOffset="-143750.37">12220 15155 0,'0'0'0,"0"0"0,0 0 16,0 0 0,-9 9-16,-1 1 15,1-1 1,-10 0-16,0 0 15,1 10-15,-11-10 16,1 9 0,-10 1-16,10-10 15,-9 10 1,8-10-16,11 0 16,-1 0-1,9-9-15,1 0 16,0 0-16,-1 0 15,10 0 1,0 0-16,0 0 16,0 0-1,19-9-15,28-19 16,19 1 0,19-10-16,-10 9 15,9 0-15,-18 10 16,-19-1-1,-18 10-15,-11 9 16,-8 0 0,-1 0-16,-9 0 15,0 0-15,-28 0 16,-47 9 0,-38 1-16,0 8 15,19 1 1,9-10-16,19 0 15,19 0 1,19-9-16,9 0 16,0 0-16,10 0 15,0 0 1,9 0-16,0 0 16,0 0-1,18 0-15,20 0 16,0 0-16,-1 0 15,10 0 1,-9 0-16,-10 9 16,-9-9-1,-10 0-15,-9 10 16,0 8 0,-18 19-16,-11 0 15,-8 0-15,-10-9 16,9-10-1,10-9-15,9 1 16,10-1 0,9-9-16,-10 0 15,10 0-15,0 0 16,0 0 0,0-9-16,28-10 15,29-36 1,37-10-16,47-46 15,0 1 1,-9 17-16,0 1 16,-1 9-1,-131 83-15</inkml:trace>
  <inkml:trace contextRef="#ctx0" brushRef="#br2" timeOffset="-142783.72">12230 15054 0,'-10'9'16,"-9"9"-16,-9 19 15,0 19 1,-10 8-16,10 10 16,0 0-1,0 0-15,18-37 16,1-10-16,-1-8 15,10-10 1,0 0-16,0-9 16,10 0-1,18-9-15,29-19 16,18-18 0,0-18-16,-19 8 15,-8 19-15,-20 19 16,-9-1-1,-10 10-15,0 0 16,-9 0 0,-9-10-16,-38-9 15,-28-8-15,-1 8 16,11 19 0,-1 9-16,9 0 15,20 9 1,-1 0-16,19-9 15,0 0-15,10 9 16,9-9 0,0 0-16,9 10 15,10-1 1,19 9-16,9 1 16,0-10-1,-9 0-15,-10 0 16,9 10-16,-18-1 15,-9 1 1,-1 18-16,-9 0 16,-9 9-1,-1-9-15,1-10 16,-1 1 0,1-9-16,0-1 15,-1-9-15,10 0 16,0-9-1,0 0-15,0 0 16</inkml:trace>
  <inkml:trace contextRef="#ctx0" brushRef="#br2" timeOffset="-141016.98">12578 15450 0,'0'0'0,"0"0"16,0 0-1,0 0-15,0 0 16,-10 0 0,1 10-16,-1-1 15,-8 0-15,-11 0 16,1 1 0,0-1-16,0 0 15,-10 10 1,1-1-16,-1-9 15,-19 10 1,20-10-16,-10 0 16,9 0-16,1 1 15,-1-1 1,10 0-16,-1 0 16,11 0-1,8-9-15,1 10 16,-1-10-16,10 0 15,-9 9 1,9-9-16,0 9 16,9 0-1,1 1-15,9-1 16,9 0-16,9 0 16,11 1-1,-1-10-15,0 0 16,-10 0-1,1 0-15,-1 9 16,1-9 0,-10 0-16,-9 0 15,0 0 1,-10 0-16,1 0 16,-1 0-16,-9 0 15,0 0 1,0 0-16,0 0 15,0 0 1,0 0-16,0 0 16,0 0-16,0 0 15,0 0 1,-9 0-16,-10 9 16,-9 0-1,-10 0-15,0 1 16,1-1-16,-1 0 15,1 0 1,8 1-16,1-1 16,0-9-1,9 0-15,0 0 16,0 0 0,10 0-16,0 0 15,-1 0-15,10 0 16,0 0-1,0 0-15,0 0 16,0 0 0,0 0-16,0 0 15,10 0-15,18 0 16,10-9 0,9-1-16,0 1 15,9 0 1,-9 9-16,-9 0 15,-1 0 1,1 0-16,-10 0 16,0 0-16,-9 0 15,0 0 1,-10 0-16,1 0 16,-1 0-1,-9 0-15,0 0 16,0 0-16,0 0 15,0 0 1,0 0-16,0 0 16,0 0-1,-19 0-15,-9 0 16,0 0 0,-19 0-16,-9 9 15,-10 0-15,0 1 16,9-1-1,1 0-15,-1 0 16,10-9 0,0 0-16,10 10 15,-1-10 1,10 0-16,9 0 16,10 0-16,-1 0 15,1 0 1,-1 0-16,10 0 15,0 0 1,0 0-16,0 0 16,0 0-16,10 0 15,9 0 1,9-10-16,19 1 16,19 0-1,9 0-15,10-1 16,-1 1-16,-8 0 15,-1 0 1,0-1-16,0 1 16,-75 9-1</inkml:trace>
  <inkml:trace contextRef="#ctx0" brushRef="#br2" timeOffset="-139150.37">12239 15487 0,'0'0'0,"0"0"16,0 0-16,0 0 15,0 0 1,-9 0-16,-1 10 16,1-1-16,-1 0 15,-8 0 1,-1 1-16,0-1 15,0 0 1,0 0-16,-9 10 16,9-10-1,-9 0-15,0 10 16,0-1-16,-1-9 16,1 10-1,9-10-15,1 0 16,-1 0-1,9 1-15,10-10 16,-9 0-16,9 0 16,0 0-1,0 0-15,0 0 16,0 0 0,0 0-16,0 0 15,0 0 1,9-10-16,1-17 15,9-19-15,-1 9 16,-8 0 0,-1 9-16,1 10 15,-1-1 1,-9 1-16,9-1 16,-9 10-16,0 0 15,0 9 1,0 0-16,0 0 15,0 0 1,0 0-16,0 0 16,0 0-1,0 9-15,0 9 16,-9 19-16,9 0 16,0 0-1,0 0-15,0-18 16,0-1-1,0-9-15,0 0 16,0-9-16,0 0 16,0 0-1,0-9-15,0-18 16,0-29 0,0-18-16,0 1 15,0 8 1,0 19-16,0 18 15,0 10-15,0-1 16,0 10 0,0 0-16,0 9 15,0 0 1,-9 9-16,-1 19 16,-9 27-1,1 10-15,-1-10 16,9-18-16,1-9 15,0-10 1,9 1-16,0-10 16,0 0-1,0-9-15,0 0 16,0 0 0,0-18-16,0-19 15,0 9-15,0 0 16,0 10-1,0 9-15,0-1 16,0 10 0,0 0-16,0 0 15,0 0-15,0 10 16,-10 17 0,1 10-16,-1 0 15,1 0 1,-1-9-16,10-10 15,0-9 1,0-9-16,0 0 16,10-18-16,9-37 15,0-19 1,-10 0-16,0-9 16,1 9-1,9 9-15,-10 28 16,0 10-16,-9 8 15,10 1 1,-10 18-16,0 0 16</inkml:trace>
  <inkml:trace contextRef="#ctx0" brushRef="#br2" timeOffset="-137650.39">11825 15100 0,'0'0'0,"0"0"16,0 0-1,0 0-15,0 0 16,0 0 0,0 0-16,-9 9 15,9 19-15,0-1 16,0 10-1,0 0-15,9 0 16,1-9 0,-1-10-16,0-9 15,1 1 1,-1-10-16,1-10 16,8-8-16,1-10 15,-9 1 1,-1-1-16,-9 19 15,0-1 1,9 1-16,-9 9 16,0 0-1,0 19-15,-9 45 16,-10 38-16,10-10 16,-1 0-1,1-27-15,9-28 16,0-19-16,0 1 15,0-10 1,0-9 0,0 0-16,0-9 15,0-19-15,9-9 16,1 0 0,-10 10-16,0-1 15,0 19 1,0 0-16,0-1 15,0 10-15,0 0 16,0 0 0,0 0-16,0 0 15,-10 10 1,10-1-16,-9 0 16,9-9-16,0 0 15,0 0 1,0-9-16,0-28 15,9-28 1,1-9-16,-1 1 16,-9 8-1,0 0-15,0 19 16,0 18 0,0 10-16,0 9 15,0 0-15,0 9 16,-9 9-1,-1 18-15,1 29 16,-10 45-16,10-8 16,-1-29-1,10-27-15,0-9 16,0-19 0,0-9-16,0-9 15,0-37 1,0-10-16,0 1 15,0 9 1,0 9-16,0 9 16,0 19-16,0 0 15,0 9 1,0 0-16,0 0 16,0 9-1,-9 9-15,0 10 16,-1 9-16,10-9 15,0-1 1,10-8-16,-10-19 16</inkml:trace>
  <inkml:trace contextRef="#ctx0" brushRef="#br2" timeOffset="-136567.42">11844 15063 0,'0'0'0,"0"0"15,0 0 1,0 0-16,0 0 16,0 0-1,0 0-15,0 0 16,0 0 0,0 0-16,0 0 15,0 0-15,9 0 16,10 0-1,9-9-15,1-1 16,-11 1 0,1 0-16,0 0 15,-19 9 1,9 18-16,-9 19 16,0 28-16,-9 18 15,0 9 1,-1-27-16,1-28 15,9-19 1,0 0-16,0-18 16,0 0-16,0-36 15,9-20 1,1-8-16,-10 8 16,0 19-1,0 10-15,0 8 16,0 19-1,-10 0-15,-9 9 16,-9 28-16,-28 56 16,9 36-1,9-18-15,10-10 16,9-18 0,0-28-16,10-27 15,9-19-15,0-9 16,0-46-1,0-74-15,0 0 16,9 28 0,1 27-16,-10 28 15,0 10 1,9 8-16,0 10 16,1 9-16,9 9 15,18 28 1,-37-37-16</inkml:trace>
  <inkml:trace contextRef="#ctx0" brushRef="#br2" timeOffset="-135300.49">11882 15801 0,'0'0'0,"0"0"16,0 0 0,0 0-16,0 0 15,0 0-15,0 0 16,0 0-1,0 0-15,0 0 16,-10 0 0,10 0-16,0 0 15,0 0 1,0 0-16,0 0 16,0 0-16,0 0 15,0 0 1,0 0-16,10 0 15,8-9 1,11 0-16,8 9 16,10 0-1,0 0-15,-9 0 16,0 0-16,9 0 16,-10 0-1,-9 9-15,-9-9 16,0 0-1,-10 0-15,1 0 16,-1 0 0,-9 0-16,0 0 15,0 0-15,0 0 16,0 0 0,0 0-16,0 0 15,0 0 1,-19 0-16,-18 0 15,-10 0-15,-10 0 16,1 0 0,9 0-16,-10 0 15,10 0 1,10 0-16,9 0 16,9 0-16,9 0 15,10 0 1,0 0-16,0 0 15,0 0 1</inkml:trace>
  <inkml:trace contextRef="#ctx0" brushRef="#br2" timeOffset="-134150.22">11891 15718 0,'0'0'16,"0"0"-16,0 0 16,0 0-1,0 0-15,0 0 16,0 0 0,0 0-16,0 0 15,0 0-15,0 0 16,0 0-1,0 0-15,0 0 16,0 0 0,0 0-16,9-9 15,10 0-15,9-1 16,10-8 0,9-1-16,10-8 15,-1-1 1,-9 0-16,0 1 15,-9-1 1,-10 10-16,-9-1 16,-10 1-16,1-1 15,-1 1 1,0-1-16,-9-8 16,0-20-1,-9-8-15,0 9 16,-1 0-1,1 9-15,-1 18 16,-9 1-16,1 9 16,-1 9-1,-9 18-15,-10 10 16,0 18 0,10 9-16,0 19 15,9-9-15,10-19 16,-1-9-1,1-9-15,-1-10 16,10-9 0,0 1-16,0-10 15,0 0 1,0 0-16,-9-28 16,0-37-16,9-18 15,0-37 1,18-9-16,11 0 15,-29 129 1</inkml:trace>
  <inkml:trace contextRef="#ctx0" brushRef="#br0" timeOffset="-130100.55">11769 15220 0,'0'0'0,"0"0"16,0 0-1,0 0-15,0 0 16,0 0 0,0 0-16,0 0 15,0 0 1,0 0-16,0 0 15,0 0 1,0 0-16,0 0 16,0 0-16,0 0 15,0 0 1,0 0-16,0 0 16,0 0-1,0 0-15,0 0 16,0 0-16,0 0 15,0 0 1,0 0-16,0 0 16,0 0-1,0 0-15,0 0 16,0 9-16,0 9 16,0 19-1,0 19-15,9-1 16,0 10-1,1-1-15,-1 1 16,-9-1 0,0-17-16,0 8 15,10-18 1,-1-9-16,-9-10 16,0 1-16,0-10 15,0 0 1,0-9-16,0 9 15,0-9-15,0 0 16,0 0 0,0 0-16,0 0 15,0 0 1,0 0-16,0-9 16,10 0-1,-1-10-15,0-8 16,-9-1-16,10 0 15,-1-9 1,-9 0-16,0 0 16,0 1-1,0-1-15,0-9 16,-9 9 0,-1 0-16,1 9 15,9 10-15,0-1 16,0 10-1,0 0-15,0-1 16,0 1 0,0 9-16,0 0 15,0 0-15,0 0 16,0 0 0</inkml:trace>
  <inkml:trace contextRef="#ctx1" brushRef="#br0" timeOffset="-128518.7">20002 17392 0,'0'35'297,"18"71"-266,17-53 16,-35-18-31,18 1-16,-18-19 15,0 18 16,18 18-15,-18-17 0,35-19-1,-35 1-15,18 35 47,-18-18-31,0-17 15,0-1 0,17-17 47</inkml:trace>
  <inkml:trace contextRef="#ctx1" brushRef="#br0" timeOffset="-116410.25">11483 10530 0,'18'0'235,"17"0"-220,18 0 1,-36 0 0,1 0-1,0 0 95,-1 0-95,1 0 79,35 0-78,-35 0-1,-1 0 126,1 0-126,-1 0-15</inkml:trace>
  <inkml:trace contextRef="#ctx1" brushRef="#br0" timeOffset="-113796.52">11642 10178 0,'-18'88'219,"0"35"-188,1-87-16,17-19 1,-18 71 0,18-70-1,0 0 1,0-1-16,0 19 31,0-19-15,0 19-1,0-19 1,0 18 31,0-17-31,0 17-1,0-17 1,-18 0 328</inkml:trace>
  <inkml:trace contextRef="#ctx0" brushRef="#br0" timeOffset="-106184.18">5409 17952 0,'0'0'0,"0"0"0,0 0 15</inkml:trace>
  <inkml:trace contextRef="#ctx0" brushRef="#br2" timeOffset="-98999.86">12399 10180 0,'0'0'16,"0"0"-16,0 0 16,0 10-1,-9-1-15,-1 9 16,1 10-16,-1 9 16,10 9-1,-9 19-15,9-1 16,0 1-1,0-19-15,0-9 16,0-9 0,0-10-16,0-9 15,0 0-15,0 1 16,0-10 0,0 0-16,0 0 15,-9-28 1,-10-18-16,0-10 15,0 1-15,0-9 16,0 8 0,1 10-16,8 9 15,1 9 1,9 19-16,0 0 16,0 9-1,0 0-15,0 0 16,0 9-16,-10 28 15,1 18 1,0 19-16,-1 19 16,1-20-1,9-17-15,0-19 16,0-10 0,0-8-16,0-1 15,0-8-15,0-10 16,0 0-1,-10 0-15,1-10 16,-10-17 0,-9-29-16,0-8 15,9-1-15,0 0 16,10 10 0,-1 0-16,1 18 15,9 9 1,0 10-16,0 8 15,0 1 1,0 9-16,0 0 16,9 9-16,1 10 15,-1 18 1,10 27-16,0 29 16,0-1-1,-10-18-15,0-19 16,1-9-16,-1-18 15,-9-10 1,0-8-16,0-1 16,0-9-1,0 0-15,0 0 16,0 0-16,0-28 16,0-46-1,0-18-15,-9-19 16,-10 1-1,0-1-15,10 37 16,-1 9 0,1 19-16,-1 19 15,10 8 1,0 10-16,0 0 16,0 9-16,0 0 15,0 0 1,10 18-16,9 37 15,9 29 1,0-1-16,10 9 16,-1 0-16,-8-9 15,-11-27 1,1-10-16,-9-19 16,-1-8-1,0-10-15,-9 0 16,0-9-1,0 0-15,0 0 16,0 0-16,0 0 16,0-37-1,0-18-15,-18-19 16,-11-18 0,11 9-16,-1 9 15,0 9-15,10 29 16,-1 17-1,1 1-15,9 8 16,0 1 0,0 9-16,0 0 15,0 0-15,0 0 16,9 19 0,10 18-16,0-1 15,9 1 1,0 0-16,10 0 15,0 0 1,-10-9-16,0-10 16,-9 1-16,-10-10 15,1 0 1,-1 0-16,0 1 16,-9-10-1,0 0-15,0 0 16,-9 0-1,-10-10-15,-9-8 16,-10-10-16,-9 1 16,10 8-1,8 1-15,1-1 16,9 10 0,10 0-16,0 0 15,-1-1-15,1 1 16,9 9-1,0 0-15,0 0 16,0 0 0,9 0-16,10 0 15,19 9 1,-1 1-16,1-1 16,0 9-16,-1 1 15,-9-10 1,-9 0-16,-9 0 15,-1 1 1,0-10-16,-9 0 16,0 0-16,0 0 15,0 0 1,0 0-16,0 0 16,-18-10-1,-11-8-15,-18-19 16,-19-9-1,10 0-15,0 0 16,9 9-16,9 9 16,10 9-1,-1 1-15,11 9 16,8 0 0,1-1-16,-1 1 15,10 9-15,-9 0 16,9 0-1,0 0-15,0 0 16,0 0 0,0 0-16,9 19 15,10 8 1,19 19-16,0 1 16,-1-11-16,1 1 15,-1-9 1,-8 0-16,-11-10 15,1-9 1,-9 1-16,-1-1 16,0 0-16,-9-9 15,0 0 1,0 0-16,0 0 16,0 0-1,-9 0-15,-10-18 16,-9-1-1,0-8-15,-10-10 16,10 9-16,0 0 16,9 10-1,10 9-15,-1-1 16,1 1 0,9 9-16,0 0 15,0 0-15,9 9 16,29 28-1,28 9-15,18 10 16,29-1 0,9 1-16,-9-10 15,-113-46-15</inkml:trace>
  <inkml:trace contextRef="#ctx0" brushRef="#br2" timeOffset="-96166.03">12371 10513 0,'0'0'16,"0"0"-16,-10 0 15,1 0 1,-10 9-16,10-9 15,-1 9 1,1-9-16,-1 0 16,10 0-16,0 0 15,0 0 1,0 0-16,0 0 16,0 0-16,0 0 15,10 9 1,18 0-16,10 1 15,18-1 1,1 0-16,8 0 16,1 10-1,-9-10-15,-10 10 16,-19-10 0,0 0-16,-9 0 15,-10-9-15,1 9 16,-10-9-1,0 0-15,0 0 16,0 0 0,-19 10-16,-28 8 15,-19 10 1,-9 0-16,0-1 16,-10-8-16,0-1 15,1 1 1,8 8-16,20-8 15,9-1 1,9-9-16,10 1 16,9-1-16,10-9 15,9 0 1,-10 0-16,10 0 16,0 0-1,0 0-15,10 0 16,18 0-1,10 0-15,18 0 16,10-9-16,-10 9 16,1-10-1,-1 1-15,-9 9 16,-18 0 0,-1 0-16,-9 0 15,-1 0 1,-8 0-16,-1 0 15,-9 0-15,0 0 16,0 0 0,0 0-16,0 0 15,0 0-15,-9 0 16,-19-9 0,-10 0-16,-9 0 15,0-1 1,9 1-16,1 9 15,8 0 1,11 0-16,8 0 16,1 0-16,-1 0 15,10 0 1,0 0-16,0 0 16,10-9-1,18 0-15,19-10 16,19 1-1,9-10-15,0 10 16,-18-1-16,-10 1 16,-19 8-1,-9 1-15,0 0 16,-10 9 0,1 0-16,-10 0 15,0 0-15,0 0 16,0 0-1,-29 0-15,-36-9 16,-11 9 0,-18 9-16,10-9 15,18 9 1,9 0-16,1 1 16,18-1-16,10 0 15,9 0 1,0 1-16,10-10 15,9 0 1,0 0-16,0 0 16,19 9-16,18-9 15,29-9 1,9-1-16,10 1 16,-19 0-1,-10 0-15,1-10 16,-20 10-1,-8 0-15,-10 9 16,-10 0 0,0 0-16,-9 0 15,0 0-15,0 0 16,-18 9 0,-30 0-16,-27 10 15,-28-1 1,9 1-16,18-1 15,20-9-15,9 0 16,9 1 0,19-1-16,1-9 15,8 0 1,1 0-16,9 0 16,0 0-16,19 0 15,47-9 1,18-10-16,1 1 15,9-10 1,-9 0-16,-20 1 16,-18 8-1,-28 10-15,0 0 16,-9 9-16,-10 0 16,0 0-1,-10 9-15,-28 0 16,-27 10-1,-1-1-15,-9-9 16,18 1-16,19-1 16,10-9-1,9 0-15,10 0 16,0 0 0,9 0-16,0 0 15,0-19-15,9-18 16,10-9-1,0 0-15,-1 9 16,-8 0 0,-1 0-16,1 1 15,-10-20 1,-10-8-16,-9-10 16,-9 9-16,0 10 15,0-1 1,-10 10-16,1 0 15,-1 0 1,10 18-16,9 0 16,0 10-1,10 9-15,-1 0 16,1-1-16,9 10 16,0 0-1,0 10-15,0 8 16,9 28-1,10 56-15,19 36 16,-1-9 0,10 19-16,0-19 15,-9-27-15,0-28 16,-10-10 0,0-18-16,-9-18 15,0 0 1,-10-10-16,1-9 15,-1 1-15,0-10 16,1 0 0,-1-10-16,1 1 15,-1-18 1,0-29-16,1-27 16,-10-18-16,-10 8 15,1 10 1,0 9-16,-1 10 15,1 8 1,-1 19-16,1 10 16,9 8-1,0 10-15,0 0 16,0 9 0,0 0-16,0 0 15,0 9-15,0 19 16,0-28-1</inkml:trace>
  <inkml:trace contextRef="#ctx0" brushRef="#br0" timeOffset="-93099.73">12267 10263 0,'0'0'0,"0"0"15,0 0-15,0 0 16,0 0 0,0 0-16,0 0 15,0 0-15,0 0 16,0 0-1,0 0-15,0 0 16,0 0 0,0 0-16,0 0 15,0-9-15,0 0 16,0 0 0,0-1-16,0 1 15,-9-9 1,9-1-16,-10 1 15,10 9 1,0-1-16,0 1 16,0 0-16,0 0 15,0 9 1,0 0-16,0 0 16,0 0-1,0 0-15,0 0 16,0 9-1,0 28-15,0 18 16,0 19-16,10 18 16,-1 19-1,-9 0-15,0-19 16,0 0 0,0-8-16,0-11 15,0-26 1,0-11-16,0-8 15,0-9-15,0-10 16,0 0 0,0 0-16,0-9 15,0 0 1,0 0-16,0 0 16,10-9-1,-1-19-15,0-18 16,1-9-16,-1-19 15,-9-18 1,0-1-16,0 20 16,-9 8-1,-1 0-15,1 10 16,9 9-16,-9 9 16,9 0-1,-10 9-15,1 1 16,9 8-1,0 1-15,0 8 16,0 10 0,0 0-16,0 0 15,0 0-15,-10 10 16,1-1 0,0 19-16,-10 18 15,9 9 1,1 28-16,0 0 15,9-9-15,0-9 16,0-10 0,9 10-16,0-19 15,-9-9 1,10 0-16,-10-37 16</inkml:trace>
  <inkml:trace contextRef="#ctx0" brushRef="#br2" timeOffset="-62182.45">20593 17019 0,'0'0'0,"0"0"16,0 0 0,0 0-16,0 0 15,0 10 1,0 8-16,0 10 16,0 9-16,0 18 15,9 10 1,1 9-16,-1-1 15,10 20 1,0-1-16,-10-18 16,10-19-1,-10-9-15,1-9 16,-1-9-16,1-10 16,-10-8-1,9-1-15,-9-9 16,0 0-1,9-9-15,10-19 16,0-18-16,0-10 16,-10-8-1,1 8-15,-1 10 16,-9-9 0,0 0-16,0 8 15,-9 11 1,-1-1-16,1 9 15,-1 9-15,10 1 16,0 9 0,-9 0-16,9 9 15,-9 9 1,-1 9-16,-9 19 16,1 19-1,8 8-15,1 19 16,-1 0-16,10-18 15,0-10 1,0-18-16,0-18 16,0-1-1,0-9-15,0 1 16,0-10-16,0 0 16,0-10-1,-9-36-15,-1-18 16,10-20-1,0-8-15,-9 0 16,9 18 0,0 28-16,0 9 15,0 9-15,0 10 16,0 9 0,0 9-16,0 0 15,0 0 1,0 18-16,0 19 15,0 9-15,0 0 16,0-9 0,0-9-16,0-10 15,0-8 1,0-1-16,0 0 16,0-9-16,0 0 15,0 0 1,0-9-16,-9-28 15,-1-9 1,1-10-16,-1 19 16,10 10-1,0 8-15,0 1 16,0 9 0,0 9-16,0 0 15,-9 18-15,9 37 16,-19 38-1,10 36-15,9 0 16,0-55 0,0-28-16,0-18 15,0-10-15,0-18 16,0-27 0,-10-56-16,-18-47 15,9 1 1,10 18-16,9 38 15,0 17-15,0 19 16,0 10 0,0 17-16,0 1 15,0 0 1,0 0-16,0 9 16,0 0-1,0 0-15,0 9 16,0 28-16,0 0 15,0 9 1,0-9-16,0 0 16,0-19-1,0-9-15,0 1 16,0-10-16,0 0 16,0-10-1,0-27-15,0-9 16,0 0-1,9 9-15,-9 19 16,0-1 0,0 10-16,0 9 15,10 9-15,9 28 16,18 65 0,10 45-16,0 47 15,-9-74 1,-10-27-16,-28-93 15</inkml:trace>
  <inkml:trace contextRef="#ctx0" brushRef="#br2" timeOffset="-59532.27">20640 17075 0,'0'0'0,"0"0"16,0 0-16,0 0 15,0 0 1,0 0-16,0 0 16,0 9-16,-10 10 15,1 17 1,0 29-16,-1 9 15,1 18 1,-1 10-16,1-1 16,0-18-1,9-27-15,0-10 16,0-18 0,0-10-16,0 0 15,0-8-15,0-10 16,0 0-1,0 0-15,0-10 16,0-36 0,-10-37-16,1-28 15,-1-9-15,1 10 16,9 36 0,0 19-16,0 18 15,0 9 1,0 9-16,0 1 15,0 9 1,0 9-16,0 0 16,0 0-16,-9 37 15,-1 37 1,10 18-16,0 0 16,0-18-1,0-19-15,10-27 16,-10-10-16,0 1 15,0-10 1,0-9-16,0 0 16,0 0-1,0 0-15,9-9 16,-9 0-16,9-10 16,1 1-1,-1-1-15,-9 10 16,0 0-1,0 0-15,0 9 16,0 0 0</inkml:trace>
  <inkml:trace contextRef="#ctx0" brushRef="#br2" timeOffset="-57765.19">20583 17675 0,'0'0'0,"0"0"16,0 0 0,0 0-16,0 0 15,0 0 1,0 0-16,0 0 16,0 0-16,0 0 15,0 0 1,10-9-16,9-1 15,9-8 1,0 9-16,0-10 16,1 10-16,-1 0 15,-9-1 1,-1 1-16,1 0 16,-9 0-1,-1 0-15,10-1 16,-10 10-1,1 0-15,-1 0 16,-9 0 0,0 0-16,0 0 15,0 0-15,0 0 16,0 0 0,0 0-16,-9 10 15,-1-1 1,-9 0-16,-9 9 15,9 1-15,1-1 16,-1-8 0,9-1-16,1-9 15,0 9 1,9-9-16,0 0 16,0 0-16,0 0 15,0 0 1,9 0-16,10 0 15,9-9 1,0 0-16,10-1 16,-10 1-1,0 9-15,-9-9 16,-10 9 0,1 0-16,-1 0 15,-9 0-15,10 0 16,-10 0-1,0 0-15,0 0 16,0 0-16,0 0 16,0 0-1,0 0-15,-10 0 16,1 0 0,-10 0-16,0 0 15,0 0 1,1 0-16,8 0 15,1 0-15,-1 0 16,1 0 0,9 0-16,0 0 15,0 0 1,0 0-16,0 0 16,9-9-1,1-1-15,9 1 16,-1 0-16,1 0 15,0 0 1,-10-1-16,1 1 16,-10 9-1,9-9-15,-9 9 16,0 0-16,0 0 16,0 0-1,0 0-15,-9 0 16,-29 0-1,-9 9-15,0 0 16,0 1-16,0 8 16,0 10-1,9-10-15,10 1 16,0-1 0,9-9-16,10 1 15,-1-1 1,10-9-16,0 0 15,0 0-15,0 0 16,0 0 0,0 0-16,10 0 15,-10 0 1,9 0-16,1 0 16,-1 0-1,0 0-15,1 0 16,-1 0-16,1 0 15,8-9 1,-18 9-16</inkml:trace>
  <inkml:trace contextRef="#ctx0" brushRef="#br2" timeOffset="-55548.55">20790 17287 0,'0'0'0,"0"0"16,0 0-1,0 0-15,0 0 16,0 0-1,0 0-15,0 0 16,0 0 0,0 0-16,0 0 15,0 0 1,0 0-16,10 9 16,-1 10-16,1-1 15,8 10 1,1 0-16,-9-1 15,8 1-15,-8 0 16,-1-10 0,1-9-16,-1 1 15,-9-1 1,0-9-16,0 0 16,0 0-1,0 0-15,0 0 16,0 0-1,0 0-15,0 0 16,9-9-16,1-1 16,-1-8-1,-9-1-15,0 1 16,0 0 0,0 8-16,0 1 15,0 0-15,0 9 16,0 0-1,0 0-15,0 0 16,0 0 0,0 9-16,0 10 15,10 27-15,-1 9 16,-9 0 0,0-8-16,10-20 15,-10 1 1,0-10-16,0-18 15</inkml:trace>
  <inkml:trace contextRef="#ctx0" brushRef="#br0" timeOffset="-49331.6">20583 17250 0,'0'0'0,"0"0"0,0 0 16,0 0 0,0 0-16,0 0 15,0 0 1,0 0-16,0 0 16,0 0-16,0 0 15,0 0 1,0 0-16,0 0 15,0 0 1,0 0-16,0 0 16,0 0-1,0 0-15,0 0 16,0 0-16,0 0 16,0 0-1,0 0-15,0 0 16,0 0-1,0 0-15,0 0 16,0 0-16,0 0 16,0 0-1,0 0-15,0 0 16,0 0 0,0 0-16,0 0 15,0 0 1,0 9-16,0 10 15,10-1-15,-10 10 16,0 9 0,0 0-16,0 18 15,9 1 1,1 8-16,-10 1 16,0-10-1,0-9-15,0 1 16,0-11-1,0 1-15,0 0 16,0 0-16,0-18 16,0-1-1,0-9-15,0-9 16,0 10 0,0-10-16,0 0 15,0 0-15,0 0 16,0 0-1,0 0-15,0 0 16,0 0 0,0-10-16,0-8 15,0-10 1,-10 1-16,1-1 16,-1-9-16,1 0 15,0-9 1,-1-10-16,1 10 15,-1 0 1,10 9-16,0 0 16,0 0-16,0 10 15,0 8 1,0 1-16,0 9 16,0-1-1,0 1-15,0 0 16,0 9-1,0 0-15,0 0 16,0 0-16,0 0 16,0 0-1,0 0-15,0 0 16,0 0 0,0 0-16,0 18 15,10 10 1,-1 27-16,10 28 15,-10-9-15,1 0 16,-1-9 0,1-19-16,-1-9 15,0-9-15,-9-10 16,0 0 0,0-8-16,0-10 15,0 0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1-13T16:00:52.8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12935 6202 0,'0'0'0,"0"0"0,0 0 16,0 0 0,0 0-16,0 0 15,0 0 1,0 0-16,0 0 15,0 0 1,0 10-16,0 8 16,10 19-16,-10 9 15,0 0 1,9 19-16,0 9 16,-9 18-1,0 0-15,10 19 16,-10-111-1</inkml:trace>
  <inkml:trace contextRef="#ctx0" brushRef="#br0" timeOffset="1799.92">13528 7116 0,'0'0'16,"0"0"-16,0 0 15,0 0 1,0 0-16,0 0 16,0 0-16,0 0 15,0 0 1,9 19-16,1 8 16,-1 29-1,0 27-15,-9 37 16,0-10-16,0-17 15,0-1 1,0-18-16,10-19 16,-10-55-1</inkml:trace>
  <inkml:trace contextRef="#ctx0" brushRef="#br0" timeOffset="2238.25">14346 6987 0,'0'0'0,"0"0"16,0 0-1,0 0-15,0 9 16,-9 19-16,9 9 15,-10 27 1,10 29-16,0 8 16,0 10-1,0 0-15,0-19 16,10-9 0,-1-18-16,1-28 15,-1-10-15,-9-27 16</inkml:trace>
  <inkml:trace contextRef="#ctx0" brushRef="#br0" timeOffset="2533.67">13885 7541 0,'0'0'0,"0"0"0,0 0 15,0 0 1,19 0-16,38-10 16,27-8-1,10-10-15,10 1 16,-1 8-16,-18 1 15,-10 8 1,19 1-16,-94 9 16</inkml:trace>
  <inkml:trace contextRef="#ctx0" brushRef="#br0" timeOffset="4854.84">15400 6765 0,'0'0'16,"0"0"0,0 0-16,0 0 15,0 0-15,0 0 16,0 0 0,0 0-16,0 0 15,0 0 1,-9-9-16,-10 0 15,0 0 1,-9 9-16,-1 0 16,1 0-16,0 0 15,9 0 1,0 0-16,10 9 16,0 0-1,-1 10-15,-9 8 16,1 1-16,8 18 15,1 19 1,-1 9-16,1-1 16,-1 1-1,10 0-15,0 9 16,0-9 0,0 0-16,0 0 15,0-19-15,0 0 16,10-18-1,-1 0-15,1 0 16,-1-9 0,1 0-16,8-10 15,1 0 1,19 1-16,9-10 16,28-9-16,29-9 15,-104 9 1</inkml:trace>
  <inkml:trace contextRef="#ctx0" brushRef="#br0" timeOffset="9571.31">15880 7061 0,'0'0'0,"0"0"0,0 0 16,0 0 0,0 0-16,0 0 15,0 0 1,0 0-16,0 0 16,0 0-16,0 9 15,0 19 1,0 9-16,0-1 15,0 11 1,0-1-16,9 9 16,1 0-1,-1 1-15,10-1 16,-19-55-16</inkml:trace>
  <inkml:trace contextRef="#ctx0" brushRef="#br0" timeOffset="10053.2">16388 6885 0,'0'0'0,"0"0"16,0 0 0,0 0-16,0 0 15,0 10 1,9 17-16,10 29 16,0-1-1,0 19-15,-10 9 16,0-9-16,1 0 15,-1-19 1,1-18-16,-1-9 16,0-10-1,-9-18-15</inkml:trace>
  <inkml:trace contextRef="#ctx0" brushRef="#br0" timeOffset="10338.31">16275 7190 0,'0'0'0,"0"0"15,0 0 1,0 0-16,9 0 16,19-9-16,10-1 15,19 1 1,18 0-16,19 0 16,-94 9-16</inkml:trace>
  <inkml:trace contextRef="#ctx0" brushRef="#br0" timeOffset="12750.07">11703 9036 0,'0'0'0,"0"0"16,0 0 0,0 0-16,0 0 15,0 0-15,0 0 16,0 0-1,0 0-15,0 0 16,0 0 0,0 0-16,19-9 15,9-1 1,38-8-16,9-10 16,19 1-1,19 8-15,0 1 16,0-1-16,-113 19 15</inkml:trace>
  <inkml:trace contextRef="#ctx0" brushRef="#br0" timeOffset="13533.83">10753 8888 0,'0'0'0,"0"0"16,-10 0-1,1 0-15,-1 0 16,1 0-1,0 0-15,-1 0 16,1 0 0,-1 0-16,1 0 15,9 0-15,0 0 16,0 9 0,9 1-16,10-1 15,19 9 1,18 1-16,10-1 15,9 1 1,19-1-16,-94-18 16</inkml:trace>
  <inkml:trace contextRef="#ctx0" brushRef="#br0" timeOffset="14374.84">8702 8897 0,'0'0'0,"0"0"15,0 0-15,0 0 16,0 0-1,0 0-15,0 0 16,0 0 0,0 0-16,9 10 15,10 8 1,0 1-16,19-1 16,37-9-16,38-9 15,37-18 1,-9-1-16,-141 19 15</inkml:trace>
  <inkml:trace contextRef="#ctx0" brushRef="#br0" timeOffset="15951.64">17056 6728 0,'0'0'0,"0"0"16,0 0 0,0 0-16,0 0 15,0 0-15,0 0 16,18-9-1,1 9-15,0 0 16,9 0 0,1 0-16,-1 0 15,-9 0 1,-1 9-16,1 1 16,0-1-16,-10 0 15,1 10 1,-10 8-16,-10 1 15,1 0 1,-10 9-16,0-1 16,1-8-1,-1 0-15,9-10 16,1-8-16,9-1 16,0-9-1,0 9-15,9 0 16,10 0-1,9 1-15,1-1 16,-1 0-16,0 10 16,-9-1-1,0 1-15,-1 8 16,-8 10 0,-10 0-16,-19 9 15,-9 0-15,0-9 16,-10 0-1,-9 0-15,0-9 16,9-10 0,1-9-16,8 1 15,1-10 1,9 0-16,19 0 16</inkml:trace>
  <inkml:trace contextRef="#ctx0" brushRef="#br0" timeOffset="16306.17">17902 6682 0,'0'0'0,"0"0"15,0 0-15,0 9 16,0 19 0,0 9-16,-9 18 15,-1 19-15,1 0 16,0 0-1,9 0-15,0-19 16,0-9 0,9-9-16,0 0 15,-9-37 1</inkml:trace>
  <inkml:trace contextRef="#ctx0" brushRef="#br0" timeOffset="16566.98">17507 7171 0,'0'0'0,"0"0"15,0 0-15,0 0 16,0 0-1,10 0-15,27-9 16,29-9-16,19-10 16,9 0-1,9 1-15,-103 27 16</inkml:trace>
  <inkml:trace contextRef="#ctx0" brushRef="#br0" timeOffset="17250.21">18410 6765 0,'0'0'16,"0"0"-16,0 0 16,0 0-1,0 0-15,0 0 16,0 0-16,0 0 15,0 0 1,0 0-16,10 0 16,-1 0-1,10 10-15,0-1 16,0 0 0,-1 9-16,11 1 15,-11 9-15,1 9 16,-9-1-1,-1 11-15,-9-1 16,0 9-16,-19 1 16,-9-1-1,-10 0-15,10-9 16,-9 1 0,8-11-16,10-17 15,10-1 1,0-8-16,-1-1 15,10 0-15,0-9 16,0 0 0,0 0-16,19 0 15,28 0 1,10-9-16,8 0 16,1-1-1,10-8-15,8-1 16,-84 19-16</inkml:trace>
  <inkml:trace contextRef="#ctx0" brushRef="#br0" timeOffset="18171.56">18645 6248 0,'0'0'0,"0"0"0,10 0 15,9 0 1,18 0-16,29 0 16,28 0-1,0 0-15,0-9 16,-18 0-1,8 0-15,-18 9 16,-9 0 0,-10 0-16,-10 9 15,-18-9-15,0 9 16,-10 0 0,1 10-16,-1-1 15,1 10 1,-1 9-16,-9 9 15,0 19-15,0 9 16,0 18 0,0 0-16,9 0 15,1 1 1,-1-1-16,1 0 16,-1 1-1,0-19-15,1 9 16,-1-10-16,-9-8 15,0 0 1,0-10-16,0-9 16,0 0-1,-9-9-15,-1 0 16,1 0 0,-10-9-16,0-1 15,-9 1-15,-19 0 16,-9 0-1,-20-10-15,1-9 16,-19 0 0,-19-18-16,113 9 15</inkml:trace>
  <inkml:trace contextRef="#ctx0" brushRef="#br0" timeOffset="19304.82">20264 6867 0,'0'0'0,"0"0"0,0 0 15,0 0 1,0 0-16,0 0 16,0 0-1,0 0-15,0 9 16,0 10-16,0 17 15,-10 11 1,-9 17-16,10-8 16,-10 8-1,10-8-15,-1-19 16,1-10 0,-1-8-16,10-10 15,0 0-15,0-9 16,0 0-1,0 0-15,0 0 16,0 0 0,10-18-16,9-19 15,0-9 1,9-10-16,0 1 16,0 9-16,0 9 15,-9 9 1,9 0-16,-9 10 15,0-1-15,0 10 16,0 0 0,0 9-16,-1 0 15,11 9 1,-11 10-16,11 18 16,-11 0-1,1 18-15,0 0 16,-10 1-1,1-10-15,-1 9 16,10-9-16,0-9 16,37-9-1,-56-28-15</inkml:trace>
  <inkml:trace contextRef="#ctx0" brushRef="#br0" timeOffset="19900.34">21628 6618 0,'0'0'0,"0"0"16,0 0-1,0 0-15,0 9 16,9 9 0,0 10-16,1 9 15,-10 18-15,9 1 16,-9 8 0,0 10-16,-9-9 15,9-10 1,0-18-16,-10 0 15,1-9-15,9-28 16</inkml:trace>
  <inkml:trace contextRef="#ctx0" brushRef="#br0" timeOffset="20133.68">21261 7005 0,'0'0'16,"0"0"-1,9 0-15,10 0 16,19 0-16,9 0 16,28 0-1,10-9-15,9 9 16,9-9-1,-103 9-15</inkml:trace>
  <inkml:trace contextRef="#ctx0" brushRef="#br0" timeOffset="20450.34">22427 6322 0,'0'0'0,"0"0"15,0 10 1,0-1-16,0 18 15,-9 10 1,-1 46-16,1 37 16,-10 19-1,0 36-15,1 28 16,-1 28-16</inkml:trace>
  <inkml:trace contextRef="#ctx0" brushRef="#br0" timeOffset="21834.49">10771 9451 0,'0'0'0,"0"0"15,-9 0 1,-10 0-16,0 0 16,1 0-1,-1 0-15,0 0 16,10 0-1,-1 9-15,1 1 16,-1 27-16,10 36 16,10 29-1,9 27-15,37 74 16,10 19 0</inkml:trace>
  <inkml:trace contextRef="#ctx0" brushRef="#br0" timeOffset="24400.14">10771 9423 0,'0'0'16,"0"0"-16,0 0 15,-9 0 1,0 0-16,-1-9 15,1 9-15,9 0 16,0 0 0,0 0-16,0 0 15,-10 9 1,1 1-16,0 8 16,-1 19-1,1 9-15,-1 28 16,1 0-16,9 0 15,9 0 1,-9-1-16,10-8 16,-1-10-1,-9 1-15,0-19 16,0 0-16,0-10 16,0-8-1,0-1-15,0-9 16,0 1-1,0-10-15,0 0 16,0 0-16</inkml:trace>
  <inkml:trace contextRef="#ctx0" brushRef="#br0" timeOffset="29754.52">17470 8501 0,'0'0'0,"0"0"16,0 0-16,0 0 16,0 0-1,-10 9-15,1 9 16,-10 10-1,-19 18-15,-9 37 16,-19 28-16,1 9 16,8-9-1,1 9-15,9-10 16,18-27 0,11-9-16,8-9 15,10-10 1,10-18-16,8-9 15,1-10-15,19 1 16,9-19 0,9-9-16,1-10 15,-1-9 1,-9 1-16,-9-10 16,-10 9-16,-9 0 15,-10 1 1,1-1-16,-1 0 15,-9 10 1,-9-1-16,-1 1 16,-8-1-1,-11 10-15,-27 0 16,-10 9-16,-9 9 16,18 0-1,10 10-15,19-10 16,9 0-1,19-9-15</inkml:trace>
  <inkml:trace contextRef="#ctx0" brushRef="#br0" timeOffset="30523.85">17893 8944 0,'0'0'0,"0"0"16,0 0-1,0 9-15,-10 9 16,1 10-16,0 9 16,-1 27-1,1 20-15,-1-1 16,1-10-1,0-8-15,-1-10 16,1-8-16,-1-11 16,10-17-1,0-10-15,0 0 16,0-9 0,0 0-16,0 0 15,0-9 1,10-9-16,-1-28 15,10-19-15,0-9 16,9 9 0,0 1-16,1 9 15,-1 18 1,0 0-16,0 9 16,0 10-1,-9-1-15,0 10 16,9 0-16,-9 9 15,0 9 1,9 9-16,0 1 16,-9 8-1,9 20-15,-9 8 16,0 0-16,0 1 16,0-10-1,-1-18-15,1-1 16,19-8-1,18-10-15,48-18 16,-104 9 0</inkml:trace>
  <inkml:trace contextRef="#ctx0" brushRef="#br0" timeOffset="32118.86">19530 8657 0,'0'0'0,"0"0"16,0 0 0,0 0-16,0 0 15,0 0 1,0 0-16,0 19 15,9 18-15,1 18 16,-10 28 0,0 0-16,-10 0 15,1-9 1,9 0-16,0-19 16,0-8-1,-10-20-15,10-8 16,0-19-16</inkml:trace>
  <inkml:trace contextRef="#ctx0" brushRef="#br0" timeOffset="32404.48">19116 9064 0,'0'0'0,"0"0"16,19 0-1,18-10-15,29-8 16,38-1 0,9 1-16,-1-1 15,1 10 1,-19 0-16,-9 0 15,0 0-15,-1-1 16,-84 10 0</inkml:trace>
  <inkml:trace contextRef="#ctx0" brushRef="#br0" timeOffset="34837.48">20847 8491 0,'0'0'0,"0"0"16,0 0-16,0 0 15,0 0 1,0 0-16,0 0 16,0 10-1,0 17-15,-10 10 16,-8 28 0,-1 18-16,-9 0 15,-10 0-15,0-9 16,10-10-1,0-17-15,9-11 16,10-8 0,-1-9-16,1-1 15,9-9 1,0 1-16,9-1 16,1 0-16,18 0 15,19 0 1,9-9-16,20 0 15,-11 0 1,1 0-16,0-9 16,0 9-16,-19 0 15,-19 0 1,0-9-16,-9 9 16,0-9-1,-9 0-15,-1-1 16,-9 1-16,0 0 15,-9-10 1,-1 1-16,-9-1 16,0 1-1,1 0-15,-1-1 16,0 1 0,0 8-16,10 1 15,-1 9-15,1 0 16,9 0-1,-9 9-15,-10 19 16,0 27 0,10 19-16,-1 37 15,1 9 1,9 28-16,-10-19 16,10-129-16</inkml:trace>
  <inkml:trace contextRef="#ctx0" brushRef="#br0" timeOffset="35789.48">13735 9387 0,'0'0'16,"0"0"-16,0 0 15,0 0 1,0 9-16,0 18 16,9 29-16,-9 18 15,10 36 1,-1-8-16,-9-10 15,9-18 1,1-9-16,-1-28 16,-9-37-1</inkml:trace>
  <inkml:trace contextRef="#ctx0" brushRef="#br0" timeOffset="36136.08">13142 9580 0,'0'0'0,"0"0"15,0 0-15,0 0 16,10-9-1,18-9-15,19-10 16,19-9 0,18 0-16,20-9 15,-10 0-15,0 0 16,0 0 0,-19 9-16,-9 0 15,0 9 1,-10 0-16,10-9 15,-66 37 1</inkml:trace>
  <inkml:trace contextRef="#ctx0" brushRef="#br0" timeOffset="36520.9">14666 8694 0,'0'0'0,"0"0"16,0 0 0,-9 10-16,-1-1 15,-8 18-15,-20 20 16,-9 17-1,-10 19-15,1 28 16,0 9 0,8 0-16,11 0 15,9 9-15,-1-9 16,20 0 0,9-9-16,19-19 15,0-27 1,28-10-16,19-18 15,18-18 1,-84-19-16</inkml:trace>
  <inkml:trace contextRef="#ctx0" brushRef="#br0" timeOffset="37142.25">14901 9516 0,'0'0'0,"0"0"16,0 9 0,-9 9-16,0 19 15,-1 10-15,1 8 16,-10 10-1,9-10-15,1-9 16,0-9 0,-1-9-16,1-10 15,9-9-15,0 1 16,0-10 0,0 0-16,0 0 15,0 0 1,0-10-16,9-17 15,10-38 1,0 0-16,9 1 16,0 8-1,1 1-15,8 9 16,1 0-16,-10 18 16,0 10-1,0-1-15,1 10 16,-1 0-1,0 9-15,-9 9 16,9 9-16,0 10 16,1 18-1,-11 19-15,1 18 16,0-9 0,-10-10-16,1 1 15,9-10-15,-10-18 16,10-18-1,0-10-15,-19-9 16</inkml:trace>
  <inkml:trace contextRef="#ctx0" brushRef="#br0" timeOffset="37595.89">15353 9008 0,'0'0'0,"0"0"16,0 0-16,9 0 15,10 0 1,9 9-16,1 10 16,8 9-1,10 27-15,0 19 16,0 27 0,-9-8-16,-10 17 15,0 10-15,-18 0 16,-1-9-1,-9-19-15,0 1 16,-9-20 0,9-17-16,-10-19 15,10-10 1,0-8-16,0-10 16,0-9-16,0 0 15</inkml:trace>
  <inkml:trace contextRef="#ctx0" brushRef="#br0" timeOffset="37917.31">16247 9516 0,'0'0'15,"0"0"-15,0 0 16,9 0 0,10-9-16,9-1 15,10 10-15,18 0 16,1-9-1,8 9-15,1-9 16,-9 9 0,-57 0-16</inkml:trace>
  <inkml:trace contextRef="#ctx0" brushRef="#br0" timeOffset="38200.68">16247 10042 0,'0'0'16,"0"0"-16,0 0 16,0 0-1,0 0-15,9 0 16,19 0-16,19-9 15,19-1 1,9 1-16,29-9 16,-1-1-1,-9 10-15,0 9 16,-94 0 0</inkml:trace>
  <inkml:trace contextRef="#ctx0" brushRef="#br0" timeOffset="39004.71">13076 8547 0,'0'0'0,"0"0"15,0 0-15,0 0 16,0 0-1,0 0-15,-9 9 16,-1 0 0,10 10-16,-9 17 15,9 11 1,0 26-16,0 20 16,0 18-1,0 9-15,0 27 16,0-18-16,-9 38 15,9 17 1,0 10-16,0 0 16,-10-10-1,10 10-15,0-28 16,0-27-16,0-10 16,10-18-1,-1-37-15,0-19 16,1-18-1,-10-37-15</inkml:trace>
  <inkml:trace contextRef="#ctx0" brushRef="#br0" timeOffset="40884.06">13142 8427 0,'0'0'0,"10"0"16,27 0-16,20 0 16,18 9-1,38-9-15,0 0 16,18 9-16,29-9 15,0 0 1,19 0-16,28-9 16,-10 0-1,29-10-15,0 1 16,9-10 0,0 0-16,1 1 15,-1-1-15,0 0 16,10 1-1,-20-1-15,1 9 16,9 1 0,-28 0-16,10-1 15,-20 10 1,10 0-16,-28-1 16,18 1-16,-18 0 15,-9 0 1,8-1-16,-8 1 15,-1 9 1,-19-9-16,1 0 16,18 0-1,-28-1-15,10 1 16,-1 0-16,-8 0 16,-11-1-1,20 1-15,-20-9 16,1 9-1,0-1-15,9-8 16,-9 9-16,-1-1 16,-8 1-1,-10 0-15,-19 0 16,0-1 0,-19 1-16,-9 9 15,-19 0-15,-9 0 16,-1 9-1,-9 1-15,-9-10 16,0 9 0,0 0-16,-10 0 15,10 10 1,0 9-16,-10-1 16,1 19-1,8 10-15,-8 27 16,-1 28-16,-9-1 15,0 1 1,0 18-16,-9 0 16,9 1-16,0-1 15,-10-18 1,10 9-16,-9-28 16,9-18-1,-9 0-15,-1-1 16,10-8-16,0 0 15,0-19 1,-9 0-16,-1 0 16,1-9-1,0 0-15,-10 0 16,0 0 0,0 0-16,-9 0 15,0 0 1,0-1-16,-10 1 15,-9 10-15,0-11 16,-10 1 0,1 0-16,-10-9 15,10-10 1,-10 10-16,0-9 16,-9-1-1,-19 1-15,-19-1 16,0 0-16,-19 1 15,-18-1 1,-1 1-16,-28-1 16,-9 10-1,0-10-15,-19 1 16,19-1-16,-28 1 16,27-1-1,-27 1-15,18-10 16,-27 0-1,18-9-15,0 9 16,-19 1-16,0-1 16,10 0-1,-19 0-15,18 1 16,10-1 0,-18 0-16,18 0 15,-19 0 1,38 1-16,-10-10 15,29 0-15,-10 9 16,0 0 0,10 0-16,0 1 15,-1-1 1,1 0-16,0-9 16,18 9-1,19-9-15,-28 0 16,29 0-16,8 10 15,1-10 1,9 9-16,19 0 16,0-9-1,0 9-15,9 0 16,1 1 0,18-1-16,9-9 15,20 9-15,-1-9 16,10 0-1,28 0-15</inkml:trace>
  <inkml:trace contextRef="#ctx0" brushRef="#br0" timeOffset="60791.74">20414 13392 0,'0'0'0,"0"0"0,0 0 16,0 0 0,0 0-16,0 0 15,0 9 1,-9 10-16,-1 18 16,1 55-1,-1 19-15,10 9 16,0 18-16,0-8 15,0-38 1,0-18-16,0-19 16,0-55-1</inkml:trace>
  <inkml:trace contextRef="#ctx0" brushRef="#br0" timeOffset="61367.64">19699 13660 0,'0'0'16,"0"0"-16,0 0 15,0 0 1,0 0-16,10-9 15,27-19 1,29-9-16,47-18 16,19-10-16,18-9 15,-18 10 1,-19 8-16,-10 10 16,-28 9-16,-9 9 15,-28 10 1,-10 9-16,-9 0 15,-10 9 1,1 0-16,-1 0 16,-9 0-1,0 0-15,0 0 16,0 18-16,-19 28 16,1 19-1,-11 18-15,1 0 16,0 37-1,0 0-15,9-9 16,9 9 0,10 0-16,19-28 15,9-9-15,10-9 16,28 0 0,0-19-16,18-27 15,11-28 1,-95 0-16</inkml:trace>
  <inkml:trace contextRef="#ctx0" brushRef="#br0" timeOffset="61934.56">21148 13863 0,'0'0'0,"0"0"16,0 0-1,0 18-15,9 10 16,1 18 0,8 10-16,1-1 15,0-9-15,-9-18 16,-1-10-1,0 1-15,1-10 16,-10-9 0,0 0-16,0 0 15,0 0-15,0-18 16,9-19 0,10-28-16,19-46 15,9-18 1,9 18-16,1 28 15,-1 28 1,-9 18-16,-9 9 16,-1 10-16,-9 18 15,1 9 1,8 19-16,-8 18 16,8 46-1,-9 0-15,-9 19 16,0 0-16,-10-28 15,10-28 1,0-18-16,19-9 16,18-28-1,-56 0-15</inkml:trace>
  <inkml:trace contextRef="#ctx0" brushRef="#br0" timeOffset="62317.13">21797 13189 0,'0'0'0,"9"0"16,20-9-16,27-10 15,29 1 1,18 9-16,-9 9 16,0 18-16,-18 19 15,-11 9 1,-8 19-16,-10 27 16,-19 28-1,-9 19-15,-19 18 16,-9-1-16,-10-17 15,-9 18 1,-1-19-16,1-27 16,9-19-1,10-18-15,9-74 16</inkml:trace>
  <inkml:trace contextRef="#ctx0" brushRef="#br0" timeOffset="62628.05">22757 13780 0,'0'0'0,"0"0"16,9 0 0,29-9-16,37-19 15,9 0 1,1 1-16,-19 8 16,0 1-1,0 8-15,-10 1 16,-9 9-16,-47 0 15</inkml:trace>
  <inkml:trace contextRef="#ctx0" brushRef="#br0" timeOffset="62834.56">22973 14278 0,'0'0'0,"0"0"16,19 0 0,28-18-16,28-10 15,38-9-15,9-9 16,-122 46 0</inkml:trace>
  <inkml:trace contextRef="#ctx0" brushRef="#br0" timeOffset="63951.43">23970 11814 0,'0'0'0,"0"0"15,0 0-15,0 0 16,0 0-16,-9 0 16,-29 9-1,-28 19-15,-28 27 16,-28 38 0,0-10-16,18 0 15,38 0-15,19-19 16,19-8-1,9-10-15,19-9 16,10 0 0,18 9-16,28 9 15,19 19 1,10 0-16,0 9 16,9 9-1,0 1-15,-9 8 16,-10 19-16,-19 0 15,-18 0 1,-10 9-16,-18 10 16,-20-1-1,-18-9-15,-10-18 16,-18 0-16,-1-19 16,10-18-1,10-9-15,-1-19 16,10-19-1,9-8-15,10-1 16,-1-8 0,1-1-16,-1 0 15,10-9-15,0 0 16,0 0 0,0 0-16,10 0 15,-1 9 1,10 1-16,0-1 15,0 9-15,9 1 16,0 8 0,0 10-16,1 19 15,-11 27 1,1 9-16,-9 19 16,-10 18-1,0 19-15,-10-19 16,-9 28-16,1 0 15,-1 0 1,-9-10-16,9 1 16,0-10-1,0 19-15,10-18 16,9-28 0,9-1-16,10-8 15,9-19-15,10-9 16,18-19-1,1-9-15,18-9 16,0-9 0,19-10-16,10-18 15,-10-9 1,19-19-16,-113 28 16</inkml:trace>
  <inkml:trace contextRef="#ctx0" brushRef="#br0" timeOffset="65635.05">29445 11999 0,'0'0'0,"0"0"15,0 0-15,0 0 16,0 0 0,0 0-16,0 0 15,0 0 1,0 0-16,0 18 15,0 19-15,0 9 16,-9 9 0,-1-8-16,1-10 15,9-10 1,0-8-16,0-1 16,0-9-16,0 1 15,0-10 1,0 0-16,0 0 15,0 0 1,0 0-16,9-19 16,1-18-1,9 0-15,-1-9 16,1 0-16,0 9 16,9 0-1,-9 9-15,0 10 16,9 0-1,-9 8-15,0 1 16,0 9 0,-10 0-16,0 0 15,10 9-15,-9 1 16,-1 8 0,0 0-16,1 10 15,9 18 1,-1 10-16,1 8 15,-19-64-15</inkml:trace>
  <inkml:trace contextRef="#ctx0" brushRef="#br0" timeOffset="66088.86">30461 11832 0,'0'0'15,"0"0"-15,0 0 16,-9 10-1,-1-1-15,-18 19 16,-9 8-16,-11 11 16,1-1-1,10-9-15,-1 0 16,19-10 0,1-8-16,8-1 15,1-9 1,9 1-16,0-1 15,9 9-15,10 1 16,19-1 0,9 10-16,9 0 15,10-1 1,19 1-16,-1-9 16,-84-19-16</inkml:trace>
  <inkml:trace contextRef="#ctx0" brushRef="#br0" timeOffset="66534.6">30875 12626 0,'0'0'0,"0"0"16,0 0 0,0 0-16,0 0 15,0 0 1,0 0-16,0 0 16,-28 9-16,-29 1 15,-37 8 1,-9 1-16,9-1 15,9 0 1,10 10-16,75-28 16</inkml:trace>
  <inkml:trace contextRef="#ctx0" brushRef="#br0" timeOffset="67172.45">31251 11823 0,'0'0'16,"0"0"-16,0 0 15,-9 0-15,0 0 16,-10 9 0,-9 10-16,-1 9 15,-8 27 1,8 0-16,11 1 15,8-1 1,10 0-16,0 1 16,10-19-16,18 0 15,10-10 1,-1-8-16,1-1 16,-1-8-1,1-10-15,0-10 16,-1 1-1,-8 0-15,-1-10 16,-9 1-16,-1-10 16,-8 10-1,-1-1-15,1 1 16,-1-1 0,-9 1-16,0-10 15,0 10-15,0-1 16,-9 1-1,-1-1-15,-9 1 16,1-1 0,-20 1-16,38 18 15</inkml:trace>
  <inkml:trace contextRef="#ctx0" brushRef="#br0" timeOffset="67958.86">31233 11897 0,'0'0'16,"0"0"-16,0 0 16,0 0-1,0 0-15,0 0 16,0 0-16,0 0 16,0 0-1,9 0-15,10 0 16,9 0-1,0 0-15,10 0 16,0 0 0,-10 9-16,0 10 15,10-1-15,-1 19 16,-9 9 0,-28-46-16</inkml:trace>
  <inkml:trace contextRef="#ctx0" brushRef="#br0" timeOffset="71351.23">25268 12257 0,'0'0'0,"0"0"0,0 0 16,-9-9 0,-1 9-16,1-9 15,9 9 1,-9-10-16,-1 1 16,10 0-1,0 0-15,10-10 16,8-9-16,20-8 15,9-11 1,0 10-16,0 10 16,-9 8-16,-1 10 15,1 9 1,-10 9-16,1 10 16,-11-1-1,-8 28-15,-29 56 16,-19 18-1,-18 9-15,-1-9 16,-18 0 0,19-28-16,9-27 15,9-19-15,19-18 16,10-10 0,-1-8-16,10-10 15,10 0 1,27-10-16,48-17 15,56-29-15,29 1 16,-29 9 0,0 9-16,-28 9 15,-29 10 1,-18 8-16,-28 10 16,-1 0-16,-37 0 15</inkml:trace>
  <inkml:trace contextRef="#ctx0" brushRef="#br0" timeOffset="77071.72">30377 14860 0,'0'0'0,"0"0"16,0 0 0,0 0-16,0 0 15,0 0-15,0 0 16,0 9 0,0-9-16,9 9 15,19-9 1,0-9-16,10 0 15,9-10 1,-9 1-16,-10-1 16,0 1-16,-9-1 15,-10 1 1,1 9-16,-1 0 16,1-1-1,-10 1-15,0 0 16,-10 0-16,1-1 15,-1 1 1,-8 0-16,-11 0 16,1 9-1,0 9-15,0 0 16,-1 10 0,-8 8-16,9 10 15,-1 9-15,11 1 16,-1-1-1,9 0-15,1 0 16,9-9 0,0-9-16,9-1 15,1 10-15,9-9 16,-1-10 0,11 1-16,18-1 15,9-18 1,10-9-16,9-9 15,0-19-15,-9 0 16,0 0 0,-9-19-16,-10 10 15,0 0 1,-10-9-16,1-1 16,0-8-1,-10-1-15,-9 1 16,-1 8-1,-8 10-15,-1 0 16,1 9-16,-1 9 16,-9 1-1,0 8-15,0 1 16,0 8 0,0 1-16,0 9 15,0 0-15,0 0 16,-9-9-1,-1 9-15,-9 0 16,1 9 0,-20 28-16,0 18 15,-9 29 1,10 8-16,8-9 16,1 18-16,9-8 15,1-1 1,8-18-16,1-10 15,9-17 1,0-20-16,0-8 16,9-1-1,1-9-15,8 1 16,11-10-16,18-10 16,18-17-1,11-10-15,-10-9 16,-10-10-1,0 10-15,-8 9 16,-11 0-16,1 0 16,-19 10-1,-1 8-15,-8 10 16,-1 0 0,1 0-16,-10-1 15,0 10 1,0 0-16,-10-9 15,1 9-15,-1 0 16,1 0 0,9 0-16,0 0 15,-9 9 1,9 1-16,0-1 16,0 9-16,9 10 15,10 18 1,-10 0-16,10 10 15,0 8 1,-10-8-16,-9-10 16,0 9-1,0-18-15,-9-9 16,-1-10-16,1 1 16,9-10-1,0 0-15,0-9 16,0 0-1,0 0-15,28-9 16,10-19-16,18-9 16,1-9-1,-1 0-15,10 0 16,-9 0 0,-10 9-16,-10 9 15,-9 0 1,-9 10-16,0-1 15,-10 10-15,1-9 16,-10 9 0,0-1-16,0 10 15,-10-9 1,1 9-16,0 0 16,-10 9-1,-9 10-15,-1 18 16,1 9-16,9 0 15,10-9 1,9 0-16,19 0 16,37 0-1,48-19-15,56-27 16,65-10-16</inkml:trace>
  <inkml:trace contextRef="#ctx0" brushRef="#br0" timeOffset="81222.03">30762 15598 0,'0'0'0,"0"0"15,0 0 1,0 0-16,0 0 16,0 0-1,0 9-15,0 10 16,-9 18 0,-1 27-16,1 10 15,9-9 1,0-10-16,0-18 15,0-9-15,9-10 16,1-9 0,-1 1-16,-9-10 15,10 0 1,-1 0-16,0-10 16,10 1-1,-9 0-15,-1 0 16,0 0-16,-9 9 15,0 0 1,0 0-16,0 0 16,0 0-1,0 0-15,0 0 16,10 9 0,9 0-16,0 9 15,-1 1-15,11-1 16,-1 1-1,0-10-15,0-9 16,10 0 0,-10-9-16,0 0 15,1-10-15,-1 1 16,-9-10 0,-1 0-16,1 1 15,-9-1 1,-1 0-16,0 1 15,-9-1-15,0 9 16,0 1 0,0 9-16,0-1 15,0 1 1,0 0-16,0 0 16,-9 0-1,9 9-15,0 0 16,0 0-16,0 0 15,0 0 1,0 0-16,0-10 16,9 1-1,10-9-15,0-10 16,9 0 0,10-9-16,-10 0 15,10 1-15,-1-1 16,1-10-1,-10 11-15,-9 8 16,-10 0 0,1 10-16,-10 8 15,0 1-15,0 9 16,-10 0 0,-8 0-16,-11 9 15,1 10 1,0-1-16,-10 19 15,10 0-15,0 0 16,9 0 0,10 0-16,-1 0 15,1 0 1,-1 9-16,10-9 16,0 0-1,0 9-15,0-9 16,0-9-16,0-1 15,0 1 1,0-10-16,0 1 16,0-1-1,0-8-15,0-1 16,0 0 0,0-9-16,0 0 15,0 0-15,0 0 16,19-9-1,9-19-15,20-18 16,8 0 0,-9 0-16,0 9 15,-9 18-15,-10 10 16,-9 9 0,0 0-16,-1 9 15,-8 10 1,-1 8-16,1 20 15,-10-1-15,0 0 16,0-9 0,0-10-16,9 1 15,0-9 1,1-10-16,9 0 16,-1-9-1,11 0-15,-1-9 16,9-10-1,1 1-15,9-10 16,-9 1-16,-1-10 16,-18 9-1,0 0-15,-10 10 16,1-1 0,-10 1-16,0-10 15,0 10-15,0 8 16,0 1-1,-10 0-15,1 0 16,0 0 0,-1-1-16,1 10 15,-1 0-15,1 0 16,0 10 0,-10 8-16,9 0 15,1 10 1,0 9-16,9 0 15,0 0 1,9-9-16,10-1 16,9 1-16,0-10 15,10 1 1,-1-10-16,11-9 16,-1-18-1,0-10-15,0-9 16,9-18-16,-18-10 15,-10 10 1,-9 9-16,-10 9 16,-9 9-1,0 9-15,0 10 16,0 9 0,0 0-16,0 0 15,0 0-15,0 0 16,0 0-1,0 0-15,0 0 16,0 9 0,0 10-16,10 9 15,-1-1 1,10 1-16,0 9 16,-10-9-16,10-1 15,0 1 1,-10-10-16,10 1 15,0-10 1,-10 0-16,10 1 16,0-1-1,0-9-15,-1 0 16,11-9-16,-11-1 16,11-8-1,-1-1-15,0 1 16,-9 0-1,0-1-15,-1-9 16,-8 10-16,-1-1 16,-9 10-1,0 0-15,0 0 16,0 9 0,0 0-16,0 0 15,0 0-15,-9 0 16,-10 9-1,-9 19-15,-10 18 16,10 0 0,0 0-16,9 0 15,19-9 1,9-9-16,57 0 16,94-47-16,66 1 15</inkml:trace>
  <inkml:trace contextRef="#ctx0" brushRef="#br0" timeOffset="84843.2">24563 15386 0,'0'0'0,"0"0"16,0 0-16,0 0 16,0 0-1,0 0-15,0 0 16,0 0-16,0 0 16,0 0-1,0 18-15,-10 10 16,1 9-1,0 9-15,-1 0 16,10 10-16,-9-1 16,9-9-1,-10-9-15,1 0 16,-1-9 0,10-19-16,0-9 15</inkml:trace>
  <inkml:trace contextRef="#ctx0" brushRef="#br0" timeOffset="85151.58">23961 15543 0,'0'0'0,"0"0"15,0 0 1,0 0-16,9 0 16,19-9-1,29-10-15,27-9 16,10 1-16,1 8 16,-20 1-1,-9-1-15,9 1 16,-9-1-1,0 1-15,-10-1 16,-56 19-16</inkml:trace>
  <inkml:trace contextRef="#ctx0" brushRef="#br0" timeOffset="85603.82">25362 14767 0,'0'0'0,"0"0"16,0 0 0,0 0-16,0 0 15,-9 10 1,-10 8-16,-9 10 16,-29 46-1,1 9-15,-10 18 16,10 10-16,-1 9 15,10 0 1,19-18-16,9 8 16,19 1-1,10-9-15,18-10 16,9 0 0,20-18-16,9-9 15,-66-65-15</inkml:trace>
  <inkml:trace contextRef="#ctx0" brushRef="#br0" timeOffset="86323.22">25447 15469 0,'0'0'16,"0"0"-16,0 0 16,0 18-1,0 19-15,0 28 16,9 18 0,1-9-16,-10-10 15,0-17-15,0-20 16,0-8-1,0-10-15,0-9 16,0 0 0,0 0-16,0-19 15,0-27 1,9-18-16,-9 8 16,10 10-16,-10 9 15,9 0 1,0 10-16,1 8 15,-1 1 1,1-1-16,-1 10 16,1 0-16,-1 9 15,10 0 1,0 9-16,9 10 16,0-1-1,0 10-15,0 9 16,-9 9-1,0 9-15,0-9 16,0 0-16,-10-9 16,1 0-1,-1-9-15,0 0 16,-9-28 0</inkml:trace>
  <inkml:trace contextRef="#ctx0" brushRef="#br0" timeOffset="86652.31">26059 15718 0,'0'0'16,"0"0"-16,0 0 15,0 0 1,9 0-16,10 0 16,18 0-1,1-9-15,0 9 16,-1-9-16,1-1 15,9-8 1,-47 18-16</inkml:trace>
  <inkml:trace contextRef="#ctx0" brushRef="#br0" timeOffset="87018.42">26623 15450 0,'0'0'0,"0"0"15,0 0-15,0 0 16,0 0 0,0 0-16,0 0 15,9 19 1,1-1-16,-1 10 16,1 27-1,-1 19-15,0 9 16,1 0-1,-1-9-15,-9-74 16</inkml:trace>
  <inkml:trace contextRef="#ctx0" brushRef="#br0" timeOffset="87574.6">26642 14841 0,'0'0'16,"0"0"-16,0 0 15,9 10 1,19 8-16,29 28 15,9 9 1,0 10-16,-1 0 16,1 9-1,-9-1-15,-10 1 16,-10 0-16,-18 9 16,-9 9-1,-20 19-15,-18-9 16,0-1-1,-19-8-15,0-1 16,0-28 0,0-8-16,9-10 15,0-9-15,10-19 16,28-18 0</inkml:trace>
  <inkml:trace contextRef="#ctx0" brushRef="#br0" timeOffset="88057.25">27742 14980 0,'0'0'16,"0"0"-16,0 0 16,0 0-1,0 0-15,0 9 16,10 19 0,-1 18-16,1 18 15,-10 10-15,0 0 16,0 0-1,0 0-15,0-19 16,0 1 0,0-1-16,-10-9 15,10-46 1</inkml:trace>
  <inkml:trace contextRef="#ctx0" brushRef="#br0" timeOffset="88351.97">27338 15506 0,'0'0'15,"0"0"-15,0 0 16,9 0-1,20-9-15,27-1 16,0-8-16,29-1 16,9-8-1,0 8-15,-9 1 16,-10-1 0,0 1-16,1-1 15,-76 19-15</inkml:trace>
  <inkml:trace contextRef="#ctx0" brushRef="#br0" timeOffset="91973.57">15588 16198 0,'0'0'0,"0"0"16,0 0-16,0 0 15,0 0 1,0 0-16,0 0 16,0 0-1,0 9-15,0 10 16,-9 8-16,9 20 15,0 8 1,0-9-16,0 0 16,0-9-1,9 9-15,0-9 16,1 0-16,-1 0 16,10-9-1,-19-28-15</inkml:trace>
  <inkml:trace contextRef="#ctx0" brushRef="#br0" timeOffset="93335.14">18326 16420 0,'0'0'0,"0"0"16,0 0-1,0 0-15,0 0 16,0 0 0,0 0-16,0 0 15,0-10 1,9-8-16,10-1 15,9-8-15,0 8 16,10 1 0,-10 9-16,-9-1 15,9 10 1,-9 0-16,0 10 16,0-1-16,-10 9 15,0 10 1,-9 18-16,0 0 15,-9 10 1,-10-1-16,0-9 16,-9-9-1,9-9-15,10-10 16,0 1-16,9-10 16,-10 0-1,10-9-15,0 0 16,10 0-1,27 0-15,20-9 16,18 0 0,19-10-16,0 1 15,-19 9 1,1-1-16,-20-8 16,-56 18-16</inkml:trace>
  <inkml:trace contextRef="#ctx0" brushRef="#br0" timeOffset="94291.16">17131 16420 0,'0'0'0,"0"0"15,0 0-15,0 0 16,0 0 0,0-10-16,9 1 15,1 0 1,9-10-16,-1 1 16,1-1-16,0 10 15,0 0 1,0 0-16,-1 0 15,1 9 1,-9 0-16,-1 0 16,10 9-1,-10 0-15,1 9 16,-1 10-16,-9 9 16,0 0-1,-9 0-15,-1-9 16,10-10-1,0-9-15,0 1 16,0-1-16,0 0 16,0-9-1,0 0-15,10 9 16,8 0 0,11 1-16,8-1 15,10 0 1,-9 0-16,0 1 15,-1-1-15,-9 0 16,-9 0 0,0 1-16,-9 8 15,-1 0 1,-9 1-16,-9-1 16,-20 10-1,-8 0-15,-10-1 16,-29 1-16,-18 0 15,0-10 1,0-9-16,9-9 16,85 0-1</inkml:trace>
  <inkml:trace contextRef="#ctx0" brushRef="#br0" timeOffset="96285.46">11722 16235 0,'0'0'16,"0"0"-16,0 0 15,0-9 1,0-1-16,0 1 15,0-9-15,0-1 16,0 10 0,0 0-16,-10 0 15,10 9 1,0 0-16,0 0 16,-9 0-1,-1 9-15,-8 9 16,-11 28-16,-8 38 15,-1-1 1,10-10-16,0 1 16,9-18-1,9-19-15,1-10 16,0-8 0,9-1-16,0-9 15,0 1-15,0-10 16,0 0-1,0 0-15,9 0 16,19 0 0,10 0-16,18-10 15,10 1 1,0 0-16,9 0 16,10-10-16,-10 10 15,0 0 1,1 9-16,-10-9 15,-19-1 1,0-17-16,-47 27 16</inkml:trace>
  <inkml:trace contextRef="#ctx0" brushRef="#br0" timeOffset="96535.33">11787 16632 0,'0'0'0,"0"0"15,0 0-15,0 0 16,0 0 0,0 0-16,0 9 15,10 19-15,-1 18 16,20 37-1,8 28-15,20 27 16,-57-138 0</inkml:trace>
  <inkml:trace contextRef="#ctx0" brushRef="#br0" timeOffset="98668.53">8937 16124 0,'0'0'16,"0"0"0,0 0-16,0 0 15,0 0-15,-9 0 16,-1 9 0,-9 10-16,-9 9 15,0 18 1,0 0-16,0 0 15,18-18 1,1-10-16,-1 1 16,10-10-16,0 0 15,0-9 1,10 9-16,18 1 16,10-1-1,9 0-15,9 0 16,-9 0-1,-9 1-15,-1 8 16,1 1-16,-10 8 16,-9 10-1,-10 0-15,-9 0 16,0 0 0,-9 0-16,0 0 15,-1-9-15,-9-1 16,-9 1-1,9-10-15,1-8 16,-11-1 0,29-9-16</inkml:trace>
  <inkml:trace contextRef="#ctx0" brushRef="#br0" timeOffset="98917.65">8899 16272 0,'0'0'16,"0"-9"-16,19-19 16,9-9-1,10-9-15,9 0 16,10 0-16,-1 9 15,10 0 1,9 9-16,-75 28 16</inkml:trace>
  <inkml:trace contextRef="#ctx0" brushRef="#br0" timeOffset="101673.31">28617 14675 0,'0'0'16,"0"0"-16,0 0 16,0 0-1,0 0-15,0 0 16,0 0-16,0 0 15,0 9 1,0 1-16,-9 8 16,0 1-1,-10 8-15,0 10 16,-19 9-16,1 10 16,-10 8-1,9 1-15,0-1 16,10 1-1,9 0-15,0-1 16,10 1 0,0-10-16,9 1 15,0-19 1,9 0-16,0-1 16,1-8-16,-1-9 15,10-1 1,0 10-16,9-10 15,0 1 1,10-1-16,0-9 16,-1-9-16,-9 0 15,1 0 1,-10-9-16,-1 0 16,1 0-1,-9-1-15,-1 1 16,0 9-16,1-9 15,-10 0 1,9-1-16,-9 1 16,10-9-1,-10-1-15,0 1 16,0-10 0,0 10-16,0-1 15,0-8-15,0-1 16,0 0-1,0 1-15,-10 8 16,1 1 0,-1-1-16,1 1 15,0-1 1,-1 1-16,1-1 16,-1 1-16,1 9 15,0-1 1,-1 1-16,-9 0 15,0 0 1,-9-1-16,0 10 16,-10 0-1,38 0-15</inkml:trace>
  <inkml:trace contextRef="#ctx0" brushRef="#br0" timeOffset="103335.25">19257 12091 0,'0'0'0,"0"0"16,0 0-1,0 0-15,0 0 16,0 9-16,0 0 15,0 10 1,9 18-16,10 18 16,0 19-1,0 9-15,9 9 16,0 28-16,-9 28 16,9 9-1,1 46-15,-1-9 16,9 46-1,1 0-15,0 18 16,9 10-16,9 27 16,-9 0-1,10 10-15,-10-19 16,9 9 0,-18-8-16,-1-38 15,1 28 1,0-47-16,-1 10 15,10-9-15,-9-28 16,0-55 0,-1 9-16,1-37 15,-10-37 1,-19-28-16,-9-55 16</inkml:trace>
  <inkml:trace contextRef="#ctx0" brushRef="#br0" timeOffset="105285.12">19257 11869 0,'0'0'0,"0"0"16,9 0 0,29 0-16,37 10 15,38-1 1,47-9-16,19 9 15,37-9 1,29-9-16,-1-10 16,1 1-1,18-19-15,10 9 16,28-9-16,19 0 16,-19 1-1,28-1-15,19 0 16,-9 0-1,0 0-15,37 0 16,0 9-16,19-9 16,-9 10-1,-38-1-15,10 9 16,18-8 0,-18-1-16,-57 10 15,-10-10 1,38 9-16,-37 1 15,-19 0-15,19-10 16,-29 0 0,-9-9-16,0 0 15,-9 0 1,-20 19-16,-8-10 16,-20 1-1,1-1-15,-19 9 16,18 10-16,-37 0 15,19-9 1,-10-1-16,-18 10 16,9-10-1,-19 10-15,-19 0 16,10 0-16,-10-1 16,-9 1-1,-19 0-15,0 0 16,-9 0-1,-10-1-15,-9 1 16,0 9 0,-10-9-16,0 9 15,-18 0-15,9 0 16,-9 0 0,-10 0-16,-9 0 15,0 0 1,-1 9-16,-8 0 15,-1 1-15,1-1 16,-1 0 0,0 0-16,1 10 15,-1 8 1,1 1-16,-1 9 16,10 18-1,0 1-15,-10 8 16,10 1-16,0 9 15,-10 18 1,1 0-16,-1 19 16,0-9-1,-9-1-15,10 10 16,-1 0-16,-9-10 16,0 1-1,0 9-15,10-10 16,-10-18-1,0-9-15,9 0 16,0 9 0,1-9-16,-10 0 15,9-10-15,1 1 16,-1-10 0,0 10-16,-9-1 15,10 1 1,-1 0-16,-9-10 15,0 10-15,10-10 16,-10 10 0,0 8-16,0-8 15,0 0 1,0-1-16,0-18 16,0 10-1,0-1-15,0 0 16,9 1-16,-9-1 15,0 1 1,0-1-16,0 0 16,-9 1-1,9-1-15,0 0 16,-10 10 0,10 0-16,0-1 15,10-8-15,-1 8 16,1 10-1,8 9-15,1 9 16,-9-18 0,8 9-16,-8 10 15,9-1-15,9 46 16,-9-27 0,-10-28-16,10-9 15,0 9 1,-1-9-16,1-9 15,-9-1-15,-1-8 16,-9-1 0,0-9-16,0 0 15,0 10 1,-9-1-16,9-9 16,-10 0-1,1 0-15,-1 10 16,10 27-16,10 37 15,-1 18 1,1 75-16,-1-1 16</inkml:trace>
  <inkml:trace contextRef="#ctx0" brushRef="#br0" timeOffset="106819.15">20593 17952 0,'0'0'0,"-19"0"16,-9 0-16,-10 9 15,10 0-15,-10 0 16,10 1-1,9-10-15,0 0 16,10 0 0,0 0-16,9 0 15,0 0 1,0 0-16,9 9 16,19 0-16,29 10 15,37-10 1,28-9-16,0 0 15,29-9 1,18-10-16,1 1 16,46-1-16,-28 1 15,57-1 1,-48 1-16,38-1 16,-9 10-1,9-9-15,10 8 16,37-8-1,-9-1-15,9 1 16,38-10-16,-38 1 16,38-10-1,-19-9-15,-28 9 16,0 0 0,0 0-16,-29 9 15,20 10 1,-39-1-16,20-9 15,-19 19-15,18-9 16,-37 9 0,19-1-16,-19 1 15,9-9 1,-27-1-16,18 1 16,-10-10-16,-28 10 15,29-10 1,-38 9-16,9 1 15,1 0 1,-1-1-16,0 1 16,1-10-1,-20 9-15,19 1 16,-18 0-16,-1-1 16,1 10-1,0-10-15,-1 10 16,19-9-1,-37-1-15,9 10 16,0 0 0,-18 0-16,-20-1 15,-9 10-15,0-9 16,-9 0 0,-10 0-16,-9-1 15,0 10-15,-10 0 16,1-9-1,9 9-15,-10-9 16,10 0 0,-10-1-16,-9 1 15,0 9 1,-9-9-16,0 9 16,-10 0-16,0-9 15,0 9 1,1-9-16,-1-1 15,0 1 1,28 0-16,10-10 16,0-8-1,19-29-15,18 1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1-13T16:03:04.4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20875 2566 0,'0'0'0,"0"0"0,9 28 15,1 27-15,-10 19 16,9 37-16,-9 18 15,0 0 1,0-18-16,0-1 16,0-36-1,0-28-15,0-46 16</inkml:trace>
  <inkml:trace contextRef="#ctx0" brushRef="#br0" timeOffset="285.31">20292 2834 0,'0'0'16,"0"0"-16,0 0 15,0 0 1,9 0-16,19-10 15,19-8-15,29-10 16,46-9 0,10-9-16,18-9 15,-37 18 1,-19 0-16,-28 18 16,-28 1-1,-38 18-15</inkml:trace>
  <inkml:trace contextRef="#ctx0" brushRef="#br0" timeOffset="3902.32">20480 3775 0,'0'0'0,"0"0"16,19 0-16,18-9 15,29-10-15,28-18 16,10-9 0,-10-9-16,-9-1 15,-10 1 1,-9 9-16,-10 9 15,-18 9 1,-10 10-16,-9-1 16,0 1-16,-10 9 15,0-1 1,1 1-16,-10 9 16,0 0-1,0 0-15,0 0 16,9 9-16,1 10 15,8 18 1,1 9-16,-9 0 16,-1 0-1,0 10-15,-9-19 16,10-10 0,-10-8-16,0-10 15,0 0-15,0-9 16,0 0-1,0-9-15,9-19 16,1-18 0,8-19-16,1-8 15,0-1-15,9 0 16,-9 19 0,0 18-16,0 0 15,0 18 1,-1 1-16,1 9 15,-9 9-15,8 18 16,1 10 0,0 9-1,9 18-15,1 10 16,-1-10-16,0 0 16,-9-18-1,9-9-15,0-10 16,10-8-16,-1-20 15,11-8 1,-1-10-16,0-9 16,-10 1-1,1-11-15,-10 1 16,0 0 0,-9 18-16,-9 1 15,-1 8-15,0 10 16,1 0-1,-10 9-15,0 0 16,0 0 0,0 27-16,0 29 15,-10 18 1,1 0-16,-10-1 16,10-8-16,-1-10 15,1-18 1,-1-9-16,10-19 15,0 0 1,0-9-16,0 0 16,10-9-16,9-28 15,9-18 1,10-19-16,-1 0 16,10 0-1,-9 10-15,-1 8 16,-8 19-16,-10 10 15,-1 8 1,1 10-16,0 9 16,0 9-1,0 10-15,9 18 16,0 9 0,0 28-16,-9 9 15,0 0 1,9-9-16,-9-19 15,0-9-15,0-18 16,9 0 0,0-10-16,10-9 15,-1-9 1,20-18-16,-1-10 16,-9-18-16,10-9 15,-10-19 1,-10 0-16,-8 9 15,-11 10 1,-8 0-16,-10 18 16,0 9-1,-10 9-15,1 1 16,0 9-16,-1 9 16,-9 9-1,-9 9-15,0 10 16,0 9-1,-1 9-15,11 10 16,8 8 0,1 1-16,18-10 15,1-9-15,8 0 16,1-9 0,9-9-16,10 0 15,19-10-15,8-9 16,11-18-1,-11-9-15,-8-19 16,-1 0 0,-9-9-16,-9 0 15,-19 9 1,0-9-16,-10 9 16,-9-9-16,0 9 15,-9 0 1,-10 0-16,0 9 15,10 0 1,-1 1-16,1 8 16,9 10-1,0 0-15,9 0 16,1-1-16,8 10 16,11 0-1,-1 10-15,0 8 16,10 19-1,-1 18-15,-8 1 16,-11 8 0,1 10-16,0-19 15,0 1-15,0-10 16,-10-18 0,10-10-16,0-9 15,0 1 1,18-20-16,20-17 15,18-29-15,10-18 16,-1-18 0,-18 0-16,-10-10 15,-8 1 1,-1-1-16,-10 10 16,-9-9-16,1 8 15,-11 1 1,-8 9-16,-1 9 15,-9 9 1,-9 10-16,-1 18 16,1 9-1,0 10-15,-1 9 16,1 9-16,-10 9 16,-9 9-1,-10 29-15,-9 26 16,0 38-1,9 9-15,1 19 16,9-1 0,9-9-16,9 0 15,1-18-15,9 0 16,9-37 0,1 0-16,9-19 15,-1-18 1,11-9-16,8-10 15,1-9-15,18-18 16,20-19 0,-1-18-16,-9-9 15,0-1 1,-19-17-16,-10 8 16,-9 10-1,-9-1-15,-9 19 16,-1 10-16,-9-1 15,0 19 1,0 0-16,0 9 16,0 0-1,-9 9-15,-10 18 16,0 10 0,10 19-16,-1 8 15,10-17-15,10-1 16,8-9-1,11-1-15,-1-17 16,19-1 0,0-8-16,0-10 15,-9-10-15,-1 1 16,-9-9 0,-9-1-16,0 1 15,-9-1-15,-1-8 16,-9-1-1,-9 0-15,-1 1 16,-9-1 0,-9 0-16,9 1 15,-9 8 1,19 1-16,-1 8 16,1 1-1,-1 0-15,10-10 16,0 10-16,10-9 15,18-1 1,10 1-16,9 9 16,0 9-1,0 9-15,9 19 16,-18 8 0,-1 11-16,-8 8 15,-10 10-15,-1-1 16,1 1-1,0-19-15,0-9 16,9 0 0,-9-10-16,9-8 15,0-10-15,0 0 16,1-9 0,-1-9-16,0 0 15,-9-10 1,0 1-16,0-10 15,-10-9 1,0 0-16,-9 1 16,-9-1-16,0 0 15,-10 0 1,-9 9-16,-10 0 16,0 1-1,10 18-15,0-1 16,9 1-1,10 9-15,9 0 16,0 0-16,0 0 16,37-18-1,39-10-15,36-9 16,30 0 0,-39 9-16,-18 10 15,-29-1-15,-9 10 16,-19 0-1,-9 9-15,-9 0 16,-1 0 0,0 9-16,1 19 15,-10 9-15,-10 27 16,1 29 0,-10 8-16,-9 19 15,0 9 1,-10 10-16,10-19 15,0 0 1,-1-19-16,1 1 16,9-19-16,1-28 15,8-18 1,1-9-16,9-19 16,0-9-1</inkml:trace>
  <inkml:trace contextRef="#ctx0" brushRef="#br0" timeOffset="4282.64">26548 2889 0,'0'0'16,"9"-9"0,10-1-16,19 1 15,-10 9-15,9 9 16,-8 1 0,-1 8-16,0 10 15,-9 18 1,-10 9-16,-9 19 15,-19 0-15,-9 0 16,0-10 0,-10 1-16,1-10 15,9-8 1,9-11-16,9-8 16,10-28-1</inkml:trace>
  <inkml:trace contextRef="#ctx0" brushRef="#br0" timeOffset="4516.34">27432 3766 0,'0'0'0,"0"0"16,0 0-1,9-10-15,10-54 16,-19 64 0</inkml:trace>
  <inkml:trace contextRef="#ctx0" brushRef="#br0" timeOffset="4685.38">27432 2861 0,'0'0'0,"0"0"0,0 0 15,9 0 1,-9 0-16</inkml:trace>
  <inkml:trace contextRef="#ctx0" brushRef="#br0" timeOffset="12177.84">24309 4135 0,'0'0'15,"19"0"-15,-19 0 16</inkml:trace>
  <inkml:trace contextRef="#ctx0" brushRef="#br0" timeOffset="25065.53">20640 4172 0,'0'0'0,"9"0"16,10 9-16,-19-9 15</inkml:trace>
  <inkml:trace contextRef="#ctx0" brushRef="#br0" timeOffset="25815.83">21157 4273 0,'0'0'16,"28"0"-16,-28 0 16,292 10-1,-282-10-15,37 0 16,28 9-1,-75-9-15,386-9 16,-358 9-16,19 0 16,122 18-1,10-27-15,-170 9 16,38 0 0,19 9-16,9 0 15,19 0 1,19-9-16,-9 10 15,-10-1-15,-9 0 16,9-9 0,0 0-16,0 9 15,-10 1 1,-8-1-16,-1 0 16,38-9-16,-19 9 15,-9-9 1,-10 10-16,10-1 15,18-9 1,-9 0-16,-19 9 16,1-9-1,-1 0-15,28 0 16,1 0-16,-19 0 16,-10 0-1,-9 0-15,9 0 16,19 0-1,0 0-15,-28 0 16,-10 0 0,1 0-16,9 9 15,-1-9-15,11 9 16,-10-9 0,-1-9-16,-8 0 15,9 9 1,0-9-16,9 9 15,0-9 1,0-1-16,-18 10 16,-1-9-16,10 0 15,0 0 1,0-1-16,0 1 16,-10 9-1,-18 0-15,-1 0 16,-8 0-16,-29 0 15</inkml:trace>
  <inkml:trace contextRef="#ctx0" brushRef="#br0" timeOffset="32538.91">21449 6138 0,'0'0'0,"0"9"15,0 0-15,0 10 16,0-1 0,0 1-16,0-10 15,0 0 1,0-9-16,0 0 16,0 0-16,0 0 15</inkml:trace>
  <inkml:trace contextRef="#ctx0" brushRef="#br0" timeOffset="42720.99">21562 4846 0,'0'0'0,"0"0"16,0 0-1,0 0-15,0 0 16,0 9-16,0 9 15,0 10 1,0 9-16,0 18 16,0 1-16,0 17 15,0 20 1,0-19-16,0-1 16,0-8-1,0-19-15,0 0 16,9-9-16,1-9 15,-1-10 1,0-8 0,-9-10-16</inkml:trace>
  <inkml:trace contextRef="#ctx0" brushRef="#br0" timeOffset="43154.95">22324 4864 0,'0'0'0,"0"0"16,0 0-16,0 0 15,0 0 1,0 0-16,0 9 16,0 10-1,0 18-15,0 0 16,0 18-1,0 0-15,0 10 16,0-10 0,0 1-16,-10-1 15,10-18-15,-9 0 16,0-9 0,9-10-16,0-18 15</inkml:trace>
  <inkml:trace contextRef="#ctx0" brushRef="#br0" timeOffset="43440.92">21929 5169 0,'0'0'0,"0"0"16,0 0-16,9 0 16,10 0-16,28 0 15,28 0 1,29-10-16,9-8 16,-1-1-1,1 1-15,0-10 16,0 10-1,-113 18-15</inkml:trace>
  <inkml:trace contextRef="#ctx0" brushRef="#br0" timeOffset="45149.06">23631 4772 0,'0'0'16,"0"0"-16,0 0 15,0 0 1,-9-10-16,0 1 16,-10 0-1,0 0-15,-9 0 16,-10 9-1,-9 0-15,0 9 16,0 0 0,9 0-16,10 0 15,0 1-15,0 8 16,9 10 0,9 0-16,1 8 15,0 11 1,9 8-16,0 0 15,0 19 1,0 9-16,0-9 16,0 0-16,0-9 15,0-1 1,0 1-16,0-19 16,0 0-1,9-9-15,-9 0 16,9-9-16,1-10 15,-1 1 1,10-1-16,0 0 16,19 1-1,27-10-15,29-18 16,19-19 0,-113 28-16</inkml:trace>
  <inkml:trace contextRef="#ctx0" brushRef="#br0" timeOffset="46499.23">23989 5021 0,'0'0'0,"0"0"16,0 0-16,0 0 16,0 0-1,0 0-15,0 0 16,0 9-16,0 0 16,0 19-1,0 18-15,0 19 16,9-1-1,-9 10-15,10-9 16,-1-1 0,1-8-16,8-1 15,-18-55-15</inkml:trace>
  <inkml:trace contextRef="#ctx0" brushRef="#br0" timeOffset="46949.11">24836 4892 0,'0'0'0,"0"0"15,0 0-15,0 9 16,0 9-16,0 10 15,0 18 1,0 10-16,0 17 16,0 20-1,0-19-15,0-1 16,0 1 0,0-18-16,0-10 15,0-9-15,0-10 16,0-8-1,0-19-15</inkml:trace>
  <inkml:trace contextRef="#ctx0" brushRef="#br0" timeOffset="47240.27">24506 5279 0,'0'0'0,"0"0"0,0 0 15,0 0 1,0 0-16,19 0 16,19-9-1,28 0-15,28 0 16,-10-10-1,-8 10-15,-1 0 16,0 0 0,0 9-16,-9-10 15,-66 10-15</inkml:trace>
  <inkml:trace contextRef="#ctx0" brushRef="#br0" timeOffset="48399.18">19323 13909 0,'0'0'0,"0"0"15,0 0 1,0 0-16,0 0 15,0 0 1,19 0-16,9 0 16,19 0-1,19 9-15,9-9 16,0 10-16,-75-10 16</inkml:trace>
  <inkml:trace contextRef="#ctx0" brushRef="#br0" timeOffset="48873.02">15409 14048 0,'0'0'0,"0"0"16,0 0-16,10 0 15,18 0 1,19 0-16,38 0 16,46 9-1,20 0-15,-151-9 16</inkml:trace>
  <inkml:trace contextRef="#ctx0" brushRef="#br0" timeOffset="50820.91">25626 4993 0,'0'0'16,"0"0"-16,0 0 15,0 0 1,0 0-16,0 0 15,19-9 1,9 0-16,9-10 16,20 1-1,-1-1-15,1 1 16,9 9-16,-10 9 16,1 9-1,-20 0-15,-9 10 16,-9 8-1,-9 1-15,-10 27 16,-29 19-16,-18 0 16,-19 18-1,1-18-15,-1-18 16,19-20 0,9-8-16,19-9 15,10-1-15,-1-9 16,10-9-1,0 0-15,10 10 16,18-10 0,19 0-16,28-10 15,1 1 1,8 0-16,-8-10 16,-1 1-16,10-10 15,-1 1 1,1-10-16,-10 0 15,-75 37 1</inkml:trace>
  <inkml:trace contextRef="#ctx0" brushRef="#br0" timeOffset="51168.96">27046 4652 0,'0'0'0,"0"0"15,0 9-15,-9 9 16,-10 19-1,0 9-15,0 19 16,10 9 0,0-9-16,-1 8 15,1 1 1,-1-9-16,10-10 16,0-9-16,0-18 15,0-28 1</inkml:trace>
  <inkml:trace contextRef="#ctx0" brushRef="#br0" timeOffset="51434.63">26538 5076 0,'0'0'16,"0"0"-1,0 0-15,0 0 16,19 0-16,19 0 16,18 0-1,29 0-15,18 0 16,10-9 0,-19 0-16,0-10 15,10-8-15,-19 8 16,-85 19-1</inkml:trace>
  <inkml:trace contextRef="#ctx0" brushRef="#br0" timeOffset="52233.57">27714 4707 0,'0'0'0,"0"0"16,0 0-16,0 0 16,0 0-1,0 0-15,0 0 16,0 0-1,0 0-15,0 0 16,0 0-16,10-9 16,-1 0-1,0-1-15,10 1 16,0 0 0,0 9-16,0 0 15,0 0 1,9 9-16,-9 0 15,-1 10-15,1 9 16,0 27 0,-10 10-16,-18-1 15,-10 1 1,-9 9-16,0-10 16,-10-8-1,10-10-15,0-9 16,9-10-16,9-8 15,1-1 1,0-8-16,9-1 16,0-9-1,0 0-15,0 0 16,0 0 0,9 0-16,19 0 15,19 0-15,10 0 16,-1-9-1,1-1-15,-1 1 16,1 0 0,8-10-16,-65 19 15</inkml:trace>
  <inkml:trace contextRef="#ctx0" brushRef="#br0" timeOffset="53015.91">28043 4301 0,'0'0'0,"0"0"16,0 0-1,0 0-15,10 9 16,18 0 0,29 1-16,18-1 15,0 0-15,-9 0 16,-10 1 0,-9-10-16,-9 9 15,-10 0 1,-9-9-16,0 9 15,-10 1 1,1-1-16,-1 0 16,1 9-16,-1 10 15,0 18 1,1 10-16,-1 8 16,10 10-1,0 18-15,0 1 16,-1-1-16,1-9 15,0 0 1,0-9-16,-10-9 16,1-1-1,-10-18-15,0 0 16,0-9 0,-10 0-16,1 0 15,-1 0-15,-8 0 16,-11-9-1,-8-1-15,-10 1 16,-19 0 0,-9 0-16,-1-10 15,1-9-15,9-18 16,66 9 0</inkml:trace>
  <inkml:trace contextRef="#ctx0" brushRef="#br0" timeOffset="53865.98">29154 4587 0,'0'0'16,"0"0"-16,0 0 16,0 0-1,0 9-15,0 1 16,0 17 0,0 10-16,-10 19 15,1 8 1,9-8-16,-10 8 15,1-18-15,0-9 16,9 0 0,0-9-16,0-10 15,0-8 1,0-1-16,0 0 16,0-9-1,0 0-15,0 0 16,0 0-16,9-9 15,10-10 1,9-8-16,19-20 16,0 1-1,-9 0-15,-1 9 16,1 0-16,-10 10 16,10-1-1,-10 9-15,-9 1 16,0 9-1,-1 0-15,-8 9 16,-1 0 0,1 0-16,-1 9 15,0 9-15,1 10 16,-1 18 0,1 0-16,-1 0 15,1-9 1,8 9-16,1-18 15,9 0 1,19 0-16,10-19 16,46-9-16,-103 0 15</inkml:trace>
  <inkml:trace contextRef="#ctx0" brushRef="#br0" timeOffset="54966.46">30819 4347 0,'0'0'16,"0"0"-16,0 0 15,0 0 1,0 9-16,9 19 16,0 18-1,1 10-15,-1 17 16,-9 1-16,0 0 16,0 18-1,0-18-15,-9-9 16,-1-10-1,1-9-15,0-9 16,9-37 0</inkml:trace>
  <inkml:trace contextRef="#ctx0" brushRef="#br0" timeOffset="55232.85">30414 4790 0,'0'0'0,"0"0"0,28 0 15,29-9 1,46 0-16,1 9 15,9-10 1,18-8-16,-18 0 16,-113 18-16</inkml:trace>
  <inkml:trace contextRef="#ctx0" brushRef="#br0" timeOffset="55602.32">31825 4098 0,'0'0'0,"0"0"16,0 0-16,0 9 15,0 19 1,-9 27-16,-1 38 15,1 45 1,9 10-16,-9 36 16,-1 47-1</inkml:trace>
  <inkml:trace contextRef="#ctx0" brushRef="#br0" timeOffset="59755.02">23970 6313 0,'0'0'0,"0"0"15,-9 9-15,-20 19 16,1 0 0,0 9-16,9-10 15,0 10-15,1 0 16,8-9-1,10 0-15,19-1 16,9-8 0,19-1-16,19 1 15,-9-1-15,-10 0 16,-10 1 0,1-1-16,-19 1 15,-1-1 1,-18 10-16,-9 9 15,-10 9 1,-18 9-16,-20 10 16,1-19-16,-1-9 15,1-18 1,56-19-16</inkml:trace>
  <inkml:trace contextRef="#ctx0" brushRef="#br0" timeOffset="60002.87">23716 6313 0,'0'0'15,"0"0"-15,9 0 16,20 0-1,37 0-15,28 0 16,0-9 0,37-10-16,29-8 15,-47-1-15,-113 28 16</inkml:trace>
  <inkml:trace contextRef="#ctx0" brushRef="#br0" timeOffset="60682.68">24948 6442 0,'0'0'16,"0"0"-16,-9 10 16,0 8-1,-10 19-15,0 0 16,-9 9-16,0 0 16,-1 0-1,1 0-15,0 1 16,9-20-1,10-8-15,-1-1 16,1-9 0,-1 1-16,10-10 15,0 0-15,0 0 16,0 0 0,0-10-16,10-8 15,9-10 1,9-9-16,0 0 15,0 0 1,1 1-16,-11 8 16,1 9-16,0 1 15,0 9 1,0 0-16,-1-1 16,-8 10-1,9 0-15,-1 10 16,1-1-16,0 9 15,0 10 1,9 9-16,-9 0 16,0 0-1,0 0-15,-1-10 16,1 1-16,0 0 16,9-1-1,10-8-15,18-10 16,-56-9-1</inkml:trace>
  <inkml:trace contextRef="#ctx0" brushRef="#br0" timeOffset="61056.78">25936 6202 0,'0'0'0,"0"0"16,0 0-16,0 10 15,0 17 1,0 19-16,0 10 16,0 8-1,0 19-15,0 1 16,-9-11-16,9 1 16,0-18-1,0-1-15,0-18 16,0-37-1</inkml:trace>
  <inkml:trace contextRef="#ctx0" brushRef="#br0" timeOffset="61333.75">25579 6618 0,'0'0'16,"0"0"-16,0 0 15,9 0 1,19 0-16,10 9 16,28 0-1,9-9-15,29-9 16,8 0-16,-8-10 15,-104 19 1</inkml:trace>
  <inkml:trace contextRef="#ctx0" brushRef="#br0" timeOffset="82084.03">26755 6341 0,'0'0'0,"0"0"15,0 0 1,0 0-16,0 0 16,0 0-16,0 0 15,0 0 1,0 0-16,0 0 16,0 0-1,0 0-15,0-9 16,0-1-1,9-8-15,0-1 16,10 1-16,0-10 16,19 1-1,-1 8-15,10 1 16,-9 8 0,0 10-16,-10 0 15,0 10-15,0 8 16,-9 10-1,-9 18-15,-10 9 16,-29 10 0,-18 18-16,0-9 15,0-19 1,0 1-16,10-20 16,18-8-16,0-9 15,10-1 1,9-9-16,0-9 15,0 0 1,18 0-16,39 0 16,27-9-16,11 0 15,-1 0 1,9-1-16,-9-8 16,-19 9-1,1-1-15,-29 1 16,9 9-1,-9 0-15,-47 0 16</inkml:trace>
  <inkml:trace contextRef="#ctx0" brushRef="#br0" timeOffset="87916.55">16980 11519 0,'0'0'0,"0"0"15,0 0 1,0 0-16,19 0 15,19-10 1,28-8-16,9-1 16,38 1-16,19 0 15,-10-1 1,-9 1-16,9 8 16,-9 10-1,-113 0-15</inkml:trace>
  <inkml:trace contextRef="#ctx0" brushRef="#br0" timeOffset="88700.48">12945 11500 0,'0'0'0,"0"0"16,0 0 0,0 0-16,0 0 15,0 0 1,0 0-16,0 0 15,0 0-15,0 0 16,0 0 0,18 0-16,20 0 15,18 0 1,1 0-16,18 9 16,19 1-16,19-1 15,0 0 1,19 0-16,18 1 15,-150-10 1</inkml:trace>
  <inkml:trace contextRef="#ctx0" brushRef="#br0" timeOffset="89866.66">19803 10346 0,'0'0'0,"0"0"16,0 0 0,0 0-16,0 0 15,0 0 1,9-9-16,10 0 16,9 0-1,0 0-15,10-1 16,9 1-16,0 9 15,-9 0 1,-1 0-16,1 9 16,-10 1-1,-9 8-15,0 0 16,-10 10-16,-9 28 16,-19-1-1,-9 19-15,-19 0 16,-9-1-1,9-17-15,0-1 16,9-18 0,10-9-16,9-10 15,9 1-15,1-10 16,9 0 0,9 0-16,10 1 15,19-1 1,37-9-16,29 0 15,9-9-15,-19-1 16,9 1 0,10 0-16,-113 9 15</inkml:trace>
  <inkml:trace contextRef="#ctx0" brushRef="#br0" timeOffset="90849.95">14826 16438 0,'0'0'0,"0"0"15,0 0 1,0 0-16,0 0 16,0 0-16,0 0 15,9 0 1,20 0-16,8 0 16,29 0-1,9-9-15,20 0 16,17-1-16,-8 1 15,-10 9 1,19 0-16,-113 0 16</inkml:trace>
  <inkml:trace contextRef="#ctx0" brushRef="#br0" timeOffset="91449.9">10207 16503 0,'0'0'0,"0"0"16,0 0-1,9 0-15,48-10 16,37-8 0,28-1-16,48 10 15,-1 0-15,10 0 16,28 9-1,28 0 1</inkml:trace>
  <inkml:trace contextRef="#ctx0" brushRef="#br0" timeOffset="92500.61">17686 15441 0,'0'0'0,"0"0"16,9-9-1,1-9-15,9 8 16,-1-8-1,1 9-15,0 9 16,0 0 0,9 9-16,0 9 15,0 10-15,1 9 16,-10 18 0,-10 10-16,-9 9 15,-9 0 1,-10-10-16,0-8 15,-9-1-15,-1-9 16,1-9 0,9-9-16,1-10 15,8-9 1,1 1-16,9-10 16,0 0-1,0 0-15,19 0 16,28 0-16,28 0 15,19-10 1,0-8-16,-9-1 16,9 1-1,9-10-15,-103 28 16</inkml:trace>
  <inkml:trace contextRef="#ctx0" brushRef="#br0" timeOffset="98206.46">21374 8833 0,'0'0'0,"0"0"16,0 0-1,0 0-15,0 0 16,0 0 0,-19 9-16,-9 19 15,-1 18-15,-8 9 16,-1 19 0,10 9-16,9 0 15,10-9 1,9-19-16,9-18 15,10-9 1,9 0-16,10-10 16,18-9-16,10-18 15,9-9 1,1-19-16,-20-9 16,-9-1-1,-9-8-15,-1-9 16,-18-1-1,-9 0-15,-10-9 16,-10 19-16,-18 0 16,-19 9-1,-19 9-15,0 9 16,0 19 0,-9 9-16,9 18 15,0 1 1,29-1-16,8 1 15,11-1-15,18 0 16,9-8 0,19-1-16,48 0 15,55-9 1,10-18-16,-28-1 16,-19 1-16,-18 9 15,-20-1 1,-18 10-16,-1 10 15,-18-1 1,0 18-16,0 1 16,-10 9-1,1 18-15,-1 1 16,-9-1-16,9-9 16,1-9-1,-1-9-15,10-10 16,0-8-1,9-10-15,10-19 16,9-8-16,-10-1 16,-8 0-1,-1 0-15,-9 10 16,-1 0 0,-8 8-16,-1 1 15,-9 0 1,0 9-16,0 0 15,0 0-15,0 0 16,0 9 0,-9 10-16,-1 8 15,10 1 1,10 0-16,-1-1 16,10-8-16,9-10 15,10 0 1,0-18-16,18-28 15,29-28 1,-85 65-16</inkml:trace>
  <inkml:trace contextRef="#ctx0" brushRef="#br0" timeOffset="99033.46">22898 8002 0,'0'0'0,"0"0"0,0 0 16,0 0-1,0 9-15,0 19 16,-10 27 0,1 38-16,-10 36 15,10-9 1,-1 18-16,1-8 15,-1-1 1,10-28-16,10-8 16,-1-20-16,1-17 15,8-10 1,1-18-16,9-10 16,1-9-1,8 1-15,1-20 16,0 1-16,9-19 15,0-8 1,-10-1-16,-9 0 16,-9 0-1,0 0-15,-9 9 16,-1 0-16,-9 10 16,0 0-1,-9 8-15,-1 1 16,1 9-1,-10 0-15,0 9 16,0 10 0,0 18-16,10 0 15,9 18-15,9-9 16,20 10 0,-1-20-16,19-8 15,9-9 1,10-19-16,0-10 15,-9-8 1,-1-10-16,-9-9 16,-19 10-16,0-10 15,-9 9 1,0 0-16,-10 1 16,1 8-1,-1 10-15,-9 0 16,0 9-16,0 0 15,0 0 1,10 18-16,-1 19 16,10 28-1,9-10-15,-9-9 16,0-18-16,0 0 16,-19-28-1</inkml:trace>
  <inkml:trace contextRef="#ctx0" brushRef="#br0" timeOffset="100700.62">22691 8842 0,'0'0'15,"0"0"-15,28-9 16,66-28 0,66-19-16,28-17 15,38-10 1,-47 9-16,9 0 16,-66 28-1,-37 9-15,-10 0 16,-28 9-16,-19 10 15,0-1 1,-9 10-16,-9 0 16,-1 9-1,-9 0-15,0 0 16,0 0-16,0 9 16,0 19-1,0 55-15,-19 46 16,10 37-1,-1 0-15,10-27 16,10-10-16,-1-37 16,10-27-1,9-19-15,10-9 16,0-19 0,9-8-16,0-20 15,9-8 1,-9-10-16,0-9 15,-9 0 1,-1 1-16,-18 8 16,0-9-16,-10 9 15,1 10 1,-10-1-16,0 1 16,0 9-1,-10-1-15,1 10 16,-10 10-16,0 8 15,1 1 1,8 8-16,10 1 16,10 9-1,8-9-15,20-1 16,18-8 0,10-10-16,0-18 15,0-10-15,0 1 16,-19-10-1,-19 0-15,0 1 16,-18-1 0,-1-9-16,-9 0 15,-9 0-15,-10 10 16,0-1 0,-9 0-16,-10 0 15,10 10 1,9 0-16,0 8 15,10 1 1,9 0-16,0 0 16,9-1-16,10 1 15,9 0 1,19 0-16,10 9 16,-1 18-1,1 19-15,-10 18 16,-10 10-16,1 18 15,-10 0 1,-9-9-16,0-19 16,0-18-1,9 0-15,0-18 16,10-10-16,9-9 16,9-9-1,1-19-15,-10-9 16,0 0-1,-10-9-15,-8 0 16,-10-9 0,-19 8-16,-10 1 15,-18-9-15,-19-1 16,0 10 0,-10 9-16,1 19 15,18 9 1,1 9-16,-1 9 15,19 0 1,0 0-16,19 1 16,0 8-16,19 1 15,38 8 1,46-18-16,10-9 16,0-18-1,0 0-15,-19-10 16,-19 9-16,-18 1 15,-20 9 1,1-10-16,-10 10 16,-9 0-1,-10 9-15,1 0 16,-10 0 0,0 9-16,0 28 15,-10 28-15,-9 18 16,-9 18-1,-9 19-15,-1 0 16,0-18 0,10-1-16,9-18 15,1-18-15,8-28 16,10-10 0,0-8-16,0-10 15,0-9 1,10-37-16,8-27 15,-18 64 1</inkml:trace>
  <inkml:trace contextRef="#ctx0" brushRef="#br0" timeOffset="100951.26">26077 8667 0,'0'0'0,"0"0"16,0-10-1,0 10-15,0 0 16,0-9-1,10 0-15,9 0 16,18-1-16,1 10 16,18 0-1,-18 10-15,-10-1 16,-9 9-16,-10 19 16,-9 19-1,-28 18-15,-28 18 16,-29 19-1,85-111-15</inkml:trace>
  <inkml:trace contextRef="#ctx0" brushRef="#br0" timeOffset="101450.85">22286 9636 0,'0'0'0,"0"0"16,10 0-1,18 0-15,56-9 16,58 9 0,55-10-16,48 1 15,46-9-15,1-1 16,47 1-1,-38-1-15,0 1 16,0-10 0,-19 10-16,-37-10 15,-1 0-15,-46 19 16,-20 0 0,-18-10-16,-47 10 15,-28 0 1,-10 0-16,-18 9 15,-57 0 1</inkml:trace>
  <inkml:trace contextRef="#ctx0" brushRef="#br0" timeOffset="101644.21">26247 9331 0,'0'0'0,"0"0"16</inkml:trace>
  <inkml:trace contextRef="#ctx0" brushRef="#br0" timeOffset="105572.13">20565 5667 0,'0'0'0,"9"28"15,0 46-15,1 27 16,9 28-1,-10 37-15,-9-9 16,9 19 0,-9-1-16,0 10 15,0-10-15,0-9 16,0 0 0,0 0-16,0-18 15,0 9 1,0-9-16,10-19 15,-10 28-15,9-19 16,10 1 0,0 18-16,0-19 15,0-9 1,9 37-16,-9-27 16,-1-10-1,1 37-15,-9 0 16,-1-9-16,0 9 15,1-18 1,-1-10-16,1 10 16,-1-19-1,0-9-15,1 0 16,-1-9-16,-9 0 16,10-10-1,-10 10-15,0-9 16,9-1-1,-9 1-15,9-1 16,-9 10 0,10 0-16,-10-1 15,0 20-15,0-1 16,9 0 0,1 37-16,-10 0 15,9 93 1,10-19-16,0 101 15,0-119 1</inkml:trace>
  <inkml:trace contextRef="#ctx0" brushRef="#br0" timeOffset="138301.34">21552 10226 0,'0'0'0,"0"0"16,0 0-1,0 0-15,0 0 16,0 0 0,-9 0-16,9 0 15,-9 0 1,-1 0-16,1 10 16,-1-1-16,1 9 15,0 10 1,-1 0-16,1 9 15,-1 9 1,1 9-16,-1 10 16,1-1-16,9 1 15,0-10 1,0-8-16,0-1 16,9-9-1,1-10-15,-10-27 16</inkml:trace>
  <inkml:trace contextRef="#ctx0" brushRef="#br0" timeOffset="138784.75">22136 10033 0,'0'0'0,"0"0"16,0 0-1,0 0-15,0 0 16,0 9-16,0 19 16,0 27-1,0 10-15,0 8 16,0 10-1,0 10-15,9-10 16,-9-9-16,9-10 16,1-8-1,-10-10-15,9-9 16,1-10 0,-10-17-16,0-10 15</inkml:trace>
  <inkml:trace contextRef="#ctx0" brushRef="#br0" timeOffset="139084.41">21938 10623 0,'0'0'0,"0"0"15,0 0 1,0 0-16,0 0 15,0 0 1,0 0-16,0 0 16,0 0-1,0 0-15,9 0 16,20-9-16,27-19 16,1 1-1,8-1-15,11 0 16,-1 1-1,10-1-15,-85 28 16</inkml:trace>
  <inkml:trace contextRef="#ctx0" brushRef="#br0" timeOffset="141001.01">23180 9950 0,'0'0'0,"0"0"0,0 0 16,0 0 0,0 0-16,-10 0 15,-8 0 1,-20 0-16,-9 0 16,-9 0-1,-1 9-15,1 0 16,9 0-1,9 0-15,0 1 16,10-1-16,0 0 16,9 10-1,0-1-15,0 1 16,10 8 0,0 10-16,9 0 15,0 9-15,9 10 16,-9-1-1,9 19-15,1 9 16,-1-9 0,1 0-16,-1-10 15,0 1-15,1-10 16,-1-9 0,-9 0-16,10-9 15,-1-9 1,1 0-16,-1-1 15,0-8 1,10-1-16,9 1 16,38-10-16,28-18 15,-94 9 1</inkml:trace>
  <inkml:trace contextRef="#ctx0" brushRef="#br0" timeOffset="142584.31">23368 10245 0,'0'0'0,"0"0"15,0 0-15,0 0 16,0 0-1,0 0-15,0 0 16,0 9-16,0 10 16,-9 8-1,-1 10-15,1 19 16,-1-1 0,1 10-16,9-10 15,0-9 1,0-9-16,9 0 15,1-9-15,-10-28 16</inkml:trace>
  <inkml:trace contextRef="#ctx0" brushRef="#br0" timeOffset="143091.44">24045 9996 0,'0'0'0,"0"0"0,0 0 16,0 0-1,10 9-15,-1 0 16,1 19 0,-1 18-16,0 19 15,1-1 1,-10 1-16,0-1 16,0 1-16,0-10 15,0-8 1,0-11-16,0 1 15,0-18 1,9-1-16,-9-18 16</inkml:trace>
  <inkml:trace contextRef="#ctx0" brushRef="#br0" timeOffset="143367.87">23829 10494 0,'0'0'0,"0"0"16,19-9-1,9 0-15,19-10 16,0 1-1,19-1-15,19 1 16,18-10 0,19-9-16,10-9 15,-132 46-15</inkml:trace>
  <inkml:trace contextRef="#ctx0" brushRef="#br0" timeOffset="146484.37">24770 10180 0,'0'0'0,"0"0"16,0 0-16,0 0 16,9-9-1,1 0-15,-1-10 16,10 10 0,0 0-16,9-10 15,9 10-15,-8 0 16,-1 9-1,0 0-15,-9 0 16,0 9 0,0 0-16,-10 1 15,0 8 1,-9 10-16,0 0 16,-9 8-1,-10 11-15,0-10 16,-9 9-16,0-9 15,0 0 1,9-10-16,0-8 16,0-1-1,10-9-15,9 1 16,0-10-16,9 0 16,10 0-1,19 0-15,9 0 16,19-10-1,9 1-15,-9 0 16,9 0-16,0-1 16,-75 10-1</inkml:trace>
  <inkml:trace contextRef="#ctx0" brushRef="#br0" timeOffset="147567.76">25767 9977 0,'0'0'0,"0"0"15,0 0 1,0 0-16,0 0 15,0 0-15,0 9 16,0 10 0,9 18-16,-9 18 15,0 1 1,0-10-16,0 9 16,0-9-1,0 0-15,0-9 16,0 10-16,0-47 15</inkml:trace>
  <inkml:trace contextRef="#ctx0" brushRef="#br0" timeOffset="147839.84">25513 10328 0,'0'0'0,"9"0"16,10-9-1,19 0-15,18-1 16,19-8-1,-9-1-15,28-8 16,-94 27 0</inkml:trace>
  <inkml:trace contextRef="#ctx0" brushRef="#br0" timeOffset="148822.84">26548 9931 0,'0'0'0,"0"0"15,0 0-15,0 0 16,0 0-16,-10 19 16,1 8-1,-10 19-15,0 1 16,0-1-1,10-9-15,0-10 16,-1-8 0,10-1-16,0-9 15,0-9-15,10 10 16,18-10 0,9 0-16,11 0 15,-1 0 1,-10 0-16,1 0 15,-10 0-15,-9 9 16,0 0 0,-10 10-16,0-1 15,-9 10 1,0 9-16,-18 9 16,-11 0-1,-8 9-15,-1-9 16,10-18-16,-10-9 15,38-19 1</inkml:trace>
  <inkml:trace contextRef="#ctx0" brushRef="#br0" timeOffset="149601.2">26510 10051 0,'0'0'15,"0"0"-15,19-9 16,19 0 0,18-10-16,19-9 15,0-8 1,10-1-16,-10 0 15,-9 0-15,-28 18 16,-10 1 0,0 9-16,-18 9 15,-1 0 1,1 0-16,-10 0 16,0 0-1,0 9-15,0 19 16,-10 18-16,1 18 15,-10 1 1,0 9-16,0 0 16,0-10-1,10-8-15,0-19 16,-1-1 0,10-17-16,0-10 15,0 0-15,0-9 16,0 0-1,0 0-15,0 0 16,10-9 0,-1-19-16,19-18 15,1-9-15,-1 0 16,0 8 0,0 10-16,0 10 15,1-1 1,-11 10-16,1 8 15,0 1 1,-10 0-16,1 9 16,-1 0-16,1 9 15,-1 10 1,1 8-16,-1 10 16,0 0-1,1 9-15,-1-9 16,1 0-16,8-9 15,11 0 1,-1-10-16,-28-18 16</inkml:trace>
  <inkml:trace contextRef="#ctx0" brushRef="#br0" timeOffset="149940.2">27968 9728 0,'0'0'0,"0"0"15,0 0 1,0 0-16,0 9 15,0 10-15,0 18 16,0 9 0,0 18-16,-9 1 15,-1 0 1,10-1-16,0-8 16,0-19-1,0-1-15,0-17 16,0-10-16,0-9 15</inkml:trace>
  <inkml:trace contextRef="#ctx0" brushRef="#br0" timeOffset="150156.74">27630 10079 0,'0'0'16,"9"0"0,10 0-16,18-9 15,29-1-15,28 1 16,0-9 0,19-1-16,-113 19 15</inkml:trace>
  <inkml:trace contextRef="#ctx0" brushRef="#br0" timeOffset="150801.18">28570 9783 0,'0'0'15,"0"0"-15,0 0 16,0 0-1,0 0-15,10-9 16,-1 0 0,1 0-16,8 0 15,1-1-15,9 1 16,1 0 0,-1 0-16,0 9 15,0 0 1,-9 9-16,0 0 15,-10 10-15,1-1 16,-10 10 0,0 9-16,-19 18 15,-9 0 1,-10 1-16,0-1 16,1 0-16,9-18 15,9-9 1,0-9-16,10-1 15,-1-9 1,10-9-16,0 0 16,0 0-1,10 0-15,27 0 16,38-9-16,38-9 16,10-10-1,27-9-15,-150 37 16</inkml:trace>
  <inkml:trace contextRef="#ctx0" brushRef="#br0" timeOffset="153237.47">29351 9433 0,'0'0'0,"0"0"15,0 0-15,0 0 16,0 0-1,0 0-15,10 0 16,-1 0 0,0 9-16,10 9 15,0 10 1,0 27-16,0 10 16,-10 9-16,0 0 15,-9-10 1,0-8-16,0-1 15,0-9 1,0 0-16,0-18 16,0 0-16,0-28 15</inkml:trace>
  <inkml:trace contextRef="#ctx0" brushRef="#br0" timeOffset="153502.4">29219 9811 0,'0'0'15,"19"0"-15,19-9 16,18 0-1,10-1-15,0-8 16,47 0 0,19-10-16,-20 0 15,1-9-15,-113 37 16</inkml:trace>
  <inkml:trace contextRef="#ctx0" brushRef="#br0" timeOffset="154285.25">30282 9451 0,'0'0'0,"0"0"15,0 0-15,0 0 16,0 0-1,0 0-15,0 0 16,10-9 0,9 0-16,-1-1 15,1 10 1,10 0-16,-11 0 16,1 10-1,0-1-15,-10 0 16,1 19-16,-1 9 15,-9 9 1,-9 9-16,-19 10 16,-19 0-1,-1-10-15,1 0 16,10-18-16,-1 0 16,10-18-1,9-1-15,10-9 16,9-9-1,0 0-15,9 0 16,29 9 0,18-9-16,19 0 15,20 0-15,8-9 16,1-9 0,-10-10-16,-94 28 15</inkml:trace>
  <inkml:trace contextRef="#ctx0" brushRef="#br0" timeOffset="154943.14">30621 9230 0,'0'0'0,"0"0"16,0 0-16,10 0 16,8 0-1,11 0-15,8 0 16,20 0-1,-1 0-15,-9 0 16,-9 0 0,-1 0-16,-18 0 15,0 0-15,-10 0 16,1 0 0,-1 9-16,1 0 15,-1 10 1,0-1-16,1 10 15,-1 9 1,-9 9-16,10 9 16,-1 10-16,-9-1 15,9 10 1,1 0-16,-1-9 16,10-1-1,0-8-15,0-1 16,-10-9-16,1-9 15,-1 0 1,-9-9-16,0-1 16,0-8-1,-9-1-15,-10 1 16,-19 8 0,-9 1-16,-9 0 15,-20 0-15,1-10 16,-10-9-1,85-9-15</inkml:trace>
  <inkml:trace contextRef="#ctx0" brushRef="#br0" timeOffset="157071.25">31487 9396 0,'0'0'16,"0"0"-16,0 0 15,0 0 1,0 0-16,0 9 16,0 19-16,-10 9 15,1 18 1,-1 10-16,-8-1 15,-1 1 1,0-10-16,10-18 16,-1 0-16,1-9 15,9-19 1,0 0-16,0 0 16,0-9-1,0 0-15,0 0 16,0 0-1,9-18-15,1-19 16,8-18-16,11-1 16,-1 1-1,0 9-15,0 9 16,0 9 0,1 0-16,-1 10 15,0 9 1,-9 0-16,0 9 15,-10 0-15,10 9 16,0 9 0,0 10-16,-10 9 15,0 0 1,1 0-16,-10 0 16,0-10-1,0-8-15,0-10 16,0 0-16,0 0 15,0-9 1,0 0-16,0 0 16,0 0-1,9-18-15,10-19 16,9-9-16,10-9 16,9-1-1,0 10-15,-9 9 16,-10 9-1,0 10-15,-9 9 16,0-1 0,-10 10-16,0 0 15,1 10-15,-1 8 16,1 10 0,-1 18-16,-9 9 15,10 1 1,-1-10-16,10 0 15,-19-46-15</inkml:trace>
  <inkml:trace contextRef="#ctx0" brushRef="#br0" timeOffset="158685.15">32710 9045 0,'0'0'0,"0"0"15,0 0-15,0 0 16,9 9-16,0 10 15,1 18 1,9 37-16,-10-1 16,0 1-1,1 0-15,-10 0 16,0-10-16,0-17 16,0-10-1,0-10-15,0-8 16,0-19-1</inkml:trace>
  <inkml:trace contextRef="#ctx0" brushRef="#br0" timeOffset="158951.6">32446 9433 0,'0'0'0,"10"0"16,8 0-16,20 9 15,18 0 1,1-9-16,18 0 16,19 0-1,-19-9-15,10-10 16,9-8-1,-19-1-15,104-46 16</inkml:trace>
  <inkml:trace contextRef="#ctx0" brushRef="#br0" timeOffset="159534.81">33500 8787 0,'0'0'0,"0"0"0,0 0 0,0 0 0,0 0 0,0 0 0,0 9 0,-10 19 0,10-28 0,-18 36 0,8-8 0,-9 9 0,10 0 0,0 0 0,-1 0 0,10-37 0,-9 55 32,-1 1-32,1-1 0,9-55 0,0 0 0,-10 83 0,10-83 0,-9 74 0,0-19 0,-10 10 0,0 9 0,0-10 15,0 10-15,10-37 16,0 0 0,9-9-16,0-28 15</inkml:trace>
  <inkml:trace contextRef="#ctx0" brushRef="#br0" timeOffset="166901.87">21957 11925 0,'0'0'0,"0"0"0,0 0 16,0 0-16,-10 9 15,1 0 1,-10 19-16,0 9 16,1 9-16,-1 0 15,0 0 1,10-18-16,9 0 16,0-19-1,0 0-15,0-9 16,9 0-1,0 0-15,20 0 16,18 0-16,9-9 16,1 9-1,-10 0-15,-10 0 16,1 0 0,-10 9-16,-9 0 15,0 19 1,-10 9-16,1 28 15,-20-1-15,-9 1 16,-18 9 0,8-28-16,1-9 15,-9-10 1,8-8-16,1-10 16,28-9-1</inkml:trace>
  <inkml:trace contextRef="#ctx0" brushRef="#br0" timeOffset="167205.76">21759 12091 0,'0'0'0,"0"0"16,10-9-16,9-10 16,9-9-1,19-8-15,37-20 16,1 10 0,9 0-16,-9 9 15,9-9 1,-9 9-16,-10 9 15,-9 1-15,-66 27 16</inkml:trace>
  <inkml:trace contextRef="#ctx0" brushRef="#br0" timeOffset="168552.08">22728 12248 0,'0'0'15,"0"0"-15,0 18 16,0 10-1,0 9-15,-9 0 16,-1 9 0,10-9-16,-9-10 15,9 1-15,0-9 16,0-10 0,0 0-16,0-9 15,0 0 1,0 0-16,0 0 15,0-18 1,0-10-16,9-9 16,1-18-16,9-1 15,0-8 1,9 18-16,0-1 16,0 10-16,0 10 15,10 8 1,-10 10-16,0 9 15,1 9 1,-1 10-16,0 18 16,0 9-1,-9 9-15,-9-9 16,-1-9 0,0-9-16,-9-10 15,0-8-15,0-1 16,0-9-1,0 0-15,0 0 16,0-9 0,10-10-16,-1-18 15,10-9-15,9-18 16,0 8 0,-9 19-16,0 10 15,0-1 1,0 19-16,0-1 15,-10 10 1,10 10-16,0 8 16,-1 19-16,1 18 15,-9 10 1,-1 0-16,-9-10 16,0-18-1,9 0-15,-9-37 16</inkml:trace>
  <inkml:trace contextRef="#ctx0" brushRef="#br0" timeOffset="169107.09">23669 12008 0,'0'0'0,"0"0"16,0 9-16,0 9 15,0 19-15,9 10 16,-9 8 0,0 0-16,0-9 15,0-9 1,0-9-16,0-9 15,0-10 1,0 0-16,0-9 16,0 0-16,0 0 15,0 0 1,0-9-16,0-28 16,19-19-1,9-27-15,1 10 16,8-1-16,1 18 15,0 10 1,-10 18-16,0 10 16,-9 9-1,0 9-15,-1 9 16,11 9 0,-10 19-16,-1 19 15,-8 8-15,-1 1 16,1-10-1,-1-8-15,0-11 16,10-17 0,9-19-16,-28 0 15</inkml:trace>
  <inkml:trace contextRef="#ctx0" brushRef="#br0" timeOffset="169956.34">24939 11491 0,'0'0'0,"0"0"15,0 0-15,0 0 16,0 18-16,9 19 16,1 19-1,-1 18-15,-9 9 16,0 9 0,0-18-16,0 0 15,0-19 1,0-9-16,0-9 15,0-9-15,0-28 16</inkml:trace>
  <inkml:trace contextRef="#ctx0" brushRef="#br0" timeOffset="170201.9">24619 11962 0,'0'0'0,"0"0"16,0 0-16,0 0 15,28 0 1,38-10-16,28-8 16,29-10-1,27-9-15,-18 0 16,0-9-1,-1 0-15,-131 46 16</inkml:trace>
  <inkml:trace contextRef="#ctx0" brushRef="#br0" timeOffset="172877.07">25757 11371 0,'0'0'0,"0"0"15,0 0 1,0 0-16,0 0 15,0 0-15,0 0 16,10 0 0,18 0-16,10 0 15,18 0 1,10-9-16,0-1 16,-19 1-1,-9 0-15,-10 9 16,0 0-16,-9 0 15,-10 0 1,1 0-16,-10 0 16,0 0-1,0 0-15,0 0 16,0 9 0,0 19-16,0 18 15,-10 19-15,-9 9 16,1 9-1,-11 0-15,11 0 16,-11-9 0,11-19-16,8-9 15,1-9-15,9-37 16</inkml:trace>
  <inkml:trace contextRef="#ctx0" brushRef="#br0" timeOffset="173835.51">26614 11436 0,'0'0'16,"0"0"-16,0 0 16,0 9-1,-10 18-15,10 20 16,-9 17-1,-1 1-15,1 9 16,0-10 0,9-18-16,0-18 15,0 0-15,0-19 16,0 0 0,0 0-16,0-9 15,0 0 1,0 0-16,0 0 15,0-9 1,9-18-16,10-20 16,9-8-16,10-10 15,-1 10 1,-9 9-16,1 9 16,-1 9-1,-9 10-15,0-1 16,-1 10-16,-8 9 15,-1 9 1,10 19-16,0 0 16,-10 18-1,-9 9-15,0 1 16,0-19-16,0-10 16,0-8-1,0-10-15,0 0 16,0 0-1,0-9-15,0 0 16,0 0 0,10-9-16,8-9 15,20-28-15,9-10 16,0 1 0,-9 9-16,-10 9 15,0 9 1,-9 10-16,-10-1 15,1 10 1,-10 9-16,0 0 16,9 9-16,1 10 15,-10 18 1,0 18-16,0 0 16,0 1-1,0-10-15,9-9 16,0-10-16,1-8 15,9-10 1,-19-9-16</inkml:trace>
  <inkml:trace contextRef="#ctx0" brushRef="#br0" timeOffset="174307.43">28194 10956 0,'0'0'0,"0"0"16,0 0-16,0 9 15,0 19 1,0 18-16,0 27 16,0 20-1,-9 18-15,-1-19 16,1-9-16,-1-9 16,1-28-1,9-9-15,0-19 16,0-18-1</inkml:trace>
  <inkml:trace contextRef="#ctx0" brushRef="#br0" timeOffset="174554.95">27837 11426 0,'0'0'0,"9"0"16,29 0-16,27-9 15,11 0 1,18-10-16,0 10 16,0 0-16,-9-10 15,-10 1 1,-75 18-16</inkml:trace>
  <inkml:trace contextRef="#ctx0" brushRef="#br0" timeOffset="175223.62">29041 11232 0,'0'0'0,"0"0"16,0 0-1,0 0-15,0 0 16,0 0-1,0 0-15,0-9 16,9-9 0,0-10-16,1 0 15,9 1 1,0-1-16,-1 10 16,1-1-16,0 1 15,9 8 1,0 1-16,1 9 15,-11 0 1,1 9-16,0 10 16,0 9-1,-10-1-15,-9 19 16,-19 10-16,-9 8 16,-9 10-1,-1-9-15,-9-10 16,9-9-1,1-9-15,8-9 16,11 0-16,8-10 16,1-9-1,9-9-15,0 0 16,0 0 0,19 0-16,37 0 15,57-18 1,9-10-16,1 1 15,8-1-15,1 0 16,-19 10 0,-113 18-16</inkml:trace>
  <inkml:trace contextRef="#ctx0" brushRef="#br0" timeOffset="181844.49">22982 13992 0,'0'0'16,"0"0"-16,0 0 15,0 0 1,0 0-16,0 0 16,0 0-16,10 0 15,-1 0 1,10 0-16,0-9 15,9 0 1,10-10-16,-38 19 16</inkml:trace>
  <inkml:trace contextRef="#ctx0" brushRef="#br0" timeOffset="189588.22">20630 14611 0,'0'0'0,"0"0"15,0 0 1,0 0-16,0 9 16,-9 9-16,0 19 15,-1 28 1,10 36-16,0 19 16,0 0-1,0-18-15,0-19 16,10-28-1,-10-18-15,0-18 16,0-19-16</inkml:trace>
  <inkml:trace contextRef="#ctx0" brushRef="#br0" timeOffset="189885.37">19944 14851 0,'0'0'0,"0"0"16,0 0-16,9-10 16,10 1-16,9-9 15,38-10 1,28-9-16,0 0 15,19-9 1,0 9-16,9 0 16,-9 0-16,9 9 15,-9-8 1,-113 36-16</inkml:trace>
  <inkml:trace contextRef="#ctx0" brushRef="#br0" timeOffset="190218.79">21628 14121 0,'0'0'16,"0"0"0,0 0-16,0 0 15,-19 10-15,0 17 16,-19 10-1,-9 28-15,-9 18 16,-10 37 0,0 9-16,10-9 15,9 19 1,9-1-16,19-27 16,10-1-16,9-17 15,19-19 1,18-19-16,10-9 15,19-18 1,28-19-16,-94-9 16</inkml:trace>
  <inkml:trace contextRef="#ctx0" brushRef="#br0" timeOffset="190752.4">21665 15100 0,'0'0'0,"0"0"16,0 9 0,0 28-16,10 9 15,-1 19-15,0-10 16,-9-18-1,0-9-15,0-10 16,0 1 0,0-10-16,0-9 15,0 0 1,0 0-16,0-9 16,0-10-16,10-18 15,9-18 1,0-10-16,-1 10 15,1-1 1,0 10-16,0 19 16,0-1-16,-10 9 15,0 10 1,1 9-16,9 0 16,-1 9-1,1 10-15,9 9 16,1 18-1,-1 0-15,0 0 16,0 0-16,10 0 16,0-9-1,-1-28-15,-37-9 16</inkml:trace>
  <inkml:trace contextRef="#ctx0" brushRef="#br0" timeOffset="191102.05">22070 14444 0,'0'0'0,"0"0"15,9 0 1,19 0-16,19 10 15,29 8 1,18 19-16,0 18 16,0 19-16,-19 9 15,-9 28 1,-19 0-16,-28 0 16,-10 18-1,-18 9-15,-10-9 16,0 10-1,0-19-15,1-37 16,-11-18-16,29-65 16</inkml:trace>
  <inkml:trace contextRef="#ctx0" brushRef="#br0" timeOffset="193939.79">23293 14823 0,'0'0'0,"0"0"0,0 0 15,0 0 1,0 0-16,0 0 16,9 0-16,19-9 15,29-10 1,9 1-16,0-1 16,-10 10-1,-9 0-15,-9 0 16,-10 9-1,-28 0-15</inkml:trace>
  <inkml:trace contextRef="#ctx0" brushRef="#br0" timeOffset="194157.02">23406 15155 0,'0'0'0,"18"-9"16,20 0-16,28-10 15,37-9-15,29 1 16,-19-1 0,9 0-16,-122 28 15</inkml:trace>
  <inkml:trace contextRef="#ctx0" brushRef="#br0" timeOffset="195074.3">24666 14204 0,'0'0'0,"0"0"15,0 0-15,0 0 16,0 0-16,-9 19 16,-10 36-1,-19 19-15,1 9 16,9-9-1,-1-19-15,10-18 16,10-9-16,0-10 16,9-8-1,0-1-15,9 0 16,10-9 0,19 0-16,9 0 15,18 0 1,1 9-16,-19-9 15,0 10-15,0 8 16,-18 1 0,-11 8-16,-8 1 15,-1 9 1,-18 18-16,-19 10 16,-10-1-1,-9-8-15,0-10 16,0-18-16,-10-10 15,57-18 1</inkml:trace>
  <inkml:trace contextRef="#ctx0" brushRef="#br0" timeOffset="195302.31">24553 14454 0,'0'0'0,"0"0"16,10-10-1,9 1-15,37-19 16,38-18 0,0-9-16,19-10 15,0 1 1,-113 64-16</inkml:trace>
  <inkml:trace contextRef="#ctx0" brushRef="#br0" timeOffset="196119.03">25278 14601 0,'0'0'0,"0"0"16,0 10-16,0-1 16,0 18-1,-10 10-15,10 10 16,-9 8-1,9-9-15,0 0 16,0-9-16,0-9 16,0-10-1,0-9-15,0-9 16,0 0 0,0 0-16,0 0 15,0 0 1,0-9-16,0-28 15,9-36-15,20-1 16,-11 9 0,11 10-16,-11 18 15,1 9-15,9 10 16,-9-1 0,0 10-16,0 9 15,9 18 1,-9 10-16,0 18 15,-10 10 1,1-1-16,-10-9 16,0-9-1,0-9-15,0-10 16,0-9-16,0 1 16,0-10-1,0 0-15,9-19 16,10-18-1,9-18-15,10-10 16,9-9 0,-10 19-16,-9 9 15,1 18-15,-10 10 16,-1 9 0,1-1-16,-9 10 15,8 10 1,1 17-16,9 19 15,1 10 1,-11-10-16,1 0 16,9-9-16,10-9 15,-38-28 1</inkml:trace>
  <inkml:trace contextRef="#ctx0" brushRef="#br0" timeOffset="196635.75">26454 14315 0,'0'0'0,"0"0"15,0 9 1,0 10-16,0 18 16,0 37-1,-10 9-15,1 0 16,-1-9-1,10-19-15,0-18 16,0-19 0,0 1-16,0-10 15,0-9-15,0 0 16,0-9 0,0-19-16,10-18 15,-1-9 1,10-10-16,0 0 15,9 10-15,0 18 16,1 0 0,-1 9-16,0 10 15,0 9 1,0 0-16,1 9 16,-11 0-1,1 9-15,0 18 16,0 10-16,0 19 15,-10 8 1,1-8-16,8-1 16,1-18-1,19-9-15,28-10 16,-66-18-16</inkml:trace>
  <inkml:trace contextRef="#ctx0" brushRef="#br0" timeOffset="197333.12">27583 13521 0,'0'0'0,"0"0"16,0 0-1,0 10-15,-10 36 16,1 46 0,-1 28-16,1 28 15,9-19-15,0 0 16,-10-27 0,10-28-1,0-28-15,0-19 16,0-8-16,0-19 15,0 0 1,0 0-16</inkml:trace>
  <inkml:trace contextRef="#ctx0" brushRef="#br0" timeOffset="197540.2">27037 14038 0,'0'0'0,"0"0"15,19 10 1,9-1-16,28 0 16,48 9-1,18-8-15,10-1 16,0-9 0,-1-9-16,1-10 15,-132 19-15</inkml:trace>
  <inkml:trace contextRef="#ctx0" brushRef="#br0" timeOffset="198135.55">28250 13817 0,'0'0'16,"0"0"-16,0 0 15,0 0 1,19-9-16,19-1 16,28-8-1,9-1-15,0 1 16,-9-1-16,0 1 16,-10 0-1,-18 8-15,-10 1 16,-9 0-1,-10 9-15,1-9 16,-1 9 0,-9 0-16,0 0 15,0 0-15,0 0 16,0 0 0,0 0-16,0 18 15,-9 19 1,-1 18-16,-8 19 15,-1 28-15,0-1 16,0-8 0,0 8-16,10 10 15,0-19 1,9-92-16</inkml:trace>
  <inkml:trace contextRef="#ctx0" brushRef="#br0" timeOffset="198971.33">29266 13983 0,'0'0'15,"0"0"-15,0 9 16,-9 19 0,0 9-16,-1 0 15,1 0 1,9-10-16,0-8 15,0-10 1,0-9-16,0 0 16,0 0-16,0 0 15,0 0 1,0 0-16,0-18 16,0-19-1,9-19-15,1 1 16,8 9-16,1 9 15,-9 9 1,8 0-16,1 10 16,0 9-1,-9-1-15,-1 10 16,10 0 0,-10 0-16,10 10 15,0 17-15,-10 1 16,1 9-1,-1-9-15,0-1 16,-9-8 0,0-10-16,0 0 15,0-9-15,0 0 16,0 0 0,10-9-16,9-9 15,-1-10 1,20-18-16,-10 9 15,10 0 1,9 0-16,-9 19 16,-10 8-16,0 1 15,0 9 1,0 9-16,-9 1 16,0 17-1,0 10-15,0 19 16,0 8-16,-10 10 15,0-19 1,-9-18-16,0-37 16</inkml:trace>
  <inkml:trace contextRef="#ctx0" brushRef="#br0" timeOffset="199285.69">30659 13392 0,'0'0'0,"0"0"16,0 9-16,9 38 15,1 26 1,-10 29-16,0 9 16,0-19-16,-10 0 15,1-27 1,-1-10-16,1-9 16,0-18-1,9-28-15</inkml:trace>
  <inkml:trace contextRef="#ctx0" brushRef="#br0" timeOffset="199523.22">30377 13891 0,'0'0'15,"9"0"-15,10 0 16,28 0 0,47-10-16,28 1 15,-28-9 1,19-10-16,0 0 16,-113 28-16</inkml:trace>
  <inkml:trace contextRef="#ctx0" brushRef="#br0" timeOffset="200093.13">31750 13374 0,'0'0'0,"0"0"16,0 9-1,-9 28-15,-20 46 16,-18 46-16,-9-9 16,9-18-1,9-19-15,1-19 16,8-17 0,11-20-16,-1-8 15,9-10 1,10 0-16,0-9 15,0 0-15,0 0 16,0 0 0,0 0-16,19 0 15,19-9 1,18 0-16,1-1 16,9 10-16,-1 10 15,1-1 1,0 0-16,-9 0 15,-10 1 1,-10-1-16,-37-9 16</inkml:trace>
  <inkml:trace contextRef="#ctx0" brushRef="#br0" timeOffset="200319.27">31844 13817 0,'0'0'0,"0"0"15,0 0-15,0 18 16,9 38 0,-9 73-16,0 92 15,-37 102 1,-1-9-16,10-92 15</inkml:trace>
  <inkml:trace contextRef="#ctx0" brushRef="#br0" timeOffset="201452.84">19925 14066 0,'0'0'0,"-10"-9"16,1 0-16,0-1 15,-1 1 1,10 9-16,0 0 16,-9 9-1,-1 19-15,1 27 16,0 38-16,9 64 15,0 27 1,18-8-16,-8 36 16,9-9-1,-1 18-15,-8-36 16,9 9 0,0-28-16,-1 0 15,-8-46-15,-1-37 16,1-28-1,-10-36-15,0-19 16</inkml:trace>
  <inkml:trace contextRef="#ctx0" brushRef="#br0" timeOffset="203496.84">19934 14195 0,'0'0'0,"10"-9"16,18-19-16,38-9 15,47-9 1,18 0-16,20 0 16,46 0-1,-8 0-15,27 9 16,10-9-16,37-1 16,1-8-1,-1 9-15,29 0 16,-10 9-1,9 0-15,-18 0 16,0 9 0,9 10-16,-9-1 15,9 1-15,10 9 16,-10-1 0,38 1-16,-47-9 15,18 9 1,29-1-16,-37-8 15,8-1-15,29 1 16,-38 9 0,19-10-16,29 1 15,-48-10 1,0 0-16,19 1 16,-19 8-1,-18 1-15,-1-1 16,-18 1-16,18-1 15,-37 10 1,9 0-16,-37 0 16,9-1-16,-10 1 15,-28 0 1,1 0-16,-20 0 16,-18-1-1,0 1-15,-19 9 16,-38-9-1,0 0-15,-9 9 16,-10 0 0,-9 0-16,-9 0 15,-10 0-15,1 0 16,-11 0 0,-8 0-16,-1 0 15,1 0 1,-1 9-16,0-9 15,1 9-15,-1 0 16,1 10 0,-1-1-16,0 10 15,10 9 1,0 18-16,0 19 16,-10 18-1,10 10-15,0 18 16,-10 18-16,1 28 15,-1 19 1,1 9-16,-1 9 16,0 0-1,1 19-15,-10-56 16,9-9-16,-9-37 16,0-19-1,0-9-15,-9-18 16,9-18-1,0-10-15,0-19 16,0 1 0,0-9-16,0-10 15,0 0-15,0 0 16,0 0 0,0-9-16,-10 10 15,1-10 1,0 9-16,-20 0 15,-8 0 1,-20 1-16,-18-10 16,0 9-16,-19 0 15,-19-9 1,-10 0-16,11 0 16,-20 9-1,-9-9-15,0 0 16,-10 0-16,-18 0 15,18 0 1,-18 0-16,0-9 16,-1 0-1,-18 9-15,0 0 16,-10-9 0,-9 9-16,10 0 15,-19 9-15,9-9 16,-19 9-1,38 10-15,-38-10 16,38 0 0,-38 0-16,38 10 15,-29-1-15,10 1 16,19-1 0,-28 10-16,28-10 15,-19 10 1,19-10-16,-19 1 15,28-1 1,-19 1-16,1-1 16,9 1-16,-19-10 15,28 9 1,-28 1-16,19-10 16,-28 9-1,9 1-15,0 9 16,-19-10-1,9 10-15,1-10 16,19 1-16,-29-1 16,28 1-1,-28 8-15,19 1 16,0 0 0,19-1-16,-9 1 15,9 0-15,18-10 16,10 1-1,10-1-15,18-9 16,-18 1 0,9-1-16,28-9 15,19 0-15,-10 0 16,29 0 0,18 0-16,10 0 15,10 0 1,8 0-16,1 0 15,9 0 1,10 0-16,0 0 16,-1 0-16,1 0 15,9 0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1-13T16:07:11.7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18448 12838 0,'0'0'0,"0"0"0,0 0 15,0 0-15,0 0 16,0 0-16,0 0 16,0 0-1,0 10-15,0 8 16,0 10 0,0 18-16,0 19 15,0 27 1,0 19-16,0-1 15,0-8-15,0-10 16,0-9 0,0-27-16,0-19 15,0-19 1,0-18-16,0 0 16</inkml:trace>
  <inkml:trace contextRef="#ctx0" brushRef="#br0" timeOffset="305.27">17789 13088 0,'0'0'0,"0"-10"16,10-8-1,18-19-15,28-18 16,20-10-16,18 0 16,0 1-1,19 8-15,-10 10 16,-9 9 0,-18 10-16,-1-1 15,10 10 1,-10-10-16,0-9 15,-75 37-15</inkml:trace>
  <inkml:trace contextRef="#ctx0" brushRef="#br0" timeOffset="593.4">19342 12211 0,'0'0'16,"0"0"-16,-10 9 15,-9 19 1,-18 27-16,-1 19 16,-18 27-1,-1 19-15,-9 37 16,19 0-16,10 9 16,18-9-1,10-27-15,27 8 16,20-18-1,9-28-15,19-18 16,37-28-16,-9-37 16,-94-9-1</inkml:trace>
  <inkml:trace contextRef="#ctx0" brushRef="#br0" timeOffset="1121.58">19652 13051 0,'0'0'0,"0"0"15,0 0 1,0 9-16,-9 28 16,-1 27-16,1 20 15,-1-11 1,10 10-16,-9-9 15,9-18 1,0-29-16,0-8 16,0-19-1,0 0-15,0 0 16,-9-19-16,-1-18 16,1-27-1,9-28-15,9 8 16,1 11-1,8-1-15,11 9 16,8 10-16,10 9 16,10 18-1,-1 10-15,1 18 16,-10 9 0,0 18-16,-10 10 15,1 37 1,0 28-16,-20-1 15,-8 10-15,-1 0 16,1-28 0,-10-28-16,9-27 15,0-19 1,-9-9-16</inkml:trace>
  <inkml:trace contextRef="#ctx0" brushRef="#br0" timeOffset="1441.45">20245 12432 0,'0'0'0,"0"0"15,9 0-15,29 19 16,18 8-1,1 10-15,18 10 16,10 26 0,-20 10-16,-8 10 15,-19 18-15,-10 18 16,-19 9 0,-18 10-16,-10 0 15,-9-28 1,9-28-16,9-28 15,10-27-15,0-37 16</inkml:trace>
  <inkml:trace contextRef="#ctx0" brushRef="#br0" timeOffset="1706.92">21063 12986 0,'0'0'0,"0"0"16,0 0-16,19 0 16,19-9-1,18 0-15,10-10 16,-10 1-1,1-1-15,-1 1 16,-18 9 0,-38 9-16</inkml:trace>
  <inkml:trace contextRef="#ctx0" brushRef="#br0" timeOffset="1889.78">21167 13189 0,'0'0'16,"0"0"-16,0 0 15,9 0-15,29 9 16,37-9 0,-75 0-16</inkml:trace>
  <inkml:trace contextRef="#ctx0" brushRef="#br0" timeOffset="2861.83">22681 11029 0,'0'0'0,"0"-18"16,0-10-16,0-9 15,-9 0-15,-10 1 16,-9 8-1,-10 0-15,-18 10 16,-20 18 0,-18 18-16,-18 10 15,8 18 1,19 28-16,38-10 16,10 10-16,27 0 15,20 28 1,27 18-16,20-10 15,18 1 1,10 9-16,9 19 16,-10-19-16,-8 9 15,-10 18 1,-19 1-16,-29 0 16,-18 18-1,-18-18-15,-11 8 16,-8-17-1,-10-28-15,9-10 16,0-27-16,10-19 16,0-8-1,9-20-15,10-8 16,-1-10 0,10 0-16,0-9 15,0 0 1,0 0-16,19 0 15,38 0-15,46 9 16,1 10 0,8 9-16,1 18 15,-19 18 1,-9 19-16,-19 19 16,-19 27-1,-9 37-15,-29 10 16,-18 8-16,-29 29 15,-9 8 1,-9-18-16,8-28 16,11 1-1,18-19-15,10-19 16,18-9-16,19-9 16,10-9-1,9-9-15,19-19 16,18 0-1,29-9-15,19-10 16,0-18-16,37-9 16,-9-27-1,-19-38-15,-141 28 16</inkml:trace>
  <inkml:trace contextRef="#ctx0" brushRef="#br0" timeOffset="4673.5">24215 11066 0,'0'0'15,"0"0"-15,0 0 16,0 0-16,0-9 16,0 0-1,-10-10-15,1 1 16,-1-10 0,-8-9-16,-1-9 15,0 9 1,-19 0-16,-9 10 15,-9 8-15,-1 10 16,1 9 0,0 18-16,9 10 15,-10 28 1,19 8-16,10 1 16,9-1-1,19 10-15,10-18 16,18-10-16,19-9 15,28-19 1,10-18-16,0-18 16,-10-19-1,0-19-15,-18 1 16,-10 9 0,-10 0-16,-8 9 15,-11 9-15,-8 10 16,-1 8-1,1 1-15,-10 9 16,0 0 0,0 0-16,0 0 15,0 28 1,9 9-16,10 9 16,9 0-16,10 0 15,27-9 1,58-28-16,-123-9 15</inkml:trace>
  <inkml:trace contextRef="#ctx0" brushRef="#br0" timeOffset="5939.15">28203 10070 0,'0'0'16,"0"0"-16,0 9 15,0 18 1,0 20-16,0 26 16,0 1-16,0 9 15,0-9 1,0-9-16,0-19 16,0-9-1,0-19-15,0-8 16,0-10-1,0 0-15,0 0 16,0-19-16,10-9 16,-1-18-1,10-18-15,9-10 16,0 0 0,10-9-16,0 9 15,-1 28-15,10-9 16,0 18-1,10 9-15,-1 9 16,-9 10 0,0 18-16,0 10 15,-9 18 1,9 27-16,-19 10 16,1 0-16,-1-9 15,0-10 1,-9-9-16,9-9 15,-28-37 1</inkml:trace>
  <inkml:trace contextRef="#ctx0" brushRef="#br0" timeOffset="7609.13">30217 9590 0,'0'0'0,"0"0"16,0 0-1,0 0-15,-10 9 16,-9 9-16,-9 10 15,-9 9 1,-11 9-16,-8 0 16,-10 0-1,10 0-15,-1-9 16,1 0 0,9-9-16,19-10 15,9-8-15,9-1 16,1 0-1,0-9-15,9 0 16,-10 9-16,10-9 16,0 0-1,0 0-15,0 0 16,0 0 0,0 10-16,10-1 15,-1 9 1,19 1-16,19 8 15,10 10 1,18 0-16,38-9 16,0-10-16,18-18 15,-131 0 1</inkml:trace>
  <inkml:trace contextRef="#ctx0" brushRef="#br0" timeOffset="8055.87">31204 9313 0,'0'0'0,"0"0"15,0 0 1,0 18-16,0 19 16,0 46-1,0 83-15,10 28 16,9 28-16,-1 8 15</inkml:trace>
  <inkml:trace contextRef="#ctx0" brushRef="#br0" timeOffset="10577.58">23838 13863 0,'0'0'0,"0"0"16,0 0-1,0 0-15,0 0 16,0 0-1,0 0-15,10 0 16,-1 9 0,-9-9-16,10 9 15,-10-9-15,0 0 16,0 10 0,0-1-16,0 0 15,0 0-15,0 1 16,-10-1-1,1 0-15,-1 0 16,-8 0 0,-1-9-16,0 0 15,0 0 1,0-9-16,0 0 16,1 0-16,8-10 15,1 1 1,9-19-16,0 0 15,9 0 1,10 9-16,9 1 16,1 8-16,8 19 15,10 9 1,0 19-16,0 28 16,0 36-1,-9 28-15,-19 9 16,-10 46-1,-18-8-15,-10-20 16,-9-18 0,-10-27-16,0-37 15,1-19-15,-1-28 16,-9-9 0,-9-9-16,9-18 15,0-10-15,9 1 16,10-10-1,18 0 1,10-19-16,10 1 16,9 9-16,28 0 15,9 9 1,19 18-16,1 19 16,-1 10-1,0 17-15,0 10 16,1 0-16,-11 0 15,1-19 1,-19-18-16,-47 0 16</inkml:trace>
  <inkml:trace contextRef="#ctx0" brushRef="#br0" timeOffset="10864.2">24732 13844 0,'0'0'16,"0"0"0,9 19-16,10 36 15,10 38-15,-11 17 16,11 1-1,-11 0-15,1-37 16,-9-19 0,-1-27-16,-9-10 15,0-18 1,0 0-16</inkml:trace>
  <inkml:trace contextRef="#ctx0" brushRef="#br0" timeOffset="11089.24">24186 13983 0,'0'0'0,"10"-9"16,18-10-1,38-27-15,37-19 16,20-8-1,18-10-15,9 0 16,-27 9-16,-123 74 16</inkml:trace>
  <inkml:trace contextRef="#ctx0" brushRef="#br0" timeOffset="11410.41">25419 12940 0,'0'0'0,"0"9"16,-10 10-16,-18 18 16,-9 36-16,-1 20 15,-9 17 1,9 10-16,1 37 15,18-9 1,9 0-16,10 9 16,10-47-1,18 10-15,28 0 16,1-27-16,9-29 16,9-27-1,19-28-15,-94-9 16</inkml:trace>
  <inkml:trace contextRef="#ctx0" brushRef="#br0" timeOffset="11961.05">25701 13808 0,'0'0'0,"0"9"16,0 37 0,9 46-16,1 19 15,-1-37 1,1-10-16,-1-27 16,-9-9-16,0-9 15,0-10 1,0 0-16,0-9 15,0 0 1,0 0-16,0-9 16,9-28-1,1-28-15,-1-9 16,10-18-16,0 9 16,0 9-1,0 10-15,-1 8 16,1 1-1,0 18-15,0 18 16,0 1 0,-10 9-16,10 0 15,-10-1-15,1 10 16,8 10 0,11 8-16,8 28 15,1 28 1,0 18-16,-10 10 15,0-1-15,-9-27 16,0-9 0,-19-65-16</inkml:trace>
  <inkml:trace contextRef="#ctx0" brushRef="#br0" timeOffset="12258.95">26510 13854 0,'0'0'0,"0"0"15,0 0-15,0 0 16,9 0-1,10 0-15,10-10 16,18 1-16,0 0 16,0-9-1,-10 8-15,1 1 16,9-19 0,-47 28-16</inkml:trace>
  <inkml:trace contextRef="#ctx0" brushRef="#br0" timeOffset="12551.73">27112 13281 0,'0'0'0,"0"0"15,0 0 1,0 10-16,0 17 15,10 10 1,-1 37-16,10 18 16,0 10-1,-1-10-15,-8-9 16,-1-18-16,1-10 16,-1-18-1,0-9-15,1-10 16,-10-18-1,0 0-15</inkml:trace>
  <inkml:trace contextRef="#ctx0" brushRef="#br0" timeOffset="12889.81">27244 12875 0,'0'0'0,"19"10"16,37 8-16,19 10 16,10 18-16,-10 9 15,1 28 1,-11 28-16,-27-9 15,-19 55 1,-19-1-16,-19 20 16,-19 18-1,-27-1-15,-1 1 16,9-65-16,20-27 16,37-102-1</inkml:trace>
  <inkml:trace contextRef="#ctx0" brushRef="#br0" timeOffset="13293.2">28514 12765 0,'0'0'16,"0"0"-16,0 18 15,9 28 1,1 47-16,-1 36 16,0 37-1,-9-18-15,19 18 16,-9-37-16,-1-28 16,1-18-1,-10-27-15,9-28 16,-9-28-1</inkml:trace>
  <inkml:trace contextRef="#ctx0" brushRef="#br0" timeOffset="13527.83">28100 13531 0,'0'0'15,"0"0"-15,9 0 16,29 0 0,65-10-16,48-17 15,-1-1-15,20 0 16,-29-9 0,-19 10-16,1-10 15,-123 37 1</inkml:trace>
  <inkml:trace contextRef="#ctx0" brushRef="#br0" timeOffset="14495.25">29323 12451 0,'0'0'0,"0"0"15,0 9 1,9 19-16,10 27 15,9 56 1,10 37-16,-10 18 16,-9-9-1,0-28-15,-10-18 16,1-10-16,-1-36 16,0-19-1,1-18-15,-10-10 16,0 0-1,0-8-15,0-10 16,0 0 0,0 0-16,0 0 15,0-10 1,0-26-16,0-20 16,9-8-16,10-1 15,9 0 1,10 10-16,18 0 15,1 27-15,9 9 16,-19 10 0,0 9-16,-10 9 15,1 10 1,-10-1-16,-9 10 16,-10 9-1,-9 0-15,-9 9 16,-10 9-16,-9-8 15,-19-1 1,-19-9-16,-9-10 16,9-8-1,10-10-15,9-18 16,47 9-16</inkml:trace>
  <inkml:trace contextRef="#ctx0" brushRef="#br0" timeOffset="22794.74">29680 15330 0,'0'0'0,"-9"0"0,0 0 15,-1 10-15,-9-1 16,10 0-1,0 0-15,-1 1 16,1 8 0,9-9-16,0 1 15,0-10-15,9 0 16,19-10 0,19-8-16,0-19 15,0-18 1,0-1-16,-9 1 15,-19 18-15,-10 0 16,1 9 0,-10 1-16,0-1 15,-10 9 1,-8 10-16,-20 9 16,-9 9-1,-10 19-15,-8 37 16,-11 36-16,20 19 15,28-18 1,9 9-16,28-19 16,19-18-1,1-28-15,27-19 16,19-27 0,38-46-16,0-28 15,19-27-15,-19-1 16,-10-18-1,-28 10-15,1-20 16,-10 1 0,-10-9-16,-18-1 15,-10-18 1,-28 19-16,-10 46 16,-8 18-16,-11 28 15,-8 18 1,9 10-16,-10 18 15,-9 18-15,0 19 16,9 18 0,1 28-16,8 28 15,20 18 1,18 1-16,20 17 16,-1-18-1,9-9-15,1-9 16,0-18-1,-1-29-15,1-18 16,0-18-16,-1-10 16,1-18-1,9-9-15,0-28 16,0-18 0,9-19-16,-9-18 15,1-1-15,-11 1 16,-9 18-1,-9 19-15,-9 9 16,-10 18 0,0 10-16,0-1 15,0 10 1,-10 0-16,1 9 16,-10 9-1,0 19-15,0 9 16,1 9-16,8-9 15,20 9 1,-1-9-16,19 9 16,10-9-16,18 0 15,1 0 1,-1 9-16,-9-9 16,-9 9-1,-10 0-15,-9 0 16,-10-9-1,-9-9-15,-9-1 16,-1-8-16,1-1 16,0-8-1,9-10-15,0 0 16,9-19 0,29-27-16,18-37 15,10-9 1,0-1-16,0 1 15,-10 18-15,-18 19 16,-19 9 0,-10 18-16,0 0 15,-9 19 1,0 0-16,-9 0 16,0 9-1,-10 9-15,-10 19 16,-8 27-16,9 19 15,18 0 1,20-10-16,8 1 16,11-19-16,8-9 15,1-19 1,0-18-16,9-18 16,9-28-1,0-19-15,-8-36 16,-48 101-1</inkml:trace>
  <inkml:trace contextRef="#ctx0" brushRef="#br0" timeOffset="24389.65">32032 14601 0,'0'0'0,"0"0"16,0 10 0,0 17-16,0 10 15,0 9 1,0 10-16,0 8 15,0-8-15,0-1 16,0-27 0,0-1-16,0-17 15,10-1 1,-1 0-16,-9-9 16,0 0-16,9-9 15,1-10 1,-1 1-16,1-1 15,-1 10 1,0 0-16,1 0 16,-1 0-16,1 9 15,-1 0 1,1 0-16,8 0 16,11 9-1,8-9-15,-9 0 16,1-9-1,-11-1-15,1 1 16,-9 0-16,-1-10 16,0 1-1,-9 0-15,0-1 16,-9-9 0,0 1-16,9 8 15,0 10 1,0-9-16,0-1 15,9 1-15,10-10 16,9-9 0,10 0-16,-1-9 15,1 0 1,0 0-16,-10 9 16,-9 0-1,-1-9-15,-8 0 16,-10-1-16,0 10 15,0 1 1,0 8-16,-10 9 16,10 10-1,0 0-15,0 0 16,0 9-16,0 0 16,-9 18-1,0 28-15,-1 19 16,10 27-1,0 0-15,0-18 16,0-18 0,0-10-16,0-18 15,0-10-15,10 0 16,-1-8 0,0-10-16,1 0 15,-1-10 1,10-8-16,0-10 15,9 1 1,0-1-16,-9 9 16,0 1-16,0 9 15,9 0 1,0-1-16,10 10 16,0 0-1,-10 0-15,9 0 16,-8 0-16,8-9 15,-9 0 1,1-10-16,-11 1 16,1-1-1,-9 1-15,-1 0 16,-9 8-16,0 1 16,0 9-1,0 0-15,0 0 16,0 0-1,0 0-15,-9 9 16,9 10-16,0-1 16,9 1-1,10-1-15,0 1 16,9-10 0,0 0-16,29-18 15,-10 0 1,-19-1-16,-9-8 15,0-1 1,-1-8-16,1-1 16,-9 19-16,-1-10 15,-9 10 1,0 9-16,0 0 16,9 0-1,10-9-15,0 9 16,9 0-16,0 9 15,10-9 1,0-9-16,-1 0 16,10-19-1,-9-18-15,0 0 16,-20 0-16,-8 18 16,-1 0-1,-9 19-15,0 0 16,0 9-1,0 0-15,-19 27 16,-28 47 0,10 9-16,9 19 15,18-19-15,20-37 16,37 0 0,37 47-16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1-13T16:08:08.3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13603 12635 0,'0'0'0,"0"0"0,0 10 16,-9 8-1,-1 47-15,1 27 16,9 37 0,0 28-16,9 0 15,10-19 1,-9-8-16,8-38 15,-8-27-15,-1-29 16,1-26 0,-10-10-16</inkml:trace>
  <inkml:trace contextRef="#ctx0" brushRef="#br0" timeOffset="556.91">12756 12875 0,'0'0'16,"0"0"-16,0 0 16,0 0-1,19-9-15,19-19 16,47-18-1,27-9-15,1 9 16,38-10-16,18 1 16,-28 0-1,29-10-15,-20 19 16,-28 0 0,-9 0-16,-19 9 15,-18 9 1,-29 0-16,-10 10 15,-18 9-15,0-1 16,-10 1 0,1 9-16,-10 0 15,0 0 1,-10 19-16,-8 36 16,-29 56-1,-10 18-15,1 19 16,-1 18-16,20 18 15,-1-8 1,10-10-16,18 0 16,10 0-1,10-37-15,9-36 16,9-10-16,9-37 16,20-28-1,-57-18-15</inkml:trace>
  <inkml:trace contextRef="#ctx0" brushRef="#br0" timeOffset="1078.82">14591 13198 0,'0'0'0,"0"0"15,0 10-15,-10 8 16,1 19 0,9 0-16,0 18 15,0 1 1,0-19-16,0 0 16,0-10-1,0-8-15,0-10 16,0-9-16,0 0 15,0-9 1,9-28-16,10-28 16,0-18-1,9 0-15,10 9 16,-10 10-16,10 8 16,-1 19-1,10 10-15,-9 8 16,0 10-1,-1 18-15,10 10 16,0 17-16,0 29 16,1 9-1,-11 9-15,-9-9 16,-9-19 0,0 1-16,0-19 15,-10-19 1,-9-18-16,0 0 15</inkml:trace>
  <inkml:trace contextRef="#ctx0" brushRef="#br0" timeOffset="1406.62">15184 12257 0,'0'0'16,"9"0"-16,19 0 16,19 9-16,28 19 15,1 9 1,8 27-16,1 29 16,-10 27-1,-18 37-15,-29 18 16,-19 37-1,-18-27-15,-19-10 16,0-27-16,9-19 16,9-46-1,10-27-15,0-38 16,0-18 0</inkml:trace>
  <inkml:trace contextRef="#ctx0" brushRef="#br0" timeOffset="1683.54">16425 12885 0,'0'0'0,"0"0"15,0 0 1,19-10-16,28-8 16,28-10-1,10 1-15,0-1 16,-19 9-16,-10 1 16,-56 18-1</inkml:trace>
  <inkml:trace contextRef="#ctx0" brushRef="#br0" timeOffset="1866.78">16858 13521 0,'19'-9'0,"56"-37"16,66-46-1,38-28-15,-19 0 16,28-19 0</inkml:trace>
  <inkml:trace contextRef="#ctx0" brushRef="#br0" timeOffset="2738.77">18504 10070 0,'0'0'0,"-9"-10"16,0 1-16,-10 0 16,-9 9-1,-20 18-15,-17 38 16,-20 27 0,0 18-16,19 10 15,10 18-15,28-9 16,18 9-1,20 1-15,27 8 16,10-9 0,19 19-16,10 9 15,-1 0 1,-9 18-16,-10 10 16,-9 27-16,-19-18 15,-28 37 1,-28-10-16,-9 10 15,-20-28 1,1-37-16,-1-9 16,1-37-1,-1-37-15,10-28 16,19-27-16,0-9 16,9-10-1,10-9-15,9 0 16,0 0-1,0-9-15,9-10 16,19-9-16,29 1 16,9 8-1,28 10-15,0 18 16,9 37 0,1 37-16,-10 47 15,0 54-15,-19 38 16,-28 27-1,-9-9-15,-19 18 16,-10-45 0,0 8-16,1-27 15,9 18 1,9-46-16,19 1 16,9-1-16,20-19 15,27-27 1,19-18-16,19-28 15,57-37 1,28-65-16,9-9 16</inkml:trace>
  <inkml:trace contextRef="#ctx0" brushRef="#br0" timeOffset="5801.44">26980 9091 0,'0'0'0,"0"0"16,0 19-16,0 8 15,0 20 1,0 8-16,0 9 15,-9-8-15,9-19 16,-9 0 0,-1-10-16,10-8 15,0-10 1,0 0-16,0-9 16,0 0-16,0-9 15,10-28 1,8-37-16,1-18 15,9-9 1,10-1-16,0 10 16,-1 9-1,1 9-15,0 18 16,-1 19-16,1 10 16,0 8-1,-1 19-15,1 10 16,9 17-1,0 29-15,-10 8 16,1 29 0,0-1-16,-10-9 15,0-9-15,0-19 16,10-18 0,9-9-16,-47-28 15</inkml:trace>
  <inkml:trace contextRef="#ctx0" brushRef="#br0" timeOffset="6183.45">28749 8224 0,'0'0'0,"0"0"15,0 9 1,-19 19-16,-18 27 16,-20 28-1,-9 0-15,-9 0 16,0-9-16,9-9 16,19-19-1,28-19-15,0 1 16,10-9-1,9-10-15,9 0 16,19 0-16,48 0 16,27 1-1,20-1-15,18-9 16,-28 0 0,-1 9-16,-112-9 15</inkml:trace>
  <inkml:trace contextRef="#ctx0" brushRef="#br0" timeOffset="6453.73">29464 9054 0,'0'0'0,"0"0"16,-9 0-16,-20 10 15,-36 8 1,-20 19-16,-28 9 16,-19 9-16,-9 1 15,19-1 1,28-18-16,19-9 16,27-10-1,20-9-15,19-9 16,9 0-1</inkml:trace>
  <inkml:trace contextRef="#ctx0" brushRef="#br0" timeOffset="6850.78">29850 7882 0,'0'0'0,"0"0"15,0 0 1,0 0-16,0 9 15,0 38 1,-10 17-16,10 38 16,0 27-1,0 9-15,-9-8 16,9-1-16,-10 0 16,10-28-1,0-17-15,0-11 16,-9-17-1,0-10-15,9-46 16</inkml:trace>
  <inkml:trace contextRef="#ctx0" brushRef="#br0" timeOffset="8686.69">20790 10633 0,'0'0'0,"0"-10"0,-9-8 16,0-1-1,-1-8-15,-9 8 16,1 1 0,-11-1-16,-8 10 15,-10 9 1,-19 19-16,-19 27 15,0 18-15,10 1 16,9 0 0,10 18-16,18 9 15,19-27 1,10-1-16,18-27 16,10 0-1,28-9-15,29-19 16,18-37-16,19-27 15,-10-19 1,-9 0-16,-28 0 16,-10 0-1,-18 1-15,-10 17 16,-9 10 0,-10 18-16,1 1 15,-10 17-15,0 1 16,0 9-1,0 0-15,0 19 16,0 36 0,9 10-16,1 9 15,18 9-15,10 0 16,27-19 0,39-18-16,56-27 15,66 9 1</inkml:trace>
  <inkml:trace contextRef="#ctx0" brushRef="#br0" timeOffset="10866.95">19690 14731 0,'0'0'0,"0"0"16,0 0-16,0 9 16,9 18-1,1 10-15,8 28 16,1 18 0,0-9-16,0-10 15,0 1 1,-10-19-16,0 0 15,-9-9-15,0-18 16,0-19 0</inkml:trace>
  <inkml:trace contextRef="#ctx0" brushRef="#br0" timeOffset="11501.6">19144 15035 0,'0'0'0,"0"0"15,0 0 1,0 0-16,19-18 16,28-29-1,38-17-15,18-19 16,10 0-16,0 0 15,9 9 1,-18 9-16,-10 10 16,-94 55-1</inkml:trace>
  <inkml:trace contextRef="#ctx0" brushRef="#br0" timeOffset="11867.13">20725 13688 0,'0'0'0,"0"0"15,-10 9 1,-9 18-16,-9 20 15,-19 36-15,-9 37 16,-20 27 0,20 1-16,-1 27 15,20-18 1,9 0-16,28 0 16,9-46-1,19-19-15,19-9 16,0-18-1,19-19-15,19-18 16,28-28-16,-113 0 16</inkml:trace>
  <inkml:trace contextRef="#ctx0" brushRef="#br0" timeOffset="12408.01">20837 14666 0,'0'0'16,"0"0"-16,0 0 15,10 18 1,-1 10-16,1 18 15,8 19 1,1-1-16,-9-17 16,-1-11-1,0-8-15,-9-9 16,0-10-16,0-9 16,0 0-1,0 0-15,0-9 16,-9-19-16,0-37 15,-1-36 1,10-10-16,10 0 16,8 19-1,1 37-15,0 8 16,0 20 0,0-1-16,9 10 15,0 8-15,0 20 16,1 8-1,8 19-15,1 28 16,0 27 0,-10 9-16,0-8 15,-9-10 1,-10-28-16,-9-55 16</inkml:trace>
  <inkml:trace contextRef="#ctx0" brushRef="#br0" timeOffset="12674.14">21562 14481 0,'0'0'0,"0"0"16,0 0-16,0 0 15,9 0 1,19 0-16,19 0 16,10-9-1,-1-9-15,10-10 16,-9-9 0,-10 0-16,-47 37 15</inkml:trace>
  <inkml:trace contextRef="#ctx0" brushRef="#br0" timeOffset="12934.37">22070 13983 0,'0'0'0,"0"0"15,0 9 1,9 19-16,1 27 15,8 10 1,1 27-16,0 10 16,0 8-16,0-27 15,-1-27 1,-8-19-16,-1-19 16,1-9-1,-10-9-15</inkml:trace>
  <inkml:trace contextRef="#ctx0" brushRef="#br0" timeOffset="13276.13">22060 13669 0,'0'0'0,"10"0"15,9 0-15,18 0 16,10 9 0,19 10-16,19 8 15,-1 10-15,-8 0 16,-10 19 0,-19-1-16,0 28 15,-19 19 1,-19 27-16,-18 28 15,-19 9 1,-10 0-16,0-18 16,10-38-16,9-26 15,10-29 1,9-55-16</inkml:trace>
  <inkml:trace contextRef="#ctx0" brushRef="#br0" timeOffset="13573.34">23255 13669 0,'0'0'0,"0"0"16,10 37-16,8 18 16,1 28-1,0 28-15,0-9 16,0-10 0,-10-18-16,0-19 15,-9-18 1,0-37-16</inkml:trace>
  <inkml:trace contextRef="#ctx0" brushRef="#br0" timeOffset="13783.63">22888 14131 0,'0'0'16,"0"0"-16,0 0 15,28 0 1,29 0-16,18-10 16,19 1-1,19-9-15,0-1 16,-113 19-16</inkml:trace>
  <inkml:trace contextRef="#ctx0" brushRef="#br0" timeOffset="14084.34">23932 13383 0,'0'0'0,"0"0"15,10 9 1,9 19-16,9 27 15,0 38-15,0 27 16,-9-10 0,0 20-16,-10-20 15,-9-27 1,0-18-16,0-10 16,0-18-16,0-18 15,0-10 1,0-9-16,0 0 15</inkml:trace>
  <inkml:trace contextRef="#ctx0" brushRef="#br0" timeOffset="14350.84">23876 13208 0,'9'-10'0,"29"-8"16,18-1-16,10 1 15,0 0 1,9-1-16,-9 10 15,-9 0-15,-57 9 16</inkml:trace>
  <inkml:trace contextRef="#ctx0" brushRef="#br0" timeOffset="15016.74">24177 13115 0,'0'0'0,"0"0"15,0 0 1,0 0-16,-9 0 16,-10 0-16,-19 10 15,-18-1 1,-29 0-16,0 9 16,10 1-1,0-1-15,18 1 16,1 9-16,9-10 15,9 0 1,10 1-16,9-1 16,10-8-1,9-10-15</inkml:trace>
  <inkml:trace contextRef="#ctx0" brushRef="#br0" timeOffset="15542.22">24845 12331 0,'0'0'0,"-9"9"16,-1 10-1,-18 27-15,-10 37 16,-18 37 0,9 27-16,0 29 15,0 27-15,9-28 16,10 37-1,9-18-15,19-28 16,9-27 0,1-38-16,18-18 15,10-9-15,28-9 16,9-28 0,-75-37-16</inkml:trace>
  <inkml:trace contextRef="#ctx0" brushRef="#br0" timeOffset="16100.34">24967 13549 0,'0'0'0,"0"19"16,10 27-16,-1 9 15,0 0 1,-9-8-16,10-10 16,-10-19-1,0-9-15,0 0 16,0-9-1,0 0-15,0 0 16,0-18-16,0-28 16,0-28-1,0-18-15,9-1 16,1 10 0,9 19-16,-1 8 15,1 10 1,0 19-16,0 8 15,9 1-15,-9 8 16,9 20 0,0 8-16,10 28 15,0 10 1,-1 17-16,-9 29 16,1-10-1,-11-9-15,1-27 16,0-10-16,-10-28 15,-9-18 1</inkml:trace>
  <inkml:trace contextRef="#ctx0" brushRef="#br0" timeOffset="16350.34">25569 13466 0,'0'0'16,"0"0"-16,0 0 16,19 9-1,19 1-15,9-10 16,9 0 0,-9 0-16,0-10 15,0 1 1,-9-9-16,0-1 15,-38 19-15</inkml:trace>
  <inkml:trace contextRef="#ctx0" brushRef="#br0" timeOffset="16817.52">25974 12958 0,'0'0'0,"0"0"16,0 0-16,0 0 15,0 0 1,19-9-16,9 0 16,28-9-1,10-1-15,0 10 16,-19 9-16,0 0 16,-9 9-1,-10 0-15,-9 10 16,0 8-1,-10 1-15,-9 18 16,-9 10 0,-20 17-16,1-8 15,0-10-15,0-8 16,9-10 0,9-10-16,1-8 15,9-1 1,9 1-16,10-10 15,10 0-15,27 0 16,19-9 0,19-9-16,0 0 15,-18 0 1,-11-10-16,1 1 16,-9-10-1,-10-9-15,-47 37 16</inkml:trace>
  <inkml:trace contextRef="#ctx0" brushRef="#br0" timeOffset="17184.75">26454 12239 0,'0'0'0,"18"0"15,29 0-15,29 9 16,8 9 0,20 19-16,-10 19 15,0 8 1,-19 10-16,-18 0 15,-1 27 1,-9 29-16,-19-10 16,-9 36-16,-19-26 15,0 17 1,-19-17-16,-18 8 16,-1-37-1,38-101-15</inkml:trace>
  <inkml:trace contextRef="#ctx0" brushRef="#br0" timeOffset="19867.41">28194 12294 0,'0'0'0,"0"0"16,0 0-16,0 0 15,0 9 1,9 19-16,10 27 16,0 28-1,9 37-15,-9 0 16,0-9-16,-10-37 15,1-10 1,-1-27-16,-9-37 16</inkml:trace>
  <inkml:trace contextRef="#ctx0" brushRef="#br0" timeOffset="20090.84">27705 12903 0,'0'0'16,"0"0"-16,0 0 16,0 0-1,28-9-15,47-10 16,48-18 0,37-9-16,18-9 15,-18 9 1,-9-10-16,-20-8 15,-131 64 1</inkml:trace>
  <inkml:trace contextRef="#ctx0" brushRef="#br0" timeOffset="20771.39">28871 11777 0,'0'0'0,"0"0"15,0 0 1,0 0-16,10 9 16,-1 10-1,1 8-15,8 29 16,1 8-1,0 1-15,0 9 16,0 9-16,-1 9 16,-8-18-1,-1 0-15,1-10 16,-10-8 0,0-19-16,0 0 15,0-19 1,0 1-16,0-10 15,0 0-15,0 0 16,0-9 0,0 0-16,0 0 15,0 0 1,0-9-16,18-19 16,11-27-1,8-10-15,29 1 16,9 8-16,1 10 15,-1 19 1,10 8-16,-20 10 16,1 9-1,-19 9-15,-9 0 16,-10 10 0,-9-1-16,-10 19 15,-9 0-15,-18 0 16,-29 18-1,-10-8-15,-18-11 16,-10-8 0,-9-9-16,28-10 15,0-9-15,66 0 16</inkml:trace>
  <inkml:trace contextRef="#ctx0" brushRef="#br0" timeOffset="22884.1">28222 14749 0,'0'0'0,"0"0"16,10 0-16,8-9 15,29-10 1,10-8-16,-1-20 16,1-8-16,-10-10 15,-10 10 1,-18-10-16,-9 19 15,-10 0 1,-10 9-16,-9 10 16,-9-1-16,-9 9 15,-10 19 1,-10 10-16,-9 17 16,0 29-1,1 27-15,8 28 16,10-1-16,9-8 15,20 9 1,8-19-16,20-28 16,-1-8-1,10-19-15,9-10 16,10-8 0,37-28-16,19-28 15,0-37-15,-9-9 16,-10-19-1,-9-18-15,-19 10 16,-9 17 0,-1 1-16,-9-9 15,-9 8 1,-9 19-16,-1 1 16,0-1-16,1 18 15,-10 10 1,0 9-16,0 19 15,0 9-15,0-1 16,0 10 0,0 0-16,0 0 15,0 19 1,-10 18-16,1 55 16,9 28-1,0 9-15,9 10 16,1-1-1,9-27-15,0-19 16,9-9-16,0-27 16,0-19-1,-9-10-15,9-18 16,0-9 0,10-18-16,19-28 15,8-28 1,11-28-16,-20 1 15,-18 9-15,-10 18 16,-9 18 0,-10 1-16,-9 18 15,0 9 1,0 10-16,0 9 16,0 9-16,0 0 15,-9 0 1,-1 9-16,1 9 15,0 1 1,-1 9-16,10 9 16,10-1-1,-1 1-15,10 9 16,0-9-16,-1 10 16,1-11-1,0-8-15,-10 0 16,10 0-1,-9-1-15,-1-8 16,0-10-16,1 0 16,9-9-1,9-9-15,19-19 16,9-18 0,1-9-16,-1-19 15,-9 9 1,-9 10-16,-10 0 15,-9 18-15,-10 18 16,1 1 0,-10 18-16,0 0 15,-10 0 1,-8 18-16,-11 19 16,-8 18-16,18 1 15,9-1 1,10-9-16,10-9 15,18-9 1,19 0-16,38-19 16,28-37-1,-113 28-15</inkml:trace>
  <inkml:trace contextRef="#ctx0" brushRef="#br0" timeOffset="24950.44">30405 14038 0,'0'0'15,"0"0"1,0 19-16,9 18 15,1 18-15,-1 0 16,10 1 0,0-10-16,-10-9 15,10-9 1,-10-10-16,10-9 16,0-9-1,0-9-15,9-19 16,0-9-16,10-18 15,-10 9 1,-9 9-16,-10 9 16,1 10-1,-1 9-15,0-1 16,-9 10-16,0 0 16,10 0-1,-1 10-15,1-1 16,8 0-1,11 0-15,-1 1 16,10-1-16,-1-9 16,1-9-1,-1-1-15,-8-8 16,-1-10 0,-9 0-16,-10 1 15,0-1 1,-9-9-16,-9 9 15,0 1-15,-1-1 16,1 10 0,-1-1-16,10 1 15,0-1 1,10-8-16,18-20 16,19-8-1,10 0-15,-1-1 16,0 1-16,-9 9 15,-9 0 1,0 9-16,-19 0 16,-1-9-1,-8 9-15,-10 0 16,0 9-16,-10 0 16,1 10-1,0-1-15,-1 10 16,1 0-1,9 9-15,-10 0 16,1 9 0,0 28-16,-1 28 15,10 27-15,10 19 16,-1 0 0,0 9-16,1-19 15,-10-27 1,0-9-16,0-19 15,0-9-15,0-19 16,0-9 0,0 1-16,0-1 15,0-9 1,0 0-16,9 0 16,1-9-1,-1-19-15,10 0 16,0 0-16,-10 1 15,0 8 1,1 1-16,-1 9 16,1-1-1,-1 1-15,-9 9 16,9 0 0,1 0-16,9 9 15,-1 1-15,11 8 16,-1-9-1,0 1-15,0-1 16,10-9 0,0 0-16,-1-9 15,-9-10 1,10 1-16,-10-10 16,1 0-16,-1-9 15,-9 0 1,-10 10-16,0-10 15,-9 9-15,0 10 16,-9-1 0,0 10-16,-1 0 15,-9 9 1,1 9-16,-1 9 16,0 10-16,0 27 15,10 10 1,9-10-16,0 10 15,9-19 1,10-9-16,9-9 16,0 0-1,10-19-15,0-9 16,-1 0-16,-9-9 16,1-1-1,-1-8-15,0-10 16,-9 0-1,0-8-15,0-1 16,-10 9 0,0 0-16,1 10 15,-1-1-15,1 10 16,-1 0 0,-9 0-16,0 9 15,0 0 1,0 0-16,9 0 15,10 9 1,0 0-16,0 0 16,9 10-16,0-1 15,-9-9 1,9 1-16,1-1 16,-1-9-1,0-9-15,0-1 16,0-8-16,1 0 15,-10-10 1,9-9-16,-9 9 16,-1-9-1,-8 19-15,-1-1 16,1 1 0,-10 9-16,0 0 15,0-1-15,0 10 16,0 0-1,0 0-15,0 0 16,-10 0 0,1 10-16,9 8 15,0 19 1,19-9-16,9 8 16,19-8-16,19-9 15,47-29 1,-113 10-16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1-01-13T16:16:06.0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23160 14076 0,'35'0'234,"-17"0"-234,-1 0 16,19 0-1,17 0 1,-18 0-1,-17 0 17,-1 0-17,18 0 17,-17 0-17,0 0 1,17 0-1,0 0 17,1-18-17,-19 18 1,1 0 0,52 0-1,-52 0-15,17 0 16,-17-17-1,0 17 1,-1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1-13T16:08:37.6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11825 14204 0,'0'0'0,"0"0"0,0 0 16,0 10 0,0 8-16,0 19 15,10 37 1,-1 37-16,0 9 15,10 0 1,0 18-16,0-27 16,9-19-16,-19-37 15,-9-55 1</inkml:trace>
  <inkml:trace contextRef="#ctx0" brushRef="#br0" timeOffset="317.14">11120 14251 0,'0'0'0,"18"-10"16,48-8-16,19-10 15,28-9-15,37 0 16,-27 10 0,-1-1-16,0-9 15,0 0 1,-27 0-16,-95 37 15</inkml:trace>
  <inkml:trace contextRef="#ctx0" brushRef="#br0" timeOffset="616.87">12587 13420 0,'0'0'16,"0"0"-16,0 0 15,0 0 1,-9 18-16,-20 38 16,1 45-1,-9 28-15,8 10 16,11 27 0,8 0-16,10-9 15,10 0-15,8-28 16,11-27-1,18-10-15,9-27 16,10-19 0,9-37-16,-75-9 15</inkml:trace>
  <inkml:trace contextRef="#ctx0" brushRef="#br0" timeOffset="1105.47">13029 14324 0,'0'0'16,"0"0"-16,0 0 16,0 19-1,0 18-15,0 9 16,0 19-16,0-10 15,0-18 1,0-9-16,0-10 16,0-9-1,0 0-15,0-9 16,0 0-16,0 0 16,0-9-1,10-28-15,-1-18 16,19-10-1,1 10-15,-1 0 16,0 18 0,0 0-16,10 9 15,-10 19 1,10 9-16,9 18 16,0 19-16,0 28 15,9 46 1,-18-19-16,-1 0 15,-8-9 1,-10-18-16,-1-28 16,-18-37-16</inkml:trace>
  <inkml:trace contextRef="#ctx0" brushRef="#br0" timeOffset="1400.82">13613 13595 0,'0'0'16,"0"0"-16,18 0 16,20 10-1,18 17-15,29 38 16,0 18-1,-1 55-15,-27 28 16,-10 19-16,-38 9 16,-9-19-1,-9-9-15,-1-36 16,1-57 0,9-73-16</inkml:trace>
  <inkml:trace contextRef="#ctx0" brushRef="#br0" timeOffset="1675.36">14685 14158 0,'0'0'0,"0"0"15,19-9 1,9-9-16,19 8 16,9 1-1,-8 0-15,-48 9 16</inkml:trace>
  <inkml:trace contextRef="#ctx0" brushRef="#br0" timeOffset="1848.02">14901 14666 0,'0'0'0,"19"-9"15,28-28-15,66-56 16,-113 93 0</inkml:trace>
  <inkml:trace contextRef="#ctx0" brushRef="#br0" timeOffset="2722.69">16190 11639 0,'0'0'15,"0"-19"-15,0-9 16,0 1-1,-9 8-15,-1 10 16,-8 0-16,-39 18 16,-28 28-1,-9 18-15,0 38 16,19-1 0,19 0-16,27-18 15,11 0 1,18 18-16,9 1 15,19 8-15,19-9 16,10 19 0,8 9-16,1 19 15,0-10 1,-9 46-16,-10-18 16,-19 18-1,-19 28-15,-18-9 16,-10 0-16,-19-19 15,1 1 1,-10-29-16,9-27 16,1-27-1,18-38-15,0-9 16,9-18-16,1-10 16,9-8-1,0-10-15,0 0 16,0 0-1,9 0-15,20 0 16,8 9 0,29 9-16,19 19 15,9 28-15,-9 27 16,-29 28 0,0 19-16,-27 27 15,-10 9 1,-19-9-16,0 0 15,0-18-15,0-19 16,0-18 0,9-9-16,0-10 15,10 0 1,9-18-16,1 0 16,18 0-1,18 18-15,11-18 16,-1 0-16,19-19 15,10-9 1,-10-27-16,-94-19 16</inkml:trace>
  <inkml:trace contextRef="#ctx0" brushRef="#br0" timeOffset="5750.4">18918 11666 0,'0'0'0,"0"0"0,0 0 16,0 0-16,0 0 16,0 0-1,0-9-15,0 0 16,0 0-16,-9-10 16,-1 1-1,-8-1-15,-1 1 16,0 9-1,-9-1-15,-10 10 16,-18 10 0,-10 8-16,9 10 15,-18 9-15,19 0 16,9 9 0,0 9-16,18 0 15,11 10 1,8-10-16,20-8 15,8-20-15,11-8 16,27-10 0,19-18-16,10-28 15,9-19 1,-19-8-16,-9-1 16,-19 10-1,-9-1-15,-10 1 16,-9 9-16,-10 9 15,1 9 1,-10 10-16,0-1 16,0 10-1,0 9-15,0 0 16,0 0 0,0 0-16,0 28 15,0 9-15,9 9 16,10 0-1,9 9-15,10 1 16,18-10 0,48-18-16,56-38 15,65-8 1</inkml:trace>
  <inkml:trace contextRef="#ctx0" brushRef="#br0" timeOffset="10166.94">24177 9903 0,'0'0'0,"0"0"16,0 0-16,0 0 16,0 0-1,9 10-15,10-1 16,-9 19-16,8 8 16,1 20-1,-9 8-15,-1 1 16,-9-10-1,0-8-15,0-10 16,0-10 0,0-18-16,0 1 15,0-1 1,0-9-16,0 0 16,0 0-16,0 0 15,10-19 1,-1-17-16,19-20 15,0-8 1,1 8-16,-1-8 16,0 8-16,0 10 15,0 9 1,1 0-16,8 9 16,-8 10-1,8 9-15,1 9 16,-1 9-1,1 19-15,0 9 16,-1 18-16,-8 10 16,-1-10-1,-9 10-15,-1-10 16,-8 0 0,-1-18-16,1-9 15,-10-28-15</inkml:trace>
  <inkml:trace contextRef="#ctx0" brushRef="#br0" timeOffset="10689.7">26096 9276 0,'0'0'16,"0"0"-16,0 9 16,-9 19-1,-19 9-15,-20 27 16,-8 1-16,-19 18 15,-10 9 1,10-18-16,18-19 16,10-8-1,10-11-15,18-17 16,10-1 0,-1-8-16,1-1 15,9-9-15,0 0 16,0 0-1,0 0-15,9 0 16,10 0 0,19 0-16,-1 0 15,10 0 1,10 9-16,-10 0 16,0-9-16,19 10 15,-10-1 1,0-9-16,-56 0 15</inkml:trace>
  <inkml:trace contextRef="#ctx0" brushRef="#br0" timeOffset="12323.02">26962 10217 0,'0'0'0,"0"0"15,0 0-15,0 0 16,-10 0-1,-18 0-15,-19 0 16,-28 9-16,-38 1 16,0 8-1,-28 10-15,0 0 16,-19 8 0,47-17-16,9-1 15,29 1 1,28-10-16,28-18 15,19 9-15</inkml:trace>
  <inkml:trace contextRef="#ctx0" brushRef="#br0" timeOffset="12850.5">27488 9220 0,'0'0'15,"0"0"-15,-9 10 16,-19 8-1,-10 19-15,-9 18 16,0 1-16,9 8 16,10 1-1,9 0-15,10-10 16,9-9 0,9-18-16,10 0 15,19-10 1,56-18-16,28-28 15,-9-18-15,-38 0 16,-9 0 0,-19 0-16,-9 0 15,-19-1 1,-10 10-16,-9-9 16,-9 0-16,-19 9 15,-20 0 1,-17 10-16,-20 8 15,-9 19 1,9 19-16,85-19 16</inkml:trace>
  <inkml:trace contextRef="#ctx0" brushRef="#br0" timeOffset="13734.51">25908 9940 0,'0'0'15,"0"0"-15,0 0 16,0 0 0,0 0-16,0 0 15,0 0 1,0 0-16,0 0 15,9 0-15,1 0 16,9 0 0,9 0-16,9 0 15,11 10 1,-1-1-16,9 0 16,0 0-1,1-9-15,-10 0 16,0 9-16,9-9 15,-9 0 1,0 0-16,10-9 16,-57 9-1</inkml:trace>
  <inkml:trace contextRef="#ctx0" brushRef="#br0" timeOffset="25969.08">16990 15044 0,'0'0'0,"0"0"15,0 0 1,0 0-16,0 0 16,0 0-16,0 0 15,9 0 1,1 10-16,-1-1 15,0 9 1,1 1-16,-10-1 16,0 10-1,-10 0-15,-8-1 16,8-8-16,-9-1 16,1-9-1,-1 1-15,9-10 16,1 0-1,-10 0-15,10-10 16,-1 1 0,1-9-16,9-10 15,0-9-15,9 0 16,10 0 0,0 10-16,0 8 15,9 1 1,-9 8-16,9 10 15,0 10-15,0 8 16,1 10 0,-1 18-16,0 19 15,-9 27 1,-10 19-16,-18-19 16,0-18-16,-20 9 15,-8-9 1,-1-19-16,10-9 15,0-9 1,9-18-16,0-10 16,0 0-1,10-9-15,-1 0 16,1-9-16,0 0 16,-1-10-1,10-9-15,0 1 16,10-1-1,-1 0-15,10 10 16,0-1 0,-1 10-16,11 0 15,8 9-15,1 9 16,-1 0 0,11 10-16,8-1 15,0 1 1,20-10-16,-1-9 15,28-28-15,-9-18 16,-94 46 0</inkml:trace>
  <inkml:trace contextRef="#ctx0" brushRef="#br0" timeOffset="26690.08">17742 15017 0,'0'0'0,"0"0"16,0 0-16,0 0 15,10 9 1,-1 19-16,10 27 15,0 19-15,0 9 16,-1 9 0,1-27-16,-9-19 15,-1-9 1,-9-9-16,0-19 16,0 0-1,0 0-15,0-9 16,0 0-16,0 0 15,0-27 1,0-29-16,0-18 16,0-18-1,0 9-15,9 9 16,10 19-16,0 9 16,0 9-1,0 9-15,0 9 16,9 10-1,0 9-15,0 19 16,10 8-16,-1 20 16,-8-1-1,-1 9-15,0 0 16,-9 1 0,0-19-16,0-10 15,9-8 1,9-10-16,-37-9 15</inkml:trace>
  <inkml:trace contextRef="#ctx0" brushRef="#br0" timeOffset="27505.88">18768 14638 0,'0'0'0,"0"0"15,0 0-15,0 0 16,9 19 0,1 8-16,-1 20 15,10 17-15,0 19 16,-1 0-1,1-9-15,-9-19 16,-1-18 0,0-9-16,1-9 15,-10-10 1,0-9-16</inkml:trace>
  <inkml:trace contextRef="#ctx0" brushRef="#br0" timeOffset="27791.16">18250 14943 0,'0'0'0,"0"0"16,0 0-1,0 0-15,10-9 16,27-19-16,39-18 15,27-19 1,19-9-16,-9 10 16,0 8-1,-9 10-15,-29 0 16,0 0 0,-18 9-16,-1 9 15,-56 28-15</inkml:trace>
  <inkml:trace contextRef="#ctx0" brushRef="#br0" timeOffset="38885.18">19878 13632 0,'0'0'0,"0"0"0,-10-9 16,10 9-16,-9 0 15,-19 18 1,-10 29-16,-18 36 16,-10 46-1,0 37-15,10 0 16,-1 28-16,29-37 16,9-9-1,19-28-15,10-10 16,-1-36-1,10-19-15,9-8 16,10-10 0,18-10-16,10-8 15,0-10-15,-66-9 16</inkml:trace>
  <inkml:trace contextRef="#ctx0" brushRef="#br0" timeOffset="40084.9">20207 14361 0,'0'0'0,"0"0"15,0 0-15,0 0 16,0 10-16,0 8 16,10 28-1,8 28-15,-8 18 16,-1-9-1,1-9-15,-1-18 16,-9-19 0,0-10-16,0-18 15,0 1-15,0-1 16,0-9 0,0 0-16,0 0 15,0 0 1,0 0-16,0-19 15,9-17-15,10-20 16,0-18 0,0-9-16,9 0 15,0 9 1,10 10-16,0-1 16,-1 19-1,-18 18-15,9 10 16,-9 9-16,0 9 15,-10 0 1,10 18-16,0 19 16,9 28-1,0 18-15,-9 0 16,0-28 0,9 0-16,-9-18 15,9 0-15,10-18 16,9-19-1,19-19-15,-66 19 16</inkml:trace>
  <inkml:trace contextRef="#ctx0" brushRef="#br0" timeOffset="40501.21">20969 13549 0,'0'0'0,"0"0"15,19 9-15,9 1 16,29 27-16,27 18 16,10 37-1,0 19-15,0 55 16,-18 9-1,-10 47-15,-19 9 16,-38 27-16,-28 37 16,-9-82-1,0 17-15</inkml:trace>
  <inkml:trace contextRef="#ctx0" brushRef="#br0" timeOffset="66523.17">22474 13586 0,'0'0'0,"0"0"0,0 0 16,0 0-16,0 0 15,0 0 1,0 0-16,0 19 16,0 36-1,10 28-15,-1 28 16,10 18-16,0-18 15,-10-28 1,1 0-16,-1-19 16,-9-8-1,0-19-15,0-10 16,-9-8 0,9-19-16</inkml:trace>
  <inkml:trace contextRef="#ctx0" brushRef="#br0" timeOffset="66751.7">22042 14380 0,'0'0'0,"0"0"16,0 0 0,9-9-16,10-10 15,18-18 1,29-18-16,28-19 15,19 9 1,-9 1-16,-10 18 16,-10-1-16,11-8 15,-95 55 1</inkml:trace>
  <inkml:trace contextRef="#ctx0" brushRef="#br0" timeOffset="67418.19">23152 13291 0,'0'0'0,"0"0"16,9 9 0,0 19-16,10 18 15,0 37-15,9 28 16,-9-1 0,0 1-16,-10 0 15,-9-10 1,0-27-16,0-9 15,0-19 1,0-9-16,0-9 16,0-10-1,0-9-15,0 1 16,0-1-16,0-9 16,0 0-1,0 0-15,0-9 16,19-38-16,19-26 15,18-20 1,19 1-16,-9 27 16,0 19-1,9 28-15,1 8 16,-10 20 0,-10 17-16,-18 10 15,-10 9-15,-19 28 16,-28 9-1,-37 10-15,-10-10 16,-37 0 0,-29-19-16,10-36 15,18-9 1,10-19-16,19-10 16,18-17-16,57 27 15</inkml:trace>
  <inkml:trace contextRef="#ctx0" brushRef="#br0" timeOffset="69218.75">26463 13180 0,'0'0'0,"0"0"16,9 0-1,1 0-15,18-9 16,10-10-16,9-18 16,9-18-1,-9-10-15,-9-18 16,-29 9-1,1 10-15,-10 8 16,-10 10-16,-9 9 16,-9 10-1,0 8-15,-19 19 16,-19 19 0,-9 36-16,-19 47 15,9 27 1,10 18-16,9 1 15,28-19-15,29-9 16,18-18 0,29-28-16,28-10 15,28-18-15,75-36 16,10-47 0,37-37-16,-56-18 15,-19-10 1,-9 1-16,-10-1 15,-37 19 1,0-19-16,-29-8 16,1-1-1,-10 0-15,-19 0 16,-9 1-16,0 27 16,-19 9-1,0 28-15,0 9 16,-10 18-1,1 10-15,-1 0 16,-9 9-16,-9 9 16,-9 10-1,-10 27-15,-10 28 16,10 27 0,9 1-16,10 27 15,9 0 1,29 0-16,18 0 15,0-27-15,10-19 16,0-28 0,18-8-16,10-20 15,9-27 1,19-27-16,-19-10 16,1-19-1,-10-8-15,-1-19 16,-8 9-16,-10 0 15,0-9 1,-19 18-16,-9 10 16,-10 18-1,-9 9-15,0 10 16,-9 9 0,0 9-16,-10 0 15,0 9-15,0 0 16,0 9-1,0 10-15,10 0 16,9 0 0,0-1-16,9 10 15,1-9-15,-1 9 16,1 0 0,9 0-16,-1 9 15,1-9 1,0 0-16,0-10 15,9 1 1,10-10-16,-1-8 16,20-10-16,9-19 15,-10-9 1,0-8-16,1-11 16,-10 1-1,0-9-15,-19 0 16,-9-1-16,-10 19 15,1 10 1,-10 8-16,0 10 16,0 9-1,-10 9-15,1 10 16,0 8 0,-1 19-16,20 1 15,8-1-15,20 0 16,0-19-1,28-8-15,-1-28 16,-65 9 0</inkml:trace>
  <inkml:trace contextRef="#ctx0" brushRef="#br0" timeOffset="71068.53">29520 12580 0,'0'0'16,"0"0"-16,0 9 15,-9 19 1,0 9-16,-1 0 16,10 9-1,0-9-15,0 0 16,10-10-16,-1-8 15,0-10 1,1-9-16,9 0 16,-1 0-1,1-9-15,10-10 16,-11 1 0,1 0-16,0-1 15,0 1-15,-10-1 16,1 10-1,-1 0-15,0-1 16,1 1 0,9 9-16,9 0 15,9 0 1,11 0-16,-1 0 16,0 0-16,-10 0 15,1-9 1,-10 0-16,-9 0 15,0-1 1,-10 1-16,1-9 16,-10-1-16,0-9 15,-10 1 1,1-1-16,-1 0 16,1 1-1,9-1-15,0-9 16,19-9-16,9-9 15,28-19 1,10-9-16,0 0 16,-9 9-1,-10 9-15,0 1 16,-10 8 0,-18 19-16,0 0 15,-10 10-15,1 8 16,-10 1-1,0 9-15,0 9 16,0 0 0,-10 0-16,1 0 15,-10 9 1,-9 28-16,-10 18 16,10 37-1,9 1-15,10-10 16,9 9-16,0 0 15,9-18 1,1-18-16,-1-10 16,0-19-1,1-8-15,-1-1 16,1-9-16,-10-9 16,0 0-1,9 0-15,19-18 16,10-28-1,28-28-15,-10 19 16,-18 9-16,9 9 16,-19 18-1,0 10-15,0 9 16,1 9 0,8 10-16,-8 8 15,8 10-15,1 0 16,-10-9-1,0-10-15,0-8 16,1-10 0,-1-10-16,0 1 15,0-9-15,-9-1 16,0-9 0,-10 1-16,1-1 15,-1 10 1,-9-1-16,0 10 15,-9 0 1,9 9-16,-10 0 16,-8 9-1,-11 9-15,11 10 16,-1 27-16,9-8 16,10-1-1,10 0-15,9-18 16,9-1-1,0-8-15,10-10 16,-1-9 0,1-9-16,0-1 15,9-17-15,0-10 16,-10 0 0,10-9-16,-9 9 15,0-9-15,-1 0 16,1 18-1,-1 0-15,-8 10 16,-1 9 0,0 9-16,0 0 15,1 9 1,-1 9-16,9 1 16,1-1-1,0 1-15,9-1 16,-10-9-16,10-9 15,0 0 1,-9 0-16,0-9 16,-10 0-1,0 0-15,-9-10 16,0 1-16,-10-1 16,1 1-1,-1-1-15,-9 10 16,0 0-1,0 9-15,0 0 16,0 0-16,-9 0 16,-1 0-1,1 9-15,9 0 16,19 19 0,56 18-16,56 0 15,76-18 1,38-46-16,-10 8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1-13T16:16:34.7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24158 13678 0,'0'0'16,"0"0"-16,0 0 15,0 0 1,0 0-16,0 0 15,0 0 1,0 0-16,0 10 16,0 8-1,10 10-15,-1 9 16,0 0-16,-9 9 16,0-9-1,0 0-15,0-1 16,0-8-1,0-9-15,0-10 16,0 0 0,0 0-16,0-9 15,0 0-15,0 0 16,0 0 0,0-9-16,0-19 15,10-9 1,-1-18-16,10-10 15,0-8-15,0 8 16,9 0 0,-9 19-16,0 9 15,-1 19 1,1-1-16,-9 10 16,-1 0-1,0 9-15,1 9 16,9 10-16,-1 18 15,1 18 1,0 0-16,0 1 16,0-1-1,9-9-15,10-18 16,27-19-16,-65-9 16</inkml:trace>
  <inkml:trace contextRef="#ctx0" brushRef="#br0" timeOffset="665.19">25090 13198 0,'0'0'15,"0"0"-15,0 10 16,9 27 0,10 27-16,0 19 15,-10 37 1,0-9-16,1-10 16,-1-17-16,-9-20 15,0-18 1,0-46-16</inkml:trace>
  <inkml:trace contextRef="#ctx0" brushRef="#br0" timeOffset="956.82">24836 13641 0,'0'0'0,"0"0"15,9 0-15,19-9 16,19-9 0,19-1-16,9 1 15,10-1 1,-10 1-16,-9-1 15,-9 10-15,-1 0 16,-9-9 0,-47 18-16</inkml:trace>
  <inkml:trace contextRef="#ctx0" brushRef="#br0" timeOffset="2965.41">24939 14417 0,'0'0'0,"0"0"16,0 0 0,0 0-16,0 0 15,0 0-15,-9 0 16,-10 0-1,-9 0-15,-19 0 16,0 9 0,-10 9-16,-9 10 15,-9 9 1,9 9-16,0 0 16,10 0-1,9 10-15,9-1 16,10 10-16,9 18 15,10-9 1,18-10-16,1-8 16,18-1-16,0-9 15,10-9 1,18-9-16,10-10 16,28-18-1,9-9-15,-8-9 16,-20-10-1,0-9-15,-19 0 16,1-9 0,-1-9-16,-56 55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3-08-16T03:38:02.8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20376 14417 0,'0'0'15,"0"0"-15,0 0 16,0 0-1,0 0-15,0 0 16,0 0 0,10 9-16,-1 19 15,-9 9 1,0 9-16,0 9 16,0-9-16,0 0 15,0 1 1,0-11-16,0-8 15,0-9 1,0-1-16,0-9 16,0 1-16,0-10 15,0 0 1,0 0-16,0 0 16,0-10-1,10-17-15,-1-10 16,0-9-1,1-1-15,-1-8 16,1 9 0,-1 0-16,1 9 15,-1 9-15,0 0 16,1 10 0,-1-1-16,1 10 15,-1 0 1,0 0-16,10 9 15,0 0-15,0 0 16,0 9 0,9 0-16,9 10 15,-8-1 1,8 10-16,-8-10 16,-11 10-16,1 0 15,0 9 1,-10-10-1,1 1-15,-1 0 16,1-1-16,-1-8 16,0-1-1,-9 1-15,0-10 16,10 0-16,-10 0 16,0-9-1,0 0-15,0 0 16,0 0-1,0 0-15,0 0 16,0 0 0,0 0-16,0 0 15,0 0-15,0-9 16,0-18 0,0-10-16,0-19 15,0 1 1,0-1-16,0 1 15,0 9 1,9 9-16,1 0 16,-1 9-16,0 10 15,1 0 1,-1 8-16,1 1 16,-1 0-1,1 9-15,8 0 16,1 0-16,0 9 15,9 0 1,0 10-16,1-1 16,-1 10-1,0 0-15,0 8 16,1 1-16,-11 0 16,1 0-1,0-9-15,0 0 16,-10-10-1,1 1-15,8-1 16,-8-9 0,9 0-16,-10-9 15,10 0-15,0 0 16,-1-9 0,11-9-16,-1-19 15,-28 37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1-13T16:10:04.2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13349 13475 0,'0'0'0,"0"0"16,0 0-16,0 0 15,0 0-15,0 0 16,0 0 0,0 0-16,0 37 15,0-37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1-13T16:17:46.1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17140 3489 0,'0'9'0,"10"28"0,-1 83 15,10 37 1,0 18-16,0 28 16,-1 28-1,-8-19-15,9 37 16,-10 1-16,0-1 15,1 9 1,-1-8-16,1 17 16,-20-27-1,1 19-15,-1-1 16,1-36 0,-10 54-16,0-54 15,10 27-15,0-37 16,-1 19-1,10-46-15,-9 18 16,9-37 0,9 0-16,-9 0 15,10-46 1,-1 0-16,0-9 16,10 0-16,-9-19 15,-1 0 1,10-9-16,-10-9 15,10 0 1,0-9-16,-10-10 16,10 0-1,-10 1-15,1-10 16,-1 0-16,-9-9 16,0 0-1,0 0-15,0-10 16,0-27-1</inkml:trace>
  <inkml:trace contextRef="#ctx0" brushRef="#br0" timeOffset="866.02">17263 10660 0,'0'0'0,"0"0"16,0 0 0,0 0-16,0 0 15,18 9 1,20 1-16,28 8 16,28 1-1,9-10-15,10 0 16,38 0-1,-1-9-15,20-9 16,18-9-16,9-1 16,39-18-1,-20 0-15,38 0 16,-19 10 0,29-1-16,-1 0 15,0 10-15,10-1 16,-9 1-1,8 9-15,11 0 16,-1-1 0,38 1-16,-47 9 15,28-9-15,0 9 16,-19-9 0,9-10-16,1 1 15,-19-1 1,9 1-16,-18-1 15,-1 1-15,-18 9 16,-20-1 0,1 1-16,-10 9 15,10 0 1,-19 0-16,-9 9 16,-10 1-1,-28 8-15,9 1 16,-18-1-1,-20 0-15,1 1 16,-10-1-16,-18 1 16,-10-1-1,-19-8-15,-9-1 16,-10 0 0,-18 0-16,-10-9 15,-9 0-15,-19 0 16</inkml:trace>
  <inkml:trace contextRef="#ctx0" brushRef="#br0" timeOffset="2472.92">17545 10457 0,'0'0'0,"0"0"16,0 0-16,0 0 16,0 0-1,0 0-15,0 0 16,-10 0-16,1 0 15,0 0 1,-1 0-16,1 0 16,-1-9-1,10 9-15,-9-9 16,0 0 0,9 9-16,-10-10 15,10 10-15,0 0 16,0 0-1,0 0-15,10-9 16,-1 0 0,0 0-16,10-1 15,9 1 1,1 0-16,18-10 16,-10 1-1,10 0-15,10-1 16,-1-9-16,10 1 15,9-1 1,1 0-16,8-9 16,1 0-1,18 1-15,1-20 16,18 1-16,-9-1 16,19-17-1,-1-1-15,1 0 16,9-9-1,10 0-15,-1-19 16,10 1-16,10-1 16,-10 10-1,18-10-15,1-8 16,9-1 0,10-9-16,-20-9 15,29-19 1,-18 28-16,36-28 15,-8 1-15,-10 8 16,9-18 0,-9 0-16,0 10 15,0-10 1,19-19-16,-29 20 16,48-29-16,-38 19 15,19-19 1,-19 10-16,18-19 15,1 0 1,-10 28-16,-9-19 16,0 19-1,-18 9-15,18-18 16,-29 37-16,1-1 16,-10 1-1,-28 27-15,-9 19 16,-10-1-1,-18 10-15,-19 19 16,-10 8 0,-19 19-16,1 1 15,-10 8-15,0 0 16,-10 10 0,1-1-16,-38 19 15</inkml:trace>
  <inkml:trace contextRef="#ctx0" brushRef="#br0" timeOffset="3439.38">27978 3212 0,'0'0'0,"0"0"15,0 0 1,9 18-16,0 1 15,10 18-15,0 18 16,-10 1 0,1 17-16,-10 20 15,0-20 1,0-8-16,0-10 16,-10-18-1,10-9-15,0-9 16,0-10-1,0-9-15,0 0 16,0 0-16,-9-19 16,0-27-1,9-28-15,9-27 16,10 8 0,0-8-16,18-1 15,1 10 1,-10 28-16,10 8 15,-1 10-15,1 18 16,-10 10 0,1 9-16,-1 9 15,9 18 1,1 19-16,0 28 16,9 8-16,-10 11 15,1 8 1,0-9-16,9-9 15,0-10 1,9-18-16,1-9 16,18-18-16,19-28 15,-94 9 1</inkml:trace>
  <inkml:trace contextRef="#ctx0" brushRef="#br0" timeOffset="4379.28">18072 10549 0,'0'0'16,"0"0"-16,0 0 16,0 0-1,0 0-15,9 0 16,0 0-16,10 0 16,19 0-1,9-9-15,19-9 16,-66 18-1</inkml:trace>
  <inkml:trace contextRef="#ctx0" brushRef="#br0" timeOffset="4565.64">19050 10245 0,'0'0'0,"0"0"15,9 0-15,1 0 16,18-9 0,0-1-16,0 1 15,-28 9 1</inkml:trace>
  <inkml:trace contextRef="#ctx0" brushRef="#br0" timeOffset="4738.72">19530 10162 0,'0'0'0,"0"0"15,0 0 1,9 0-16,10-9 16,0-1-1,18 1-15,-37 9 16</inkml:trace>
  <inkml:trace contextRef="#ctx0" brushRef="#br0" timeOffset="5105.31">20104 10079 0,'0'0'0,"0"0"16,0 0-16,9 0 15,19-9-15,10-1 16,18-17 0,10-1-16,0-9 15,9 0 1,-18 0-16,-1 9 16,-18 1-16,-1 8 15,1 1 1,0-1-16,-19 10 15,-1 0 1,1 0-16,0 0 16,9-1-1,-9 10-15,19-9 16,-1 0-16,20-10 16,-10-8-1,-47 27-15</inkml:trace>
  <inkml:trace contextRef="#ctx0" brushRef="#br0" timeOffset="5283.54">21571 9414 0,'0'0'0,"0"0"16,10 0 0,8 0-16,11 0 15,8 0-15,10-9 16,19 0-1,9-10-15,1-8 16,-76 27 0</inkml:trace>
  <inkml:trace contextRef="#ctx0" brushRef="#br0" timeOffset="5444.15">22540 9147 0,'0'0'0,"0"0"15,10 0 1,8 0-16,11-10 16,18-8-1,9-1-15,-56 19 16</inkml:trace>
  <inkml:trace contextRef="#ctx0" brushRef="#br0" timeOffset="5601.76">23631 8759 0,'0'0'0,"10"0"15,18-9-15,28-10 16,10-8 0,10-10-16,-76 37 15</inkml:trace>
  <inkml:trace contextRef="#ctx0" brushRef="#br0" timeOffset="5709">24422 8473 0,'0'0'0,"18"0"16,20-9-16,0-1 15,18-8 1,10-1-16,-66 19 16</inkml:trace>
  <inkml:trace contextRef="#ctx0" brushRef="#br0" timeOffset="5868.03">25353 8187 0,'0'0'0,"9"0"15,10-10 1,19-8-16,18-10 16,10 1-1,0-10-15,-66 37 16</inkml:trace>
  <inkml:trace contextRef="#ctx0" brushRef="#br0" timeOffset="6035.06">26181 7910 0,'0'0'0,"0"0"15,0 0-15,9 0 16,19 0-1,1-9-15,18-1 16,-47 10 0</inkml:trace>
  <inkml:trace contextRef="#ctx0" brushRef="#br0" timeOffset="6200.54">26962 7578 0,'0'0'16,"0"0"-16,9 0 15,10-10 1,9 1-16,10 0 16,9 0-1,19-10-15,18-18 16,-84 37-16</inkml:trace>
  <inkml:trace contextRef="#ctx0" brushRef="#br0" timeOffset="6371.24">28175 7088 0,'0'0'15,"0"0"-15,19 0 16,9-9 0,10 0-16,9 0 15,19-10-15,-66 19 16</inkml:trace>
  <inkml:trace contextRef="#ctx0" brushRef="#br0" timeOffset="6527.26">28965 6784 0,'0'0'0,"0"0"15,0 0 1,0 0-16,0 0 15,0 0 1,0 0-16</inkml:trace>
  <inkml:trace contextRef="#ctx0" brushRef="#br0" timeOffset="7304.72">29662 6230 0,'0'0'0,"0"0"15,0 18-15,0 19 16,0 19 0,9 18-16,0 18 15,-9-9 1,10-9-16,-10-10 15,0-17 1,0-11-16,0-8 16,0-9-16,0-10 15,0-9 1,0 0-16,0 0 16,0 0-1,0-9-15,0-19 16,0-27-1,9-19-15,10 0 16,0-9-16,9 0 16,10 9-1,-1 9-15,1 10 16,-10 18 0,0 9-16,1 10 15,-1 9 1,0 9-16,10 9 15,-1 19-15,1 8 16,0 20 0,9 8-16,-10 10 15,-9 0 1,1 0-16,-11-19 16,1-9-16,-9-18 15,-1-9 1,1-10-16,-10-9 15,9-9 1,19-28-16,10-56 16,9-45-16,-47 138 15</inkml:trace>
  <inkml:trace contextRef="#ctx0" brushRef="#br0" timeOffset="7649.7">30875 4892 0,'0'0'0,"0"0"15,0 0-15,0 9 16,10 19 0,-1 45-16,0 57 15,1 17 1,-10 29-16,0 45 15,-10-27-15,1 28 16,0-38 0,-10 10-16,9-19 15,10-27 1,-9-19-16,9-36 16,0-29-16,0-18 15,9-18 1,1-19-16,9 0 15,9-18 1,-28 9-16</inkml:trace>
  <inkml:trace contextRef="#ctx0" brushRef="#br0" timeOffset="8099.87">31233 6184 0,'0'0'0,"0"0"15,18 0-15,11-9 16,8 9 0,20 0-16,-1 9 15,1 9-15,-10 10 16,-10 9-1,-9 18-15,-9 28 16,-28 28 0,-29 9-16,-18 0 15,-10-9-15,10-10 16,-1-18 0,10-18-16,19-28 15,9-9 1,19-10-16,9 1 15,10-1 1,38 10-16,56-10 16,37 1-16,29-10 15,9 9 1,-19 1-16,-18 8 16,-151-27-1</inkml:trace>
  <inkml:trace contextRef="#ctx0" brushRef="#br0" timeOffset="8871.43">27714 10291 0,'0'0'0,"0"0"15,0 0-15,0 0 16,19 9-1,19 10-15,9 8 16,19 1-16,-1 0 16,-8 0-1,-10-1-15,0 1 16,-19-10 0,-9 1-16,0-1 15,-10-9-15,1 10 16,-10-10-1,0 0-15,-19 10 16,-19 9 0,-37 8-16,-19 11 15,-19-1 1,0 0-16,-9 0 16,18 0-1,29 0-15,9 1 16,66-47-16</inkml:trace>
  <inkml:trace contextRef="#ctx0" brushRef="#br0" timeOffset="9516.44">27583 11269 0,'0'0'0,"0"0"16,0 0-1,0 0-15,9 19 16,0 18 0,1 27-16,-10 10 15,0 9 1,0 10-16,-10-20 16,1-8-16,9-19 15,-9-9 1,9-18-16,0-10 15,0-9 1,0 0-16,9-9 16,10-10-1,9-27-15,10-9 16,9-19-16,0 0 16,-10 9-1,1 19-15,-10 18 16,-9 10-1,9 0-15,-9 18 16,0 0-16,9 18 16,0 19-1,0 18-15,1 10 16,8 9 0,-8-19-16,8-9 15,20 0 1,18-18-16,38-28 15,-113 0-15</inkml:trace>
  <inkml:trace contextRef="#ctx0" brushRef="#br0" timeOffset="10433.84">17291 3526 0,'0'0'15,"0"0"-15,0 0 16,0 0-16,0 0 16,0 0-1,-10 18-15,-8 19 16,-11 18 0,-18 19-16,-19 28 15,1-10 1,18 0-16,9-18 15,0-18-15,10-10 16,9-19 0,10-17-16,9-10 15</inkml:trace>
  <inkml:trace contextRef="#ctx0" brushRef="#br0" timeOffset="10666.84">16905 3646 0,'0'0'0,"0"0"16,0 0-16,0 0 16,0 0-1,10-10-15,8 1 16,11 9 0,18 9-16,9 19 15,10 18-15,0 19 16,9 9-1,0 0-15,19 9 16,-18-37 0,-76-46-16</inkml:trace>
  <inkml:trace contextRef="#ctx0" brushRef="#br0" timeOffset="11707.45">14440 4707 0,'0'0'0,"0"0"15,0 0-15,0 9 16,0 1-16,0-1 16,-9 9-1,0 1-15,9-1 16,0 1 0,0-1-16,0 1 15,0-1-15,0 10 16,0-1-1,9 10-15,0 19 16,1 8 0,9 29-16,-1 8 15,1 10 1,0 0-16,0-1 16,0-17-16,-1-19 15,1-10 1,0-18-16,0-18 15,0-10 1,9-8-16,10-20 16,-1-17-16,10-29 15,-9-17 1,-19-1-16,-19 74 16</inkml:trace>
  <inkml:trace contextRef="#ctx0" brushRef="#br0" timeOffset="12133.6">14271 5547 0,'0'0'0,"0"0"15,0 0-15,0 0 16,19-9-1,18-19-15,29-9 16,10-9 0,-1-9-16,0-1 15,-9 19 1,-10 0-16,-18 19 16,-10 0-16,0 8 15,1 1 1,-10 9-16,-10 0 15,0 0 1,10 9-16,0 19 16,0 9-16,0 18 15,-1 19 1,1 9-16,9 0 16,1-9-1,-1-19-15,0-18 16,10-18-1,-38-19-15</inkml:trace>
  <inkml:trace contextRef="#ctx0" brushRef="#br0" timeOffset="12323.28">14939 4947 0,'0'0'0,"0"0"16,0 0-1,0 0-15,0 0 16</inkml:trace>
  <inkml:trace contextRef="#ctx0" brushRef="#br0" timeOffset="13404.89">15315 5353 0,'0'0'0,"0"9"16,0 19-16,10 9 15,-1 9 1,10 19-16,0-10 16,0-9-1,-10-18-15,0-10 16,1-8 0,-10-10-16,0 0 15,9-10-15,1-17 16,-10-10-1,0 0-15,0-9 16,9 0 0,0-1-16,1 11 15,-1 8-15,1 0 16,-1 10 0,0 9-16,1-1 15,-1 10 1,1 0-16,8 10 15,1 8 1,0 0-16,0 10 16,0-9-16,-10-1 15,1 0 1,-1-8-16,0-1 16,1 0-1,-10-9-15,9-9 16,10-10-16,0-17 15,9-38 1,0 9-16,0-9 16,1 0-1,-11 10-15,11 18 16,-10 9 0,-10 18-16,0 10 15,-9 9-15,0 0 16,10 19-1,9 17-15,-1 29 16,1 9 0,0 0-16,0 0 15,9-19 1,-9-18-16,0-9 16,-1-19-16,11 0 15,8-18 1,1-10-16,9-18 15,0-9 1,-9-9-16,-1 0 16,-8-10-16,-1-9 15,-9 0 1,-10 10-16,0-1 16,-9 10-1,0 8-15,0 11 16,-9 8-1,0 9-15,-1 10 16,10 9-16,-9 0 16,-1 0-1,1 9-15,0 28 16,-1 28 0,1 9-16,18 18 15,10-18-15,9-9 16,19-10-1,38-18-15,47-46 16,-132 9 0</inkml:trace>
  <inkml:trace contextRef="#ctx0" brushRef="#br0" timeOffset="15899.41">9643 14629 0,'0'0'0,"0"0"0,0-46 16,18-10-16,11-17 16,-1-1-1,9 0-15,20-9 16,-10 28-16,-9 18 15,-1 9 1,1 9-16,-1 10 16,-8 18-1,8 10-15,1 9 16,0 9 0,9 9-16,-10 0 15,1-9-15,0 0 16,-1-10-1,-9-8-15,10-10 16,0-9 0,-10-9-16,0 0 15,0-10-15,-9-9 16,9-8 0,-18-1-16,-1-10 15,1 11 1,-10-1-16,0 0 15,0-19-15,0 56 16</inkml:trace>
  <inkml:trace contextRef="#ctx0" brushRef="#br0" timeOffset="16255.62">10075 15081 0,'0'0'15,"0"0"-15,0 0 16,0 0-1,10-9-15,-1 0 16,29-19 0,18 0-16,29-9 15,9 1-15,0-1 16,0 9 0,10 0-16,8 1 15,-8-10 1,-1-9-16,-103 46 15</inkml:trace>
  <inkml:trace contextRef="#ctx0" brushRef="#br0" timeOffset="16903.57">11665 13448 0,'0'0'0,"-9"9"16,-10 19-1,-19 27-15,-9 46 16,0 10 0,0 37-16,10 18 15,18-18-15,9-1 16,20-8 0,9-28-16,9-19 15,0-18 1,10-28-16,-1-18 15,29-10 1,9-18-16,10-28 16,0-27-16,18-37 15,-18-1 1,-19 1-16,-19 0 16,0-10-16,-28 19 15,-1-9 1,-18 0-16,-9 8 15,-19 11 1,-10-1-16,1 18 16,-1 1-1,0 9-15,1 9 16,-1 9 0,-9 10-16,9 9 15,-9 9-15,10 9 16,-1 9-1,19 10-15,10 0 16,9-28 0</inkml:trace>
  <inkml:trace contextRef="#ctx0" brushRef="#br0" timeOffset="17319.87">13311 13014 0,'0'0'0,"0"0"15,0 0 1,0 0-16,-18 18 15,-11 19 1,-27 37-16,-19 37 16,-1 9-16,1 27 15,9 10 1,19 0-16,0 9 16,28-9-1,10 0-15,18-18 16,20-10-1,18-18-15,9-19 16,38-9 0,0-28-16,29-27 15,18-19-15,-141-9 16</inkml:trace>
  <inkml:trace contextRef="#ctx0" brushRef="#br0" timeOffset="18021.12">13735 13983 0,'0'0'16,"0"0"-16,0 0 16,0 9-1,0 19-15,9 18 16,1 19-1,-1 8-15,0 1 16,1-9-16,-1-10 16,1-27-1,-10 0-15,0-10 16,0-18 0,0 0-16,0 0 15,9-9 1,0-19-16,10-27 15,0-28 1,9-19-16,1 19 16,8-9-16,1 9 15,-1 9 1,-8 28-16,-1 18 16,0 10-1,-9 8-15,0 10 16,9 10-16,10 27 15,-1 18 1,1 19-16,-1 37 16,-8-19-1,-1 0-15,0-9 16,-9-18-16,0-19 16,0-9-1,-1-9-15,1-10 16,0-9-1,0-9-15,-19 0 16</inkml:trace>
  <inkml:trace contextRef="#ctx0" brushRef="#br0" timeOffset="18633.3">14977 12885 0,'0'0'15,"0"0"-15,9 0 16,10 9 0,18 9-16,29 10 15,19 18-15,9 9 16,0 29-1,-9 26-15,-19 10 16,-1 46 0,-27 1-16,-19 36 15,-28-10 1,-20 11-16,-18-20 16,-9-18-16,9-37 15,0-18 1,0-55-16,47-56 15</inkml:trace>
  <inkml:trace contextRef="#ctx0" brushRef="#br0" timeOffset="18779.78">15729 14288 0,'0'0'0,"0"0"16,0 0-16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1-13T16:25:04.2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17263 2575 0,'0'0'0,"0"0"0,0 0 16,0 0-16,0 0 15,0 0 1,0 0-16,-10-9 16,10 0-1,0-10-15,10 1 16,-1-10-16,10 0 16,9-9-1,10 0-15,-1 10 16,1 8-1,0 1-15,-1 9 16,1 18-16,-10 0 16,0 10-1,-9 17-15,0 20 16,-19 8 0,-10 20-16,-18-1 15,-9 0-15,-10 0 16,0-9-1,9-19-15,-9 0 16,9-9 0,10-18-16,9-9 15,10-1 1,-1-9-16,10 1 16,0-10-1,0 0-15,10 0 16,18 0-16,38-10 15,19-8 1,9-1-16,-10-8 16,1 8-1,-10 1-15,0-1 16,-9 1-16,-9-1 16,-10-8-1,0-1-15,-47 28 16</inkml:trace>
  <inkml:trace contextRef="#ctx0" brushRef="#br0" timeOffset="601.66">17818 1338 0,'0'0'0,"0"0"15,0 0-15,0 0 16,0 0-16,0 0 16,0 0-1,0 10-15,0-1 16,0 0 0,0 9-16,0 10 15,0 9 1,0 0-16,0 9 15,0 10-15,0-1 16,9 0 0,0-9-16,1-9 15,9-9 1,18-10-16,10-8 16,-47-10-16</inkml:trace>
  <inkml:trace contextRef="#ctx0" brushRef="#br0" timeOffset="1237.33">18081 877 0,'0'0'0,"0"0"15,0 0-15,0 0 16,0 0-1,0 0-15,0 0 16,-9 9 0,-1 10-16,1-1 15,-1 10 1,10-1-16,0 10 16,0-18-16,10-1 15,-1 1 1,10-1-16,0-9 15,9 1 1,10-10-16,-1-10 16,1 1-16,-10 0 15,-9-10 1,0 1-16,0-1 16,-10-8-1,-9 8-15,0-8 16,-9 17-1,-10-17-15,-19 8 16,-9 1-16,-9 9 16,-1 9-1,10 9-15,0 9 16,10 10 0,18 0-16,19-28 15</inkml:trace>
  <inkml:trace contextRef="#ctx0" brushRef="#br0" timeOffset="1761.83">18975 2141 0,'0'0'16,"0"0"0,19 0-16,18-9 15,29 0-15,28-10 16,10 1 0,-1-1-16,1-8 15,-20-1 1,-84 28-16</inkml:trace>
  <inkml:trace contextRef="#ctx0" brushRef="#br0" timeOffset="2069.73">19266 2557 0,'0'0'0,"0"0"0,0 0 16,10 0-1,18-10-15,10 1 16,27-9-1,1-10-15,10-9 16,18-9-16,0 0 16,-10-10-1,-84 56-15</inkml:trace>
  <inkml:trace contextRef="#ctx0" brushRef="#br0" timeOffset="2794.99">20527 1578 0,'0'0'0,"0"0"15,0 0 1,0 19-16,0 18 16,-9 27-1,-1 10-15,10 0 16,-9 0-1,9 0-15,0-19 16,0-9-16,0-18 16,0-10-1,0 1-15,0-10 16,0-9 0,0 0-16,0 0 15,9-18 1,1-19-16,8-19 15,11-8-15,-1-10 16,9 0 0,10 0-16,1 19 15,8-10 1,-18 19-16,9 9 16,-10 9-16,-9 10 15,1 9 1,-1-1-16,0 10 15,-9 10 1,9 8-16,0 19 16,1 9-1,-1 19-15,0 9 16,-9-10-16,0-8 16,0-1-1,-1-18-15,1 0 16,0-9-1,9-19-15,38-9 16,-66 0 0</inkml:trace>
  <inkml:trace contextRef="#ctx0" brushRef="#br0" timeOffset="3999.63">17921 4596 0,'0'0'0,"0"19"16,-9 18-16,-1 37 15,1 27 1,9 10-16,-10 0 16,10 9-16,10-10 15,9-36 1,9-9-16,10-19 16,9-28-1,18-27-15,-65 9 16</inkml:trace>
  <inkml:trace contextRef="#ctx0" brushRef="#br0" timeOffset="4544.79">18175 3821 0,'0'0'16,"0"0"-16,0 0 15,-9 9 1,-1 1-16,1 8 16,9 0-16,0 10 15,9-9 1,10-1-16,9 1 16,10-10-1,9-9-15,9-9 16,1-10-1,-10 1-15,-19-1 16,0 1-16,-9-1 16,-9 1-1,-10-1-15,0 1 16,-10-1 0,-9 1-16,-9 9 15,-9 9 1,-20 18-16,10 10 15,0 18-15,19 0 16,28-46 0</inkml:trace>
  <inkml:trace contextRef="#ctx0" brushRef="#br0" timeOffset="4878.37">18928 4403 0,'0'0'0,"0"0"15,0 0 1,9 0-16,10-10 16,19-8-1,9-1-15,9 1 16,10-10 0,-19 1-16,-19 8 15,-28 19-15</inkml:trace>
  <inkml:trace contextRef="#ctx0" brushRef="#br0" timeOffset="5095.12">18918 4726 0,'0'0'16,"0"0"-16,19 9 15,9-9 1,19 0-16,19 0 16,28-19-16,10-18 15,9-18 1,-113 55-16</inkml:trace>
  <inkml:trace contextRef="#ctx0" brushRef="#br0" timeOffset="6628.34">20254 3258 0,'0'0'16,"0"9"-16,-9 10 15,-1 18 1,1 37-16,0 36 15,-1 1 1,10 18-16,0 28 16,10-28-16,8 1 15,1-29 1,9-18-16,1-27 16,-1-20-1,9-17-15,1-10 16,9-27-16,0-19 15,10-19 1,-1 1-16,-9-10 16,-9-8-1,-1-1-15,-8 9 16,-11 19 0,-8 9-16,-1 19 15,1-1-15,-10 10 16,0 9-1,0 0-15,0 0 16,0 18 0,-10 19-16,10 9 15,10 1 1,-1-1-16,10-9 16,9 0-16,10-10 15,9-8 1,9-19-16,1 0 15,-1-10 1,-9-8-16,-9-10 16,-1-9-16,-8 1 15,-11-11 1,-8 1-16,-10-9 16,-19-1-1,-9 1-15,-10 9 16,-9 9-1,0 9-15,0 10 16,0 9-16,9 9 16,10 9-1,9 0-15,0 0 16,10 1 0,9 8-16,19 0 15,28 1-15,47-10 16,38-9-1,28-18-15,9-10 16,-9-18 0,0 0-16,-47 0 15,-29 9-15,-27 0 16,-10 9 0,-19 0-16,-9 10 15,-10-1 1,-9 10-16,-19-9 15,-9 9 1,-19-1-16,-9 10 16,9 10-16,0 8 15,9 0 1,19-8-16,10-1 16,9-9-1,0 0-15,19 0 16,18-9-1,10-1-15,0 1 16,-9 0-16,0 9 16,-1 9-1,1 19-15,9 27 16,9 28 0,1 37-16,-10 19 15,-10-1-15,-8 28 16,-10-27-1,-19-10-15,0 0 16,-10-36 0,10-38-16,-9 0 15,-1-18 1,1-9-16,-10 0 16,10-10-16,-10-9 15,0-9 1,-9 0-16,0-18 15,-10-19 1,0-19-16,1-17 16,18-29-16,9-18 15,20 9 1,18-9-16,19 0 16,19 0-1,19 10-15,-85 110 16</inkml:trace>
  <inkml:trace contextRef="#ctx0" brushRef="#br0" timeOffset="7235.98">23528 3055 0,'0'0'0,"0"9"15,0 28 1,0 19-16,-9 17 15,-1 1 1,1 0-16,9-19 16,-10-18-16,1-9 15,9-10 1,0-8-16,0-1 16,0-9-1,0 0-15,-10-9 16,10-19-1,0-18-15,10-46 16,9-10-16,9 1 16,0 17-1,10 11-15,-1 17 16,-8 10 0,8 9-16,-9 19 15,10 9-15,0 9 16,9 18-1,0 19-15,0 18 16,0 28 0,-9 10-16,-10-10 15,0 9 1,-9 0-16,-10-18 16,1-9-16,-10-65 15</inkml:trace>
  <inkml:trace contextRef="#ctx0" brushRef="#br0" timeOffset="7795.13">23105 4015 0,'0'0'0,"9"-9"15,0-1-15,20 1 16,-1-9-1,9 9-15,1-1 16,0 10 0,-1 0-16,1 10 15,-10 8-15,-9 0 16,0 10 0,-10 0-16,-9 9 15,-9 9 1,-10 9-16,-9 1 15,-10-1 1,10-9-16,0-9 16,9-9-16,10-10 15,-1 1 1,10-10-16,0 0 16,0-9-1,19 9-15,37-9 16,38-18-16,38-28 15,37-37 1,48-10-16</inkml:trace>
  <inkml:trace contextRef="#ctx0" brushRef="#br0" timeOffset="9928.39">26980 1541 0,'0'0'0,"0"0"16,0 0-16,-9 0 16,0-9-16,-1 0 15,1 0 1,-1-1-16,1 10 15,0-9 1,9 9-16,0-9 16,0 0-1,9 0-15,19-10 16,10 1-16,18-1 16,-18 10-1,0 0-15,-1 9 16,-9 9-1,1 0-15,-11 10 16,-8 8 0,-1 10-16,-9 0 15,-9 28-15,-10-1 16,-9 10 0,0-9-16,-1-10 15,1 1 1,19-20-16,-1 1 15,10-9-15,10-9 16,-1-1 0,19 0-16,10-8 15,18-1 1,10 0-16,0 0 16,0 1-16,-28-1 15,-10 9 1,0 1-16,-19-1 15,-9 10 1,-18 18-16,-20 9 16,-18 10-1,-20 0-15,-8-1 16,-10 1-16,0-19 16,18-18-1,20-10-15,-1-9 16,20-9-1,9-9-15,-1-9 16,10-38 0,19 56-16</inkml:trace>
  <inkml:trace contextRef="#ctx0" brushRef="#br0" timeOffset="10317.49">27601 794 0,'0'0'0,"0"0"15,0 0 1,0 0-16,0 0 16,0 0-1,-9 27-15,0 1 16,-1 18-16,1 10 16,-1 8-1,10-8-15,10 8 16,9-18-1,-1-9-15,1-18 16,9-1-16,10-9 16,18-18-1,-56 9-15</inkml:trace>
  <inkml:trace contextRef="#ctx0" brushRef="#br0" timeOffset="10778.53">27733 286 0,'0'0'0,"0"0"15,0 9 1,9 28-16,1 9 16,-1 10-16,10-10 15,0 0 1,9-18-16,0-1 16,1-8-1,-20-10-15,10-9 16,0 0-1,-1-9-15,1 9 16,-9-28-16,8-9 16,-8 10-1,-10-1-15,-10-18 16,-8 18 0,-20 0-16,-9 10 15,9 18 1,-9 0-16,10 0 15,-57-19-15</inkml:trace>
  <inkml:trace contextRef="#ctx0" brushRef="#br0" timeOffset="11216.82">28250 1588 0,'0'0'0,"0"0"16,0 0-1,19 0-15,19 9 16,18-9 0,20 0-16,-11 0 15,1 0 1,10-9-16,-76 9 16</inkml:trace>
  <inkml:trace contextRef="#ctx0" brushRef="#br0" timeOffset="11482.58">28345 2123 0,'0'0'16,"0"0"-16,9 9 15,10 0 1,9 1-16,28-1 16,29-9-1,28-9-15,0-19 16,0-9 0,9-18-16,-122 55 15</inkml:trace>
  <inkml:trace contextRef="#ctx0" brushRef="#br0" timeOffset="12128.45">29727 1274 0,'0'0'0,"0"0"16,10 9 0,-1 9-16,1 10 15,8 18 1,1 10-16,-9 17 16,-1 11-1,-9-11-15,0 1 16,-9-9-16,9-19 15,-10-18 1,10-10-16,0 1 16,0-10-1,0 0-15,0-9 16,0 0 0,0 0-16,10-18 15,8-29-15,1-17 16,10-10-1,18-9-15,0 0 16,0 0 0,9 9-16,-9 9 15,0 19-15,-9 18 16,-1 1 0,-8 18-16,-11-1 15,1 10 1,0 10-16,0 26 15,0 38 1,0 19-16,-10 17 16,0 1-16,10-9 15,9-19 1,19-9-16,19-10 16,38-27-1,46-37-15,-150 0 16</inkml:trace>
  <inkml:trace contextRef="#ctx0" brushRef="#br0" timeOffset="13067.96">27366 3867 0,'0'0'0,"0"9"15,-9 19 1,-1 28-16,1 27 16,0 18-1,-1 28-15,10-9 16,0 0-1,10-18-15,8-28 16,11-28-16,8-9 16,1-28-1,-38-9-15</inkml:trace>
  <inkml:trace contextRef="#ctx0" brushRef="#br0" timeOffset="13530.74">27479 3221 0,'0'0'0,"0"0"16,0 9 0,0 10-16,0-1 15,9 1 1,1-1-16,-1 1 16,10-1-1,0-9-15,9-9 16,10-9-16,-1 0 15,-8-10 1,-1-8-16,-9-1 16,-1 0-1,-8 1-15,-10-1 16,0 19-16,-10 0 16,-8 9-1,-20 9-15,0 18 16,1 20-1,18 8-15,19-55 16</inkml:trace>
  <inkml:trace contextRef="#ctx0" brushRef="#br0" timeOffset="13883.41">28166 4199 0,'0'0'0,"0"0"15,0 0 1,0 0-16,9 0 15,19 0 1,19-9-16,19-9 16,0-10-1,-9 0-15,-20 10 16,1 0-16,-19 8 16,-10 1-1,-9 9-15,0 0 16,0 0-1</inkml:trace>
  <inkml:trace contextRef="#ctx0" brushRef="#br0" timeOffset="14077.8">28288 4375 0,'0'0'0,"0"9"16,0 10 0,9 8-16,10 1 15,10 0 1,27-1-16,29-17 15,37-10-15,10-19 16,9-18 0,0-18-16,-28-28 15,-113 83 1</inkml:trace>
  <inkml:trace contextRef="#ctx0" brushRef="#br0" timeOffset="15479.13">29464 3147 0,'0'0'0,"0"10"16,-9 26-1,-1 29-15,1 37 16,-1 18 0,1 9-16,0 0 15,9 9 1,9-27-16,10-9 15,0-38 1,9-8-16,-9-19 16,9-19-16,9-9 15,20-18 1,-1-19-16,10-18 16,0-28-1,-9 1-15,-1-1 16,-18 9-16,-10 10 15,-9 18 1,-10 9-16,0 10 16,1-1-1,-10 19-15,0 0 16,0 0-16,0 0 16,0 9-1,0 19-15,0 18 16,9 0-1,10 10-15,9-10 16,10-18 0,18-1-16,1-8 15,9-10-15,0-18 16,-1-19 0,-8-9-16,-20 0 15,-8-9 1,-11 0-16,-18-9 15,-18-10 1,-11 10-16,-8 8 16,-1 11-16,1 17 15,-10 1 1,9 18-16,0 9 16,10 0-1,19 10-15,9-1 16,9 0-16,29 10 15,28 0 1,56 0-16,19-28 16,38-19-1,-10-9-15,-47-9 16,-18 1-16,-29-1 16,-19 9-1,-18 9-15,-19 1 16,-10 9-1,-9 0-15,0 9 16,0 0 0,-18 0-16,-11 9 15,-8 0-15,-1 9 16,19 1 0,10-1-16,-1-8 15,10-1 1,0-9-16,19 9 15,0 0 1,9 1-16,10-1 16,0 9-16,-1 10 15,1 9 1,9 27-16,0 38 16,-19-10-1,0 19-15,-18 18 16,-10-18-1,-10-19-15,-18 1 16,9-10-16,0-19 16,-9-8-1,9-19-15,-9-10 16,0 1 0,0-10-16,0-8 15,-10-10-15,0-19 16,10-9-1,0-8-15,9-38 16,19-19 0,38-27-16,27-27 15,20 18-15,19 18 16,-1 9 0,-103 102-16</inkml:trace>
  <inkml:trace contextRef="#ctx0" brushRef="#br0" timeOffset="16228.65">32361 3258 0,'0'0'0,"0"0"16,0 9 0,10 19-16,-1 18 15,-9 10 1,0 17-16,0-17 15,0-1 1,0-9-16,-9-9 16,9-9-16,0-19 15,0 0 1,0-9-16,0 0 16,0 0-1,0-9-15,9-28 16,20-37-16,8-18 15,1 0 1,9-10-16,0 19 16,-10 19-1,1 17-15,-10 20 16,1 8-16,-11 10 16,-8 9-1,9 9-15,-10 19 16,0 27-1,1 38-15,-10 17 16,0-8 0,0-1-16,9-18 15,10-9-15,0-9 16,9-10 0,-28-55-16</inkml:trace>
  <inkml:trace contextRef="#ctx0" brushRef="#br0" timeOffset="17045.86">32192 4126 0,'0'0'0,"0"0"16,0 0-16,0 0 16,0 0-1,0 0-15,0 0 16,10-10 0,-1 1-16,0-9 15,10-1-15,9 1 16,1-1-1,-1 10-15,0 0 16,0 9 0,-9 0-16,-9 0 15,-1 9-15,0 10 16,1-1 0,-10 10-16,-10 9 15,-8 0 1,-11 9-16,-8 0 15,8-9 1,11-10-16,8-8 16,1-1-16,-1-8 15,10-1 1,0 0-16,10 0 16,9 1-1,9 8-15,9 0 16,1 1-1,0-1-15,-10 1 16,0-1-16,-9 10 16,-10 0-1,-9-1-15,0 1 16,-9 0 0,0-1-16,-10 1 15,-9-9 1,-1-1-16,1 0 15,-10-18-15,1 0 16,37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1-19T04:05:28.6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1947 4439 0,'0'0'0,"0"0"15,0 0-15,0 0 16,0 0-1,0 10-15,0 8 16,-9 19 0,9 28-16,-9 9 15,9 27-15,9-9 16,-9 1 0,9-29-16,-9-8 15,0-19 1,0-10-16,0 1 15,0-19 1,0-9-16</inkml:trace>
  <inkml:trace contextRef="#ctx0" brushRef="#br0" timeOffset="461.84">1966 4209 0,'0'0'15,"0"0"-15,0 0 16,10 9-16,18 9 16,9 10-1,10 9-15,10 18 16,-10 10 0,-9 18-16,-10-9 15,-9 18 1,-19 19-16,-10-10 15,-18-8-15,-10-1 16,-9 19 0,-9-19-16,-10 0 15,10-18 1,9-18-16,-1-10 16,20-19-1,9-8-15,19-19 16</inkml:trace>
  <inkml:trace contextRef="#ctx0" brushRef="#br0" timeOffset="4162.42">4008 4670 0,'0'0'0,"0"0"0,0 0 16,9-9-1,0 0-15,10-10 16,9-8 0,10-1-16,0 0 15,-1 1 1,1 8-16,9 10 15,-9 9-15,-1 0 16,-9 9 0,1 10-16,-11 8 15,-8 10 1,-10 19-16,-19 8 16,-9 1-1,0-10-15,-1-9 16,11-18-16,8-10 15,1 1 1,9-10-16,0 0 16,9 1-1,10-1-15,19 0 16,27 0-16,20-9 16,-10 9-1,-9 1-15,-19 8 16,-18 1-1,-11 8-15,-8 1 16,-10 18 0,-10 10-16,-18-1 15,-19 0-15,-19 1 16,-9-19 0,0-10-16,9-8 15,-9-10 1,9 0-16,0-9 15,19 0 1,9-9-16,10-10 16,9 1-16,10-10 15,9 28 1</inkml:trace>
  <inkml:trace contextRef="#ctx0" brushRef="#br0" timeOffset="4930.53">5127 4735 0,'0'0'0,"0"0"15,0 0-15,0 0 16,0 27 0,-9 29-16,-10 18 15,0 18 1,0 19-16,0-10 16,1-8-1,8-38-15,1-18 16,9-9-16,0-10 15,0-18 1,0 0-16,0 0 16,0-18-1,9-29-15,10-26 16,9-10-16,10-19 16,-1 10-1,1 9-15,9 9 16,10 9-1,-1 10-15,-9 18 16,-9 18 0,-10 10-16,0 9 15,-9 9-15,0 10 16,0 27 0,-10 28-16,0 0 15,-9 0 1,0-1-16,0-8 15,10-19-15,-1 0 16,1-18 0,8 0-16,11-10 15,36-9 1,48-18-16,-113 9 16</inkml:trace>
  <inkml:trace contextRef="#ctx0" brushRef="#br0" timeOffset="7078.89">5767 4116 0,'0'0'0,"0"0"16,0 0-16,9-9 15,19-9 1,29-10-16,18-9 16,-9 9-16,-10 10 15,-18 9 1,0 0-16,-20 9 15,-8 9 1,-10 0-16,-10 19 16,-8 9-1,-20 0-15,0-1 16,10-8 0,9-9-16,10-10 15,0 0-15,9-9 16,0 0-1,28 9-15,38 0 16,18 1-16,1 8 16,-29 10-1,-27 0-15,-1 8 16,-19 20 0,-18 8-16,-19 1 15,-19-10 1,-19-8-16,0-20 15,0-8 1,-9-10-16,-1-9 16,11-9-16,18 0 15,9-1 1,10 1-16,18 0 16,1-10-1,9 19-15</inkml:trace>
  <inkml:trace contextRef="#ctx0" brushRef="#br0" timeOffset="7561.9">7159 4347 0,'0'0'16,"0"0"-1,0 9-15,0 10 16,-9 27-16,-10 28 15,0 27 1,-9 29-16,0-1 16,9 9-1,9-18-15,1-27 16,9-47-16,0-46 16</inkml:trace>
  <inkml:trace contextRef="#ctx0" brushRef="#br0" timeOffset="7829.15">6604 4846 0,'0'0'0,"0"0"0,9-10 16,1 1-1,9 0-15,18 9 16,10 0 0,19 0-16,28 0 15,38-9 1,9-10-16,-9 10 16,-38-10-16,-94 19 15</inkml:trace>
  <inkml:trace contextRef="#ctx0" brushRef="#br0" timeOffset="9832.7">8335 4486 0,'0'0'15,"0"0"-15,0 0 16,0 0 0,0 0-16,-9-10 15,9 1-15,0-9 16,0-10-1,9 0-15,10-9 16,0 10 0,18-1-16,20 0 15,9 10 1,-1 9-16,-8 9 16,-10 9-1,-10 19-15,-8 18 16,-20 28-16,-28 18 15,-28 19 1,-19-10-16,1-9 16,8-18-1,10-28-15,9-9 16,10-9-16,19-10 16,-1-8-1,1-1-15,9-9 16,0 0-1,9 0-15,29 0 16,47 0 0,9 0-16,0 0 15,-9 0-15,-1 0 16,-9 0 0,1-9-16,-1-1 15,-75 10 1</inkml:trace>
  <inkml:trace contextRef="#ctx0" brushRef="#br0" timeOffset="10512.77">9549 4209 0,'0'0'0,"0"0"15,0 9 1,0 19-16,0 27 16,-10 19-1,1 9-15,-20 9 16,11-18 0,-11-9-16,1-10 15,9-18 1,10-9-16,0-10 15,-1-9-15,10-9 16,0-9 0,0-28-16,10-27 15,18-38 1,19-18-16,9 9 16,10 10-16,-9 27 15,-1 19 1,-9 8-16,-9 29 15,9 9 1,-10 18-16,1 19 16,0 18-16,-10 55 15,-9 10 1,-19 18-16,0 1 16,9-20-1,0-27-15,10-27 16,10-19-1,8-19-15,29-18 16,-66 0 0</inkml:trace>
  <inkml:trace contextRef="#ctx0" brushRef="#br0" timeOffset="10861.8">11232 3895 0,'0'0'16,"0"0"-16,0 18 16,-9 29-16,0 26 15,-10 29 1,9 9 0,-8 9-16,8-28 15,10-18-15,0-19 16,0-18-1,0-37-15</inkml:trace>
  <inkml:trace contextRef="#ctx0" brushRef="#br0" timeOffset="11095.13">10668 4375 0,'0'0'0,"0"0"16,9 0 0,20-9-16,27 9 15,19 0-15,29-10 16,46 1 0,20 9-16,-10-9 15,-19-10 1,-141 19-16</inkml:trace>
  <inkml:trace contextRef="#ctx0" brushRef="#br0" timeOffset="11812.29">12089 3950 0,'0'0'0,"0"0"15,0 0-15,0 0 16,9-9-1,10-9-15,9-10 16,19-9 0,9 0-16,20 0 15,-10 9 1,-10 10-16,-9 9 16,-19 0-16,-9 9 15,-10 9 1,-9 0-16,-18 28 15,-20 28 1,-18 8-16,-1-8 16,20-19-16,8-9 15,10-9 1,10-10-16,9 1 16,9-10-1,20 9-15,37 10 16,28 0-1,-19-1-15,0 1 16,-18 0-16,-20-1 16,1 20-1,-19 8-15,-10 0 16,-18 19 0,-20 0-16,-27 18 15,-19-18-15,-19-9 16,0-19-1,0-18-15,-10-10 16,29-9 0,0-9-16,27-9 15,11 0-15,9-10 16,28 19 0</inkml:trace>
  <inkml:trace contextRef="#ctx0" brushRef="#br0" timeOffset="12948.89">13923 4347 0,'0'0'0,"0"9"16,-9 19-1,-1 9-15,1 0 16,9 0-16,0-9 16,9-10-1,10-9-15,19-9 16,18-27 0,19-20-16,1-26 15,-11 8 1,-8 0-16,-20 19 15,1 0-15,-19 18 16,0 19 0,0 0-16,-1 9 15,1 18 1,0 10-16,0 18 16,0 0-16,-1 0 15,-8-18 1,-1-9-16,1-10 15,-1-9 1,10 0-16,9-19 16,10-8-1,-1-1-15,1 0 16,0 10-16,-1-1 16,1 10-1,0 0-15,-10 9 16,0 9-1,0 10-15,-9-1 16,0 19-16,0 9 16,-10 0-1,-9 0-15,-9 10 16,-10-10 0,0-18-16,19-28 15</inkml:trace>
  <inkml:trace contextRef="#ctx0" brushRef="#br0" timeOffset="13136.93">14685 3433 0,'0'0'0,"0"0"15,9 10 1,10 8-16,-19-18 16</inkml:trace>
  <inkml:trace contextRef="#ctx0" brushRef="#br0" timeOffset="13928.31">16397 3572 0,'0'0'16,"0"0"-16,-9-9 16,9 9-1,0 0-15,-10 9 16,-9 9-16,-9 19 15,-9 28 1,-20 27-16,10 19 16,19-10-1,9 1-15,10-10 16,9 1 0,19-29-16,18-8 15,10-10-15,19-9 16,9-28-1,19-18-15,-9-19 16,-10-9 0,-18-9-16,-10-10 15,-10-8-15,-18-19 16,-9 9 0,-10-9-16,-19 9 15,-9 0 1,-19 10-16,-10-1 15,1 28 1,-10 0-16,-9 19 16,-1 18-16,20 0 15,18 9 1,38-9-16</inkml:trace>
  <inkml:trace contextRef="#ctx0" brushRef="#br0" timeOffset="14485.84">17789 2732 0,'0'0'15,"0"0"1,0 0-16,-9 18 16,-10 19-16,-18 37 15,-29 46 1,-19 19-1,-9 18-15,9 27 16,19-18-16,1 19 16,8-19-1,20-18-15,27-19 16,20 0 0,27-18-16,10-19 15,38-27-15,37-19 16,19-28-1,-141-18-15</inkml:trace>
  <inkml:trace contextRef="#ctx0" brushRef="#br0" timeOffset="15778.88">18269 3544 0,'0'0'15,"0"0"-15,0 0 16,0 0-1,0 0-15,10 9 16,-1 1 0,10 27-16,0 9 15,9 28-15,-9 18 16,-10 9 0,-9-8-16,0-19 15,-9-19 1,9-18-16,0-19 15,0-9 1,0-9-16,0 0 16,0 0-16,0-9 15,9-28 1,10-27-16,9-10 16,0 0-1,1 9-15,-1 10 16,0 0-16,0 18 15,-9 9 1,0 0-16,9 10 16,10 9-1,-1 9-15,1 0 16,0 18 0,-10 10-16,0 9 15,-9 9-15,-10 19 16,-9 18-1,0-10-15,0 1 16,0-28 0,-9-9-16,9-37 15</inkml:trace>
  <inkml:trace contextRef="#ctx0" brushRef="#br0" timeOffset="16532.95">19022 2658 0,'0'0'16,"0"0"-1,0 0-15,0 0 16,0 0-16,9 0 16,10-9-1,9 0-15,19-1 16,19 1 0,0 9-16,-10 0 15,-9 0 1,-9 9-16,-10 1 15,-9-1-15,-9 0 16,-10 19 0,-10 0-16,-9-1 15,-9 10 1,0-9-16,9 0 16,0-10-1,10-9-15,9 0 16,0-9-16,19 10 15,18 8 1,20 1-16,18-1 16,-9 0-1,-19 10-15,-10 0 16,-18 0 0,-9 8-16,-10 11 15,-29 8-15,-27 10 16,-29-1-1,1-8-15,-1-19 16,19-10-16,10-8 16,28-19-1,28 0-15</inkml:trace>
  <inkml:trace contextRef="#ctx0" brushRef="#br0" timeOffset="16951.96">20057 2400 0,'0'0'0,"28"9"15,9 19 1,20 27-16,-1 19 16,-9 27-1,-9 10-15,-10 37 16,-18 18-1,-10 9-15,-19 28 16,-19-9-16,-28 28 16,-28-28-1,-28 9-15,-47 9 16,-20-28 0,-55 19-16,65-55 15</inkml:trace>
  <inkml:trace contextRef="#ctx0" brushRef="#br0" timeOffset="33163.08">6660 6424 0,'0'0'0,"0"0"16,0 0-16,0 0 15,10 0 1,18-9-16,0-1 16,10 10-1,9 0-15,-9 10 16,-10-1-16,-9 0 15,-10 28 1,-28 37-16,-37 18 16,-29 10-1,10-19-15,9-19 16,28-18-16,10-18 16,19-9-1,9-19-15,0 0 16,28 0-1,47-10-15,19-8 16,-9 9 0,-29-1-16,-18 10 15,-19 0-15,-10 10 16,-9 8 0,-28 19-16,-28 9 15,-20 0 1,-8 1-16,8-20 15,20-8-15,0-10 16,8-9 0,20-9-16,28 9 15</inkml:trace>
  <inkml:trace contextRef="#ctx0" brushRef="#br0" timeOffset="33629.36">7526 6775 0,'0'0'0,"9"18"16,1 19-1,-10 9-15,0 28 16,0 0-1,-10-10-15,10-17 16,0-11 0,-9-17-16,9-10 15,0-9-15,-9-9 16,-10-19 0,0-27-16,9-10 15,10-18 1,19-9-16,10 0 15,8 18-15,10 18 16,0 19 0,10 10-16,-10 18 15,0 9 1,0 18-16,0 19 16,-10 27-1,-8 29-15,-20 36 16,-9-18-16,-9-28 15,9-28 1,0-55-16</inkml:trace>
  <inkml:trace contextRef="#ctx0" brushRef="#br0" timeOffset="34228.75">7987 6304 0,'0'0'0,"0"0"15,0 0-15,0 0 16,0 0 0,9-9-16,1-10 15,9 1 1,-1-1-16,1 1 16,0 9-16,0-1 15,0 10 1,-10 0-16,0 10 15,1 8 1,-10 10-16,0-1 16,0-8-1,0-1-15,9 1 16,10-10-16,0 9 16,9-8-1,19-1-15,0 0 16,-9 0-1,-10 1-15,-9-1 16,0 0 0,-10 10-16,-9 8 15,-9 10-15,-10 0 16,-19 0 0,1 0-16,-10-9 15,-1-10 1,11-9-16,37-9 15</inkml:trace>
  <inkml:trace contextRef="#ctx0" brushRef="#br0" timeOffset="34631.75">9407 6359 0,'0'0'15,"0"0"-15,0 0 16,0 19 0,0 27-16,-9 46 15,9 19 1,-9 18-16,-1 0 15,10-36-15,0-29 16,0-64 0</inkml:trace>
  <inkml:trace contextRef="#ctx0" brushRef="#br0" timeOffset="34849.93">8909 6839 0,'9'0'0,"29"-18"15,47-19 1,56-19-16,37 10 16,-27 19-1,-10 8-15,-9-9 16,-132 28-1</inkml:trace>
  <inkml:trace contextRef="#ctx0" brushRef="#br0" timeOffset="35262.57">10066 6405 0,'0'0'0,"0"0"15,0 0-15,0 0 16,9 0 0,10-9-16,9 0 15,19 9 1,0 0-16,-9 9 16,0 10-16,-10-1 15,-9 10 1,-19 27-16,-19 10 15,-19 18 1,-9-9-16,0-19 16,10-9-16,8-18 15,11-10 1,-1 1-16,9-10 16,10 0-1,10 0-15,9 1 16,37-1-1,47 0-15,10-9 16,-9-9-16,-104 9 16</inkml:trace>
  <inkml:trace contextRef="#ctx0" brushRef="#br0" timeOffset="35762.44">11016 6368 0,'0'0'15,"0"0"-15,0 19 16,-9 27 0,-10 28-16,0 18 15,-9 0 1,0-18-16,9-18 15,9-29 1,1-8-16,0-10 16,9-9-16,0 0 15,0-9 1,9-37-16,19-37 16,19-10-1,10 1-15,-10 9 16,0 9-1,-10 28-15,1 9 16,0 19-16,-10 8 16,9 20-1,-8 17-15,8 19 16,-8 38 0,-1 26-16,-9-8 15,-1-19-15,1 0 16,0-9-1,0-28-15,0-28 16,-19-18 0</inkml:trace>
  <inkml:trace contextRef="#ctx0" brushRef="#br0" timeOffset="36030.92">12286 5907 0,'0'0'0,"0"0"15,9 9 1,10 19-16,0 37 16,9 36-1,-18 28-15,-10 10 16,0-1-1,-10-27-15,1-37 16,9-28-16,0-18 16,0-28-1,0 0-15</inkml:trace>
  <inkml:trace contextRef="#ctx0" brushRef="#br0" timeOffset="36267.92">12041 6332 0,'0'0'15,"0"0"-15,0 0 16,19 9 0,19 0-16,18 0 15,10 0 1,19-9-16,18-9 15,10-9-15,0-28 16,9-10 0,-122 56-16</inkml:trace>
  <inkml:trace contextRef="#ctx0" brushRef="#br0" timeOffset="36862.44">13255 5944 0,'0'0'0,"0"0"16,9 0-1,10 0-15,9 0 16,10 0-1,-10 0-15,1 9 16,-1 0 0,-9 1-16,-1-1 15,-8 0-15,-10 0 16,0 19 0,-19 9-16,-19 9 15,-9 9 1,10-18-16,8 0 15,11-9-15,8-10 16,10-8 0,0-1-16,10 9 15,8 1 1,1-1-16,10 1 16,-1-1-1,0 10-15,-9 0 16,0 8-16,-10 1 15,-18 19 1,-20-1-16,-8 0 16,-20 1-1,-9-19-15,-18-10 16,-10-8-16,18-10 16,1-9-1,19-9-15,9-10 16,9 1-1,38 18-15</inkml:trace>
  <inkml:trace contextRef="#ctx0" brushRef="#br0" timeOffset="37363.87">14770 5741 0,'0'0'0,"0"0"15,-19 9 1,-9 10-16,-29 17 16,-28 20-1,1-10-15,9 9 16,18-8-16,1-1 16,9-9-1,18-10-15,11 1 16,-1 0-1,9-10-15,10 1 16,0-1 0,19 0-16,0 1 15,19-1-15,27 10 16,1-9 0,10-1-16,-1-9 15,0 0 1,-9 1-16,0-1 15,-66-9-15</inkml:trace>
  <inkml:trace contextRef="#ctx0" brushRef="#br0" timeOffset="37786.94">15739 6618 0,'0'0'0,"0"0"15,-10 0-15,-18 9 16,-19 9-1,-38 10-15,-46 0 16,-11 9-16,-8 0 16,-19-10-1,9 1-15,9 0 16,19-1 0,29-8-16,37-10 15,10 0 1,27 0-16,11-9 15,-1 0-15,19 0 16,0 0 0,0 0-16,19 0 15,-19 0 1</inkml:trace>
  <inkml:trace contextRef="#ctx0" brushRef="#br0" timeOffset="38752.01">17037 5889 0,'0'0'0,"0"0"16,0 0-1,0 0-15,0 0 16,-10 0 0,1 0-16,-19 9 15,-29 9-15,-18 10 16,-10 0 0,-18 18-16,9 0 15,19 9 1,9 10-16,9-1 15,20-8 1,8-1-16,20-9 16,18 10-16,20-10 15,18 0 1,28-9-16,19 0 16,0-19-1,0-8-15,0-1 16,0-9-16,0 0 15,-9-9 1,-85 9-16</inkml:trace>
  <inkml:trace contextRef="#ctx0" brushRef="#br0" timeOffset="39414.57">17893 6018 0,'0'0'0,"0"9"16,0 9-16,9 38 15,-9 18-15,0 18 16,-9 9 0,-1 1-16,1-10 15,0-27 1,-1-10-16,1-18 16,-1-9-1,10-19-15,-9 0 16,9-9-16,0 0 15,0-9 1,-9-9-16,9-19 16,0-19-1,9-8-15,10-1 16,9-9-16,10 0 16,-10 10-1,10-1-15,-1 19 16,1 9-1,-1 9-15,1 10 16,0 9-16,-1 9 16,1 9-1,-10 9-15,0 19 16,1 19 0,-1 18-16,-19-10 15,1 10 1,-1 0-16,0 0 15,1-10 1,-1-8-16,1-29 16,-1-8-16,10-10 15,-19-9 1</inkml:trace>
  <inkml:trace contextRef="#ctx0" brushRef="#br0" timeOffset="40079.28">18580 5187 0,'0'0'15,"0"0"-15,0 0 16,9-9 0,0 0-16,1-1 15,9 1 1,9 0-16,0 0 15,10 9-15,-1 0 16,10 9 0,-18 0-16,-1 10 15,-19-1 1,1 10-16,-10 9 16,-10 0-1,1 0-15,-1-10 16,1 1-16,0-10 15,9 1 1,0-10-16,9 9 16,0-8-1,20 8-15,8 1 16,20-1 0,-1 1-16,1-1 15,-10 0-15,-10 10 16,-8-9-1,-11 8-15,-8 10 16,-10 0 0,-19 9-16,-19 10 15,-18-1-15,-38 0 16,-29-8 0,-18-10-16,141-37 15</inkml:trace>
  <inkml:trace contextRef="#ctx0" brushRef="#br0" timeOffset="44405.77">15381 5556 0,'0'0'0,"0"0"16,0 0-16,0 0 15,0 0 1,0 0-16,0 0 16,-9 0-1,-1 0-15,1 9 16,-1-9-1,-8 10-15,-1-1 16,0 0-16,0 0 16,-9 1-1,-10 8-15,-9 10 16,-9-1 0,-29 10-16,10 0 15,-10 9 1,1-9-16,-10 10 15,18-11-15,1 1 16,9 0 0,19-18-16,10-1 15,-1 1 1,0-1-16,10 1 16,9-10-16,0 0 15,1 0 1,-1 0-16,0 1 15,0-1 1,10 0-16,-1 0 16,1 1-16,9-10 15,0 0 1,-9 0-16,9 0 16,0 0-1,0 0-15,0 0 16,0 0-1,0 0-15,9 9 16,10 0-16,9 10 16,10-1-1,9 0-15,9-8 16,10 8 0,-10-9-16,10 10 15,0-1-15,0 1 16,0-10-1,9 0-15,-9 0 16,0 1 0,-19-10-16,0 0 15,-10 0 1,1 0-16,0 0 16,-10 0-16,0 0 15,0 0 1,1-10-16,-1 10 15,-9 0 1,-1 0-16,-8 0 16,-1-9-1,-9 9-15</inkml:trace>
  <inkml:trace contextRef="#ctx0" brushRef="#br0" timeOffset="46829.53">5880 9340 0,'0'0'16,"0"28"-16,0 9 15,0 9 1,0-9-16,0 0 16,0-9-16,0-10 15,0-9 1,0-9-16,0 0 16,0-27-1,0-29-15,9-18 16,0-9-16,1 10 15,-1-1 1,10 18-16,0-8 16,0 18-1,0 9-15,-1 9 16,20 10 0,0 8-16,9 10 15,0 19-15,0 8 16,0 20-1,-10 17-15,1 29 16,-19-1 0,0-9-16,-10 0 15,0-18 1,1-19-16,-1-19 16,-9 1-16,0-28 15</inkml:trace>
  <inkml:trace contextRef="#ctx0" brushRef="#br0" timeOffset="47142.05">6943 8740 0,'0'0'15,"0"0"-15,0 0 16,0 0 0,0 0-16,9 0 15,10 0-15,19-9 16,18 0-1,-9 9-15,-9 0 16,-1 0 0,-37 0-16</inkml:trace>
  <inkml:trace contextRef="#ctx0" brushRef="#br0" timeOffset="50029.78">15419 8039 0,'0'0'0,"0"0"15,0 0-15,0 0 16,0 0 0,0 0-16,0 0 15,-19 9 1,-19 10-16,-18-1 16,-19 19-1,-29 9-15,-18 10 16,9-1-16,19 10 15,0 18 1,28-19-16,9 1 16,20-1-1,9 10-15,18-9 16,20 0 0,18-10-16,19-9 15,38 0-15,37-9 16,0-18-1,0-10-15,-9-9 16,0-9 0,-38-1-16,-75 10 15</inkml:trace>
  <inkml:trace contextRef="#ctx0" brushRef="#br0" timeOffset="50396.34">15946 8279 0,'0'0'16,"0"0"-16,0 0 16,0 0-1,9-9-15,10 0 16,9-10-16,19-9 16,19 1-1,9-1-15,-9 10 16,-19 8-1,-9 1-15,-10 0 16,-9 9 0,-19 0-16</inkml:trace>
  <inkml:trace contextRef="#ctx0" brushRef="#br0" timeOffset="50596">15955 8685 0,'0'0'16,"0"0"-16,19 0 15,18 0 1,39-9-16,18 0 16,0-19-1,0 0-15,0 1 16,-94 27-16</inkml:trace>
  <inkml:trace contextRef="#ctx0" brushRef="#br0" timeOffset="59565.17">6933 9248 0,'0'0'0,"0"0"0,0 0 16,0 0 0,0 0-16,0 0 15,0 0-15,0 0 16,0 0-1,0 0-15,10-9 16,8 0 0,30-10-16,27-8 15,28-10 1,1 0-16,-1 9 16,-103 28-16</inkml:trace>
  <inkml:trace contextRef="#ctx0" brushRef="#br0" timeOffset="60365.14">7902 8482 0,'0'0'0,"0"-9"15,10-19 1,-1 0-16,10-8 16,9 8-1,10 0-15,-1 0 16,-8 19-16,8 9 15,-9 9 1,1 10-16,-11 18 16,-8 18-1,-20 19-15,-18 28 16,-9-10 0,-1 0-16,10-27 15,0-19-15,9-9 16,9-9-1,10-1-15,0-8 16,10-10-16,9 0 16,28 0-1,9-9-15,19 0 16,1-9 0,-1 0-16,0 0 15,10-1 1,-10 1-16,19-9 15,-94 18-15</inkml:trace>
  <inkml:trace contextRef="#ctx0" brushRef="#br0" timeOffset="61365.88">17432 7651 0,'0'0'0,"0"0"16,0 0 0,0 0-16,0 0 15,0 0-15,-9 19 16,-10 27-1,-19 28-15,-18 37 16,9-10 0,-10-9-16,10-18 15,9-9 1,1-10-16,18-27 16,10-10-16,-1 1 15,10-10 1,0-9-16,10 9 15,18 1 1,28-10-16,10 0 16,9-10-16,19 1 15,-9 9 1,-10 0-16,-9 0 16,0 9-1,-9-9-15,-10 0 16,-10 0-1,-9-9-15,-28 9 16</inkml:trace>
  <inkml:trace contextRef="#ctx0" brushRef="#br0" timeOffset="61596.5">17658 8021 0,'0'0'0,"0"0"15,0 0-15,0 0 16,0 9 0,0 18-16,9 20 15,1 17 1,-10 47-16,-10 0 16,1 0-16,9-1 15,0 1 1,0-111-16</inkml:trace>
  <inkml:trace contextRef="#ctx0" brushRef="#br0" timeOffset="70267.92">3678 8639 0,'0'0'0,"0"0"15,0 0-15,0 0 16,0 9 0,-9 19-16,9 18 15,-10 28-15,10 18 16,0 0 0,0 19-16,10-9 15,-1-28 1,10-10-16,0-27 15,9-9 1,10-19-16,28-27 16,-66 18-16</inkml:trace>
  <inkml:trace contextRef="#ctx0" brushRef="#br0" timeOffset="71097.8">3678 8436 0,'0'0'0,"0"0"15,0 0-15,0 0 16,0 0 0,0 0-16,10 0 15,-1 0-15,10-9 16,0 9 0,0 0-16,-1 9 15,1 0 1,0 0-16,0 10 15,9-1-15,10 19 16,-10-9 0,10 9-16,9 0 15,0 9 1,0 0-16,0 9 16,0 1-1,-10-1-15,-8 10 16,-11-1-16,1 10 15,-9 19 1,-20-10-16,1-10 16,-10 1-1,-9-9-15,-19-1 16,-10-8-16,1-10 16,-10-9-1,10-9-15,-10-10 16,0-9-1,-9-9-15,9-9 16,9-9 0,1-19-16,-1-9 15,20-1 1,-1-17-16,0-19 16,1-19-16,9 10 15,9 0 1,19-10-16,0 10 15,9 18 1,1 0-16,8 9 16,20 10-16,9 9 15,28 0 1,19 9-16,38 9 16,19 19-1,-20 18-15,20 28 16,-151-37-16</inkml:trace>
  <inkml:trace contextRef="#ctx0" brushRef="#br0" timeOffset="72446.07">4139 11242 0,'0'0'0,"0"0"16,0 0-16,-9 0 16,-1-10-1,1 1-15,9 9 16,0-9-1,0-9-15,19-10 16,9 0-16,10-9 16,9 0-1,-10 19-15,-8 9 16,-1 9 0,-9 9-16,-10 19 15,0 18 1,-18 28-16,-29 36 15,1-8-15,-1-10 16,1-18 0,8-19-16,10-18 15,10-9 1,0-10-16,9-8 16,0-10-1,9 9-15,10-9 16,9 0-16,29-9 15,18-19 1,19-9-16,9-18 16,-18-10-1,-19 0-15,-10 1 16,-9 8-16,-9 1 16,-10 0-1,-18-1-15,-10-8 16,-10 8-1,-9 1-15,-9 0 16,-9-1 0,-10 1-16,-19-1 15,0 10-15,0 9 16,-9 0 0,18 19-16,-9 9 15,-9 18 1,0 9-16,-19 29 15,0 17-15,18 19 16,1 28 0,19 0-16,9 0 15,19-1 1,18 1-16,20-9 16,-1-29-1,19 11-15,10-20 16,18-9-16,19-8 15,10-20 1,0-17-16,9-10 16,9-28-1,10-18-15,-9-19 16,-10-9-16,-10-18 16,-8-10-1,-20 10-15,1 0 16,-20 0-1,-9 8-15,-9 29 16,-9 0 0,-1 18-16,-9 9 15,0 0-15,-9 10 16,-1 9 0,10 9-16</inkml:trace>
  <inkml:trace contextRef="#ctx0" brushRef="#br0" timeOffset="73330.08">14883 10365 0,'0'0'0,"0"0"15,0 0-15,-10-9 16,-9-1-16,0 10 15,-9 0 1,-9 10-16,-20 8 16,1 10-1,-10 9-15,9 9 16,1 9 0,9-9-16,9 1 15,20-1-15,-1 0 16,19-9-1,9 0-15,19 9 16,19 0 0,10-9-16,37 0 15,19-28 1,9-9-16,0-9 16,1-19-16,-123 28 15</inkml:trace>
  <inkml:trace contextRef="#ctx0" brushRef="#br0" timeOffset="73597">15663 10559 0,'0'0'16,"10"0"-16,9-10 16,18-8-1,10 0-15,19-1 16,0 1 0,0-1-16,-10 1 15,-9-1-15,-47 19 16</inkml:trace>
  <inkml:trace contextRef="#ctx0" brushRef="#br0" timeOffset="73788.11">15710 11048 0,'0'0'0,"10"0"15,18 0 1,28 0-16,29-9 16,37-1-16,-9 1 15,-113 9 1</inkml:trace>
  <inkml:trace contextRef="#ctx0" brushRef="#br0" timeOffset="75646.98">17121 10134 0,'0'0'16,"0"0"-16,0 0 15,0 0 1,0 0-16,0 0 16,0 0-1,0 0-15,0 0 16,-9-9-1,-19-10-15,0 1 16,-29 0-16,1 8 16,-20 1-1,1 9-15,0 9 16,19 10 0,8 8-16,1 10 15,10 10 1,18-11-16,10 11 15,18 8-15,19 0 16,29 19 0,18 0-16,0 0 15,-18-10 1,-10 1-16,0-10 16,-10 1-16,-8-1 15,-11-9 1,-8-9-16,-10 0 15,-10-9 1,1 0-16,-10-10 16,0-9-1,-9-9-15,0-9 16,0-19-16,9-27 16,9-28-1,20-37-15,9-9 16,9 9-1,19 9-15,19-9 16,0 28-16,-66 92 16</inkml:trace>
  <inkml:trace contextRef="#ctx0" brushRef="#br0" timeOffset="76731.87">6689 10863 0,'0'0'0,"0"0"16,0 0-1,0 0-15,0 10 16,9 17-16,0 19 16,10 28-1,-9 0-15,-1 0 16,-9-10-1,0-8-15,0-28 16,0-10 0,0-18-16,0 0 15,0 0-15,-9-18 16,-10-29 0,9-17-16,10-10 15,10 0 1,-1 10-16,20-1 15,-1 10-15,9 8 16,1 20 0,9 8-16,0 19 15,0 9 1,0 28-16,-9 37 16,-1 28-1,-18-10-15,0 0 16,0-18-16,-19-74 15</inkml:trace>
  <inkml:trace contextRef="#ctx0" brushRef="#br0" timeOffset="76997.23">7742 10919 0,'0'0'0,"0"0"16,0 0-1,0 0-15,19 0 16,9-10 0,19 1-16,19-9 15,19-10 1,-29 10-16,-18-1 15,-38 19-15</inkml:trace>
  <inkml:trace contextRef="#ctx0" brushRef="#br0" timeOffset="77186">7846 11334 0,'0'0'16,"9"-9"-16,29-19 16,37-18-16,10-9 15,-1 8 1,1-8-16,-85 55 16</inkml:trace>
  <inkml:trace contextRef="#ctx0" brushRef="#br0" timeOffset="77362.92">8674 10245 0,'0'0'16,"0"0"-16,0 0 15,0 37 1,18 129-16,20 203 15,-19-157-15</inkml:trace>
  <inkml:trace contextRef="#ctx0" brushRef="#br0" timeOffset="86034.78">7695 12395 0,'0'0'0,"0"0"0,0 0 16,0 0-1,0 0-15,0 0 16,0 0-16,-9 0 16,-1 0-1,1 10-15,0 8 16,-10 10 0,0 18-16,-9 37 15,0 28 1,-1 0-16,20 18 15,0-19-15,9-26 16,9-20 0,10-27-16,9-18 15,-28-19 1</inkml:trace>
  <inkml:trace contextRef="#ctx0" brushRef="#br0" timeOffset="87030.36">7253 13032 0,'0'0'0,"19"-18"16,19-28-16,9 0 15,28-1 1,0 10 0,0 19-16,10 18 15,-10 18-15,1 10 16,-20 18 0,-9 10-16,-19 8 15,-9 10-15,-10 0 16,-9-19-1,-9-18-15,0-9 16,-10-10 0,0-8-16,10-10 15,-10-10 1,0-8-16,10-19 16,9-18-16,18-19 15,20-19 1,18 1-16,10 18 15,-9 19 1,-1 18-16,-9 19 16,-9 18-1,-10 9-15,0 9 16,1 19-16,-1 0 16,0 9-1,-9-9-15,0 0 16,-10-9-1,10-10-15,-10-9 16,10 1-16,9-10 16,10-19-1,0-8-15,9-29 16,0-27 0,0-9-16,-10 9 15,-8 0-15,-11 0 16,-8 18-1,-1 19-15,-9 9 16,0 9 0,0 19-16,0 0 15,0 9 1,0 0-16,0 0 16,0 0-16,0 9 15,10 19 1,-1 18-16,-9 18 15,0 1 1,0 9-16,0 0 16,0 0-16,0-19 15,0 10 1,0-19-16,0 0 16,0-9-1,9-10-15,1-8 16,9-1-1,9-8-15,28-10 16,10-10-16,38-17 16,-104 27-1</inkml:trace>
  <inkml:trace contextRef="#ctx0" brushRef="#br0" timeOffset="87665.5">9549 12700 0,'0'0'0,"0"0"16,0 0-1,9 0-15,29-18 16,18-10 0,0-9-16,-18 9 15,-10-9-15,-9 0 16,-9 0-1,-10 10-15,-10-1 16,1 0 0,-10 10-16,0 0 15,-19 8 1,-9 10-16,-9 19 16,-19 36-16,9 10 15,0 45 1,28 1-16,29-18 15,28-29 1,37-8-16,67-29 16,121-45-16,57-65 15,-75 27 1</inkml:trace>
  <inkml:trace contextRef="#ctx0" brushRef="#br0" timeOffset="94933.93">20687 895 0,'0'0'0,"0"0"15,0 10-15,0 8 16,0 10 0,0 9-16,9 27 15,-9 28-15,-9 38 16,-1-1 0,-8 37-16,8 9 15,1 10 1,9 9-16,-10-19 15,1 28-15,-10 10 16,0 8 0,10 1-16,-10-1 15,0 10 1,1 9-16,-11 0 16,1 18-16,-10-9 15,1 19 1,-1 9-16,1-19 15,-1 19 1,-9-18-16,9 8 16,1 1-1,-1-10-15,10 10 16,0-9-16,-1 8 16,1 1-1,9-19-15,10 19 16,0-19-1,-1-9-15,1 28 16,-1-38-16,-9 19 16,1-9-1,-1 19-15,0-19 16,0 0 0,0 0-16,10 0 15,-10 0 1,0-28-16,10 10 15,-10 8-15,0 1 16,10-19 0,0 19-16,-1-28 15,1 37 1,9-46-16,0 37 16,9-19-1,1 37-15,-10-55 16,-10 27-16,-9-45 15,-9 18 1,0-19-16,0-27 16,-1-10-1,1-18-15,0-37 16,9-37-16,19-46 16</inkml:trace>
  <inkml:trace contextRef="#ctx0" brushRef="#br0" timeOffset="96402.9">21233 3867 0,'0'0'0,"0"0"16,-10 0-1,1 0-15,-1 0 16,10 0 0,0 0-16,-9-9 15,9 0 1,9 0-16,10-10 16,9-9-1,19-9-15,-9 10 16,0 18-16,-1-1 15,-9 10 1,-9 10-16,0-1 16,-9 9-1,-10 28-15,-10 19 16,-9 27-16,-18-9 16,-1 0-1,-9 0-15,0 1 16,19-20-1,0-18-15,9-9 16,9-9 0,10 0-16,10-10 15,-1 1-15,19-10 16,10 0 0,18 0-16,20-9 15,18-9 1,9-9-16,1-10 15,-20-9-15,-8 0 16,-1 0 0,-19 0-16,-56 37 15</inkml:trace>
  <inkml:trace contextRef="#ctx0" brushRef="#br0" timeOffset="96864.54">21618 3101 0,'0'0'15,"10"0"-15,37 19 16,19 8 0,9 29-16,9 18 15,1 36-15,-10 38 16,-28 37-1,-18 18-15,-29 0 16,-29 27 0,-18-27-16,-18 0 15,-11-27 1,1-28-16,0-19 16,-1-37-16,20-27 15,9-19 1,9-19-16,38-27 15</inkml:trace>
  <inkml:trace contextRef="#ctx0" brushRef="#br0" timeOffset="97871.93">22832 3590 0,'0'0'0,"0"0"16,9 0-1,19 0-15,19 0 16,10 0 0,9 0-16,0 0 15,-10 10 1,-9 8-16,-9 10 16,-10-1-16,-9 10 15,-10 9 1,-18 19-16,-10 9 15,-9 0 1,9-10-16,-9-8 16,9-10-16,9-9 15,10-10 1,10 1-16,9 9 16,9 0-1,19 0-15,9 9 16,-9 0-16,-9-9 15,-10 0 1,-18 9-16,-10 10 16,-29-1-1,-27 19-15,-19 0 16,-10-10-16,-9 1 16,0-28-1,28-19-15,10-9 16,18-18-1,0-18-15,38 27 16</inkml:trace>
  <inkml:trace contextRef="#ctx0" brushRef="#br0" timeOffset="98451.4">24092 4273 0,'0'0'0,"0"28"16,0 18-16,-9 19 15,0-1 1,-1-8-16,-9-1 16,10-18-1,0-9-15,-1-10 16,10-9-16,0-9 16,0 0-1,0 0-15,0-18 16,10-28-1,18-37-15,0 9 16,0 0 0,0 9-16,1 10 15,-1 18-15,0 0 16,10 10 0,-1 17-16,1 1 15,0 18 1,-10 10-16,0 18 15,0 18-15,-9 19 16,-10 18 0,1-9-16,-20-9 15,10 9 1,0-18-16,0-19 16,10-18-1,-10-28-15</inkml:trace>
  <inkml:trace contextRef="#ctx0" brushRef="#br0" timeOffset="99282.4">24487 2566 0,'0'0'16,"0"0"-16,0 0 16,0 0-16,0 0 15,0 0 1,0-9-16,10-10 15,18 1 1,29-10-16,8 0 16,11 10-1,-1 9-15,-9-1 16,-10 10-16,-18 10 16,-10 8-1,-9 1-15,-10 8 16,-9 10-1,-19 19-15,-18 17 16,-10-8-16,0 0 16,19-28-1,-1-1-15,20-8 16,9-9 0,9-1-16,20 0 15,36 10 1,39 0-16,37 9 15,-38 0-15,-27 0 16,-20 0 0,-9-1-16,-28 1 15,-19 0 1,-19 19-16,-37 18 16,-38-1-16,-19-8 15,-9 0 1,18-29-16,29-8 15,18-9 1,20-10-16,18 0 16,19-9-1,0 0-15</inkml:trace>
  <inkml:trace contextRef="#ctx0" brushRef="#br0" timeOffset="99646.93">25889 4006 0,'0'0'0,"0"0"16,0 9 0,0 28-16,0 9 15,-9 28 1,-1 27-16,-8-8 15,-1-1 1,0-9-16,0-28 16,19-55-1</inkml:trace>
  <inkml:trace contextRef="#ctx0" brushRef="#br0" timeOffset="99846.9">25325 4550 0,'0'0'0,"0"0"15,19-9-15,18-9 16,38-10 0,38-9-16,19-9 15,0 0-15,-132 46 16</inkml:trace>
  <inkml:trace contextRef="#ctx0" brushRef="#br0" timeOffset="100404.73">26670 3784 0,'0'0'0,"0"0"16,0 0 0,-9 9-16,-1 1 15,10-1 1,0 0-16,10 0 16,8 1-1,20-1-15,18 0 16,1 0-16,-1 0 15,1 1 1,-20-1 0,-8 0-16,-11 10 15,1 8-15,-19 19 16,-28 19-16,-28 18 16,-29 19-1,-9-1-15,-19-9 16,0 1-1,38-38-15,18 1 16,20-29 0,9-8-16,18-10 15,10 0 1,10 0-16,18 1 16,56-1-16,39-9 15,-1-9 1,0-1-16,-9-8 15,-19-1 1,0-8-16,-18-10 16,-1-9-1,-75 46-15</inkml:trace>
  <inkml:trace contextRef="#ctx0" brushRef="#br0" timeOffset="101205.24">27799 3849 0,'0'0'0,"0"0"16,0 9 0,0 19-16,0 18 15,9 37 1,-9 28-16,0 18 16,-9-18-16,-1-19 15,1-27 1,0-19-16,9-19 15,0-8 1,0-10-16,0-9 16,0 0-1,0 0-15,0-9 16,9-28 0,10-28-16,9-18 15,10-28-15,9 10 16,0 9-1,0 9-15,-10 18 16,11 10 0,-20 18-16,0 9 15,0 10-15,-9 8 16,0 10 0,0 0-16,-1 10 15,1 17 1,9 19-16,1 28 15,-1 0 1,-9 18-16,0 19 16,-1-9-16,-8-10 15,9-9 1,9-18-16,9-10 16,-8-18-1,-29-37-15</inkml:trace>
  <inkml:trace contextRef="#ctx0" brushRef="#br0" timeOffset="101512.97">29201 3590 0,'0'0'16,"0"0"0,0 10-16,9 17 15,0 29-15,1 17 16,-1 29 0,1 0-16,-10-10 15,0 0 1,0-27-16,9-10 15,-9-18-15,0-28 16,0-9 0</inkml:trace>
  <inkml:trace contextRef="#ctx0" brushRef="#br0" timeOffset="101735.85">28740 4043 0,'0'0'0,"18"0"15,48-10 1,47-8-16,47-10 16,19-9-1,-47 10-15,-10-20 16,-9 1-1,-113 46-15</inkml:trace>
  <inkml:trace contextRef="#ctx0" brushRef="#br0" timeOffset="102385.23">30019 3387 0,'0'0'0,"0"0"16,0 0-16,9 10 15,1-1 1,-1 0-16,19 0 16,1 0-16,18 1 15,9-1 1,1-9-16,-10 0 15,0 0 1,-10 9-16,-8 0 16,-11 1-1,-8-1-15,-1 9 16,-18 19-16,-19 19 16,-19-1-1,-19 0-15,9 1 16,10-10-1,10-9-15,8-10 16,20 1-16,9-9 16,0-1-1,19 10-15,28 9 16,9 0 0,10 0-16,-9-1 15,-10-8 1,-19 0-16,-9-1 15,-1 10-15,-8 0 16,-10 9 0,-19 10-16,-19-1 15,-18 19 1,-19-19-16,-10-8 16,0-10-1,1-10-15,-1-8 16,10-10-16,9 0 15,19-9 1,19-9-16,28 9 16</inkml:trace>
  <inkml:trace contextRef="#ctx0" brushRef="#br0" timeOffset="103480.2">31505 4153 0,'0'0'0,"0"10"15,0 17-15,10 1 16,-1 0 0,10-19-16,9 0 15,10-18 1,18-19-16,10-18 15,0-19 1,0 1-16,-10 8 16,-9 10-16,-9 19 15,-10 8 1,-9 10-16,9 9 16,-9 0-1,0 9-15,0 10 16,-10 8-1,1 10-15,-1-9 16,-9 0-16,0-10 16,0 1-1,0-10-15,0 0 16,0-9 0,9 0-16,20-18 15,27-19-15,19-10 16,1 1-1,-1 0-15,0 0 16,-9 18 0,-19 10-16,-9 18 15,-10 9-15,0 19 16,-9 27 0,-10 28-16,-28 28 15,-9-10 1,-9-27-16,37-74 15</inkml:trace>
  <inkml:trace contextRef="#ctx0" brushRef="#br0" timeOffset="103652.25">32126 3175 0,'0'0'16,"0"0"-16,10 9 16,-10-9-1</inkml:trace>
  <inkml:trace contextRef="#ctx0" brushRef="#br0" timeOffset="104700.04">26698 7070 0,'0'0'0,"28"0"16,38-9 0,38-19-16,18-9 15,-18 0-15,-20 0 16,-9-9-1,-18 0-15,-19 0 16,-10-10 0,-9 1-16,-19-19 15,-19 0 1,-9-27-16,-10-1 16,-9-8-16,9 8 15,10 10 1,9-1-16,19 1 15,19 9 1,9 9-16,19 10 16,29 8-16,18 19 15,-10 19 1,10 18-16,-18 28 16,-1 18-1,0 28-15,-28 27 16,-9 1-1,-19 27-15,-29 18 16,-9-17-16,-9-1 16,-9 0-1,-1-27-15,19-29 16,10-17 0,-1-10-16,10-18 15,10-1-15,18 1 16,28-9-1,29-1-15,28-18 16,19 0 0,-10-9-16,-9-10 15,-19 1 1,-9-1-16,-20 1 16,-8-10-16,-57 28 15</inkml:trace>
  <inkml:trace contextRef="#ctx0" brushRef="#br0" timeOffset="105187.02">29558 5326 0,'0'0'16,"0"0"-16,0 0 15,-9 9-15,-20 28 16,-36 27 0,-11 10-16,-18 55 15,0 10-15,10-10 16,-1 28 0,10-9-16,28-10 15,9 10 1,29-19-16,18-18 15,19-10 1,19 1-16,10-19 16,27 0-1,20-19-15,-1-17 16,10-29-16,-113-18 16</inkml:trace>
  <inkml:trace contextRef="#ctx0" brushRef="#br0" timeOffset="105848.04">30179 6165 0,'0'0'15,"0"0"-15,0 0 16,0 10 0,0 8-16,-9 19 15,-1 9 1,1 10-16,-10-1 15,0 10 1,0-10-16,10-9 16,-1-9-16,1-19 15,9 1 1,0-10-16,0-9 16,0 0-1,0-9-15,9-19 16,20-27-1,8-19-15,1 0 16,0-9-16,-1 9 16,1 19-1,-10 18-15,0 0 16,1 19 0,-1-1-16,0 10 15,0 9-15,0 9 16,1 10-1,-1 17-15,0 20 16,0-1 0,-9 19-16,-9 0 15,8 0-15,1-10 16,0-8 0,0-10-16,9-9 15,19-10 1,-47-27-16</inkml:trace>
  <inkml:trace contextRef="#ctx0" brushRef="#br0" timeOffset="106880.11">30988 5067 0,'0'0'16,"0"0"-1,0 0-15,0 0 16,0 0-16,19-9 16,18 0-1,10-1-15,1 10 16,-11 0 0,1 0-16,-10 10 15,-9-1 1,0 0-16,-10 10 15,0-1-15,-9 10 16,-9 9 0,-10 9-16,-9 0 15,9-9 1,0 0-16,10 0 16,0-10-16,9-8 15,9-1 1,10 10-16,0 0 15,18-1 1,1 1-16,-1 9 16,-8 0-1,-10-9-15,-10 8 16,-9 1-16,-19 10 16,-9-1-1,-29 9-15,-18-9 16,0-9-1,0-9-15,18-28 16,57 0-16</inkml:trace>
  <inkml:trace contextRef="#ctx0" brushRef="#br0" timeOffset="107264.26">31901 4882 0,'0'0'0,"0"0"16,0 0 0,9 10-16,0 17 15,10 1 1,19 18-16,-1 19 15,10 18 1,10 18-16,-1 19 16,-18 0-1,-10 19-15,-9 9 16,-28-10-16,-20 28 16,-18 0-1,-28 10-15,-28 17 16,-20-17-1,-55 36-15,-58-9 16,67-55-16</inkml:trace>
  <inkml:trace contextRef="#ctx0" brushRef="#br0" timeOffset="116061.85">6670 9959 0,'0'0'0,"0"0"0,0 0 16,0 0-1,0 0-15,0 0 16,9 0-16,1 0 16,-1 0-1,0 0-15,1 0 16,-1 0-1,1 0-15,-1 0 16,1 0 0,-1 0-16,-9 0 15,9 0-15,1 0 16,-1 0 0,1 0-16,-1 0 15,0 0 1,1 0-16,-1 0 15,10 0-15,9 0 16,0 0 0,10 0-16,0-9 15,9-1 1,0 1-16,0 0 16,9 0-16,1-1 15,-1 1 1,1 0-16,8 0 15,1-1 1,10 1-16,-11 0 16,11 9-1,-1-9-15,10 0 16,9-10 0,-10 10-16,-8 0 15,-1-1-15,-9 1 16,0 0-1,9 0-15,0 0 16,0-1 0,1 1-16,-1 0 15,10 0-15,9-1 16,-10 1 0,10 0-16,-9 0 15,9-1 1,10 1-16,-10 9 15,0 0 1,-10 0-16,10 0 16,19 0-16,-19-9 15,0 0 1,19 0-16,0-1 16,0 1-1,-9 9-15,18-9 16,0 0-16,-9-1 15,0 1 1,9 9-16,1 0 16,-11-9-1,1 0-15,10-1 16,-1 1 0,-9 0-16,0 0 15,9 0-15,0-1 16,-9-8-1,0 9-15,0-1 16,-10 1 0,10 0-16,-9 0 15,9-10-15,9 1 16,-18 9 0,-1-1-16,10 1 15,0 0 1,-10 0-16,10 9 15,0 0 1,0 0-16,0 9 16,0 0-16,0 0 15,18 1 1,-27-1-16,9 0 16,0 0-1,-1 0-15,1 1 16,-9-1-16,9 0 15,-10 0 1,10 1-16,-9-1 16,-1 0-1,10 0-15,-10 1 16,-9-10 0,1 0-16,17 9 15,1-9-15,-9 0 16,-1 0-1,10 0-15,0 0 16,-19 0 0,0 0-16,-19 0 15,10 0-15,0 0 16,-1-9 0,-8 9-16,-10-10 15,9 1 1,-9 0-16,0 0 15,-1-1 1,-8 1-16,-1 0 16,1-10-16,-10 10 15,0-9 1,9-1-16,1 1 16,-10-1-1,0 1-15,-10 9 16,1-1-1,-10 1-15,0 0 16,-9 0-16,-9 9 16,-1 0-1,1 0-15,-10 0 16,0 0 0,0 0-16</inkml:trace>
  <inkml:trace contextRef="#ctx0" brushRef="#br0" timeOffset="129098">21336 8362 0,'0'0'0,"0"0"16,0 0-16,9 9 15,10 10-15,0 8 16,9 20 0,0 8-16,-9 10 15,0-1 1,-9-18-16,-1-18 15,-9 0-15,0-19 16,0-9 0,0 0-16,9-19 15,1-8 1,9-29-16,-1-17 16,20-20-1,-10 19-15,19 1 16,0 8-16,0 19 15,0 9 1,0 9-16,-9 19 16,9 18-1,-9 10-15,9 27 16,0 28 0,-10 9-16,-8-19 15,-11-8-15,-18-56 16</inkml:trace>
  <inkml:trace contextRef="#ctx0" brushRef="#br0" timeOffset="129335.11">22568 8085 0,'0'0'15,"0"0"-15,0 0 16,0 0 0,0 0-16,10 0 15,18 0 1,19 0-16,19-9 16,19-10-1,-85 19-15</inkml:trace>
  <inkml:trace contextRef="#ctx0" brushRef="#br0" timeOffset="129553.21">22531 8648 0,'0'0'16,"0"0"-1,9 0-15,38 0 16,57 0 0,46 0-16,20-28 15,-20-8-15,-9-1 16,-141 37 0</inkml:trace>
  <inkml:trace contextRef="#ctx0" brushRef="#br0" timeOffset="130066.88">23406 8067 0,'0'0'16,"0"0"-16,0 0 16,0 0-16,0 0 15,9-10 1,10 1-16,9-9 15,10 9 1,9-1-16,9 10 16,1 0-1,-10 10-15,-10 8 16,1 10-16,-19-1 16,0 1-1,-10 18-15,-18 0 16,-20 10-1,1 8-15,-10-8 16,-9-1-16,10-18 16,-1 0-1,10-19-15,9 1 16,10-10 0,-1 0-16,10-9 15,10 10 1,9-1-16,28-9 15,47 0 1,19-9-16,-10-10 16,-9 1-16,0 8 15,0-8 1,0 0-16,-9-10 16,-85 28-16</inkml:trace>
  <inkml:trace contextRef="#ctx0" brushRef="#br0" timeOffset="141609.07">26764 8731 0,'0'0'0,"0"0"0,0 0 15,0 0 1,0 0-16,0 0 16,0 0-1,0 0-15,0 0 16,0 0-1,0 0-15,0 0 16,0 0-16,0 0 16,0 0-1,0 0-15,0 0 16,0 0 0,0 0-16,0 0 15,0-9-15,0-9 16,0 18-1</inkml:trace>
  <inkml:trace contextRef="#ctx0" brushRef="#br0" timeOffset="142297.93">26802 8787 0,'0'0'0,"0"0"16,0 0-16,0 0 15,0 0 1,0 0-16,0 9 15,-10 9 1,-9 19-16,-18 19 16,-29 27-1,-9 27-15,9-8 16,66-102-16</inkml:trace>
  <inkml:trace contextRef="#ctx0" brushRef="#br0" timeOffset="144114.28">28599 8325 0,'0'0'16,"0"0"-16,0 0 15,0 0-15,0 0 16,0 0 0,0 0-16,0 0 15,0 0 1,0 0-16,0 0 15,-10 0 1,-9 0-16,-9 0 16,-10 0-16,-9 9 15,-9 10 1,-10-1-16,10 10 16,-1 9-1,1 9-15,9 0 16,9 0-1,10 0-15,9 10 16,10-10-16,9 9 16,18 1-1,11-10-15,8 0 16,20 0-16,18-9 16,0-18-1,10-10-15,9-9 16,10-9-1,-104 9-15</inkml:trace>
  <inkml:trace contextRef="#ctx0" brushRef="#br0" timeOffset="145131.46">29408 8528 0,'0'0'0,"0"0"16,0 0-1,0 0-15,0 0 16,0 0 0,0 0-16,0 0 15,0 0-15,0 0 16,18 0 0,20 0-16,28-9 15,0 9 1,9-9-16,-28 0 15,-9-1-15,-38 10 16</inkml:trace>
  <inkml:trace contextRef="#ctx0" brushRef="#br0" timeOffset="145364.04">29426 9054 0,'0'0'15,"0"0"-15,19 0 16,19 0 0,28 0-16,9-9 15,10-9-15,-10-1 16,-9-9-1,-66 28-15</inkml:trace>
  <inkml:trace contextRef="#ctx0" brushRef="#br0" timeOffset="146287.03">30574 8399 0,'0'0'0,"0"0"15,0 0-15,0 0 16,0 0 0,-9 0-16,-1-9 15,1 0 1,9 9-16,0-10 15,0 1-15,9-9 16,10-1 0,9 1-16,1-1 15,8 1 1,-9 9-16,1-1 16,-11 10-16,1 0 15,-9 10 1,-1-1-16,0 9 15,-9 1 1,0 8-16,-9 10 16,0 0-16,-1-9 15,1 0 1,9-1-16,0 1 16,0 0-1,9-10-15,10 1 16,0 8-1,0 1-15,9-10 16,-9 10 0,0 0-16,-1-1 15,-8 10-15,-10 0 16,-19 9 0,-9 1-16,-19-1 15,-10 0-15,1-9 16,-10-9-1,9-10-15,10-9 16,0-9 0,19-9-16,9 0 15,19 9 1</inkml:trace>
  <inkml:trace contextRef="#ctx0" brushRef="#br0" timeOffset="147164.87">31891 7670 0,'0'0'15,"0"9"-15,-9 10 16,-10 27 0,-9 37-16,-10 37 15,-9 27 1,-9 47-16,-1-18 15,-9 36-15,0-18 16,10 0 0,9-47-16,19-45 15,28-102 1</inkml:trace>
  <inkml:trace contextRef="#ctx0" brushRef="#br0" timeOffset="147730.91">32060 8584 0,'0'0'0,"0"0"16,0 0 0,10-10-16,-1 1 15,10 0 1,9-10-16,-9 10 15,9 0-15,10 9 16,9 0 0,0 9-16,0 10 15,-9 8 1,-19 1-16,-10 0 16,0 18-16,-18 9 15,-19 10 1,-10-1-16,0-8 15,1-10 1,-1-9-16,10-9 16,9-10-1,10-9-15,9 1 16,9-1-16,38 0 16,123-18-1,84-37-15,75-56 16,-113 37-1</inkml:trace>
  <inkml:trace contextRef="#ctx0" brushRef="#br0" timeOffset="153188.74">21251 11057 0,'0'0'0,"0"0"0,0 0 16,0 0-1,0 0-15,0-9 16,10 0 0,-1-1-16,10-8 15,9 0-15,10 8 16,-10 1-1,0 18-15,-9 1 16,-10 17 0,1 10-16,-20 18 15,-18 29 1,-19-1-16,0 0 16,-9-9-16,18-19 15,10-18 1,9-9-16,10-10 15,9-9 1,9 0-16,19 1 16,29-10-1,27-19-15,29-8 16,0-10-16,-113 37 16</inkml:trace>
  <inkml:trace contextRef="#ctx0" brushRef="#br0" timeOffset="153568.81">22098 10614 0,'0'0'0,"0"0"16,0 0-1,0 0-15,-9 9 16,-1 19 0,1 9-16,-10 18 15,0 1 1,-9 27-16,9 0 16,0 0-16,10-19 15,9-8 1,0-10-16,19 0 15,9-9 1,10-9-16,18-10 16,0-9-16,20-9 15,-10-9 1,-10-9-16,-9-1 16,-47 19-1</inkml:trace>
  <inkml:trace contextRef="#ctx0" brushRef="#br0" timeOffset="153814.91">22333 10956 0,'0'0'16,"0"0"-16,0 0 15,0 18-15,0 19 16,0 9-1,0 37-15,0 9 16,10 19 0,-1 0-16,0-19 15,1-18 1,9-9-16,-1-10 16,-18-55-16</inkml:trace>
  <inkml:trace contextRef="#ctx0" brushRef="#br0" timeOffset="154198.34">23406 10651 0,'0'0'0,"0"0"16,0 0-1,0 0-15,0 9 16,-10 37-1,-9 19-15,1 55 16,-1 9 0,9 10-16,1-1 15,9-27 1,9-37-16,1-28 16,-10-46-16</inkml:trace>
  <inkml:trace contextRef="#ctx0" brushRef="#br0" timeOffset="154436.44">23048 11122 0,'0'0'0,"0"0"15,0 0 1,0 0-16,0 0 15,19 0 1,19 0-16,27-10 16,58 1-1,-1-9-15,-9-1 16,9-8 0,-122 27-16</inkml:trace>
  <inkml:trace contextRef="#ctx0" brushRef="#br0" timeOffset="155133.63">24685 10522 0,'0'0'16,"0"0"0,0 0-16,0 0 15,0 0-15,-9 9 16,-1 19 0,-18 9-16,0 9 15,-10 18-15,1 1 16,-11-10-1,11 1-15,9-10 16,9-9 0,9 0-16,1-10 15,9 1 1,19 0-16,9-1 16,19 1-16,19-9 15,19-1 1,-1-9-16,-8-9 15,-11-9 1,-18 0-16,-47 9 16</inkml:trace>
  <inkml:trace contextRef="#ctx0" brushRef="#br0" timeOffset="155354.34">24779 10919 0,'0'0'15,"0"0"-15,0 0 16,0 0-16,0 0 16,0 9-1,10 28-15,-1 37 16,0 27 0,1 38-16,-10 8 15,0-45-15,0-19 16,0-83-1</inkml:trace>
  <inkml:trace contextRef="#ctx0" brushRef="#br0" timeOffset="155681.84">25710 10549 0,'0'0'16,"0"10"-16,10 27 16,-1 27-1,1 19-15,-10 47 16,-10 8-1,-9-9-15,1 10 16,-1-10-16,9-37 16,1-27-1,9-38-15,0-17 16,0-10 0</inkml:trace>
  <inkml:trace contextRef="#ctx0" brushRef="#br0" timeOffset="155862.41">25353 11242 0,'0'0'15,"0"0"1,0 0-16,0 0 16,19 9-16,28 0 15,37-9 1,29-9-16,-113 9 15</inkml:trace>
  <inkml:trace contextRef="#ctx0" brushRef="#br0" timeOffset="156417.76">26256 10679 0,'0'0'16,"0"0"-1,0 0-15,0 0 16,0-10-16,9 1 16,10-9-1,0-1-15,19 1 16,18 9 0,29 9-16,-10 9 15,-18 0-15,-10 10 16,-19 8-1,-9 1-15,-19 9 16,-19 9 0,-19 0-16,-18 10 15,-1-10 1,10-9-16,19-10 16,9-8-16,10-10 15,9 0 1,0 0-16,19 1 15,37 17 1,19 10-16,1 0 16,-11-9-1,-18 9-15,-9 0 16,-19 0-16,-19 9 16,-19 9-1,-28 10-15,-47-1 16,-9-17-1,-1-11-15,10-17 16,9-10-16,29-9 16,18-9-1,19-19-15,19 28 16</inkml:trace>
  <inkml:trace contextRef="#ctx0" brushRef="#br0" timeOffset="156981.84">27554 10430 0,'0'0'16,"0"0"-16,0 0 16,0 0-1,0 0-15,0 9 16,10 9-16,18 19 15,19 9 1,28 10-16,0-10 16,1-9-1,-20 0-15,1-10 16,-10-8 0,-19-1-16,-9 1 15,0-10-15,-10 0 16,-9 10-1,-9 8-15,-29 19 16,-37 10 0,-38 8-16,-10 10 15,-8-9-15,8-10 16,39-18 0,9 0-16,27-9 15,11-10 1,18-9-16,19-9 15</inkml:trace>
  <inkml:trace contextRef="#ctx0" brushRef="#br0" timeOffset="157363.81">28486 11500 0,'0'0'15,"0"0"-15,0 0 16,0 0-16,-10 9 16,-9 1-1,-9 8-15,-19 10 16,-28 9-1,-19 9-15,-10 0 16,10 0 0,19-9-16,9-9 15,29-10-15,-1 1 16,10-1 0,18-9-16,1-9 15,9 0 1,0 0-16,0 0 15,0 0 1</inkml:trace>
  <inkml:trace contextRef="#ctx0" brushRef="#br0" timeOffset="159314.79">29718 10660 0,'0'0'0,"0"-9"15,0-9-15,0-19 16,0 0-1,-9 0-15,-10-9 16,0 18 0,-28-9-16,-19 9 15,-28 10 1,0 9-16,0 18 16,37 9-16,10 1 15,10 9 1,18-1-16,19 10 15,19 18 1,47 29-16,37 8 16,19 9-16,10 1 15,-38-19 1,-37-18-16,-20-10 16,-27-18-1,-20 9-15,-18-9 16,-19 0-1,0-19-15,-19-8 16,0-20-16,0-17 16,19-20-1,10-26-15,46-57 16,95-91 0,-1 9-16</inkml:trace>
  <inkml:trace contextRef="#ctx0" brushRef="#br0" timeOffset="163731.51">21599 9830 0,'0'0'0,"0"0"0,0 0 16,0 0-16,10 0 16,-1 0-1,10 0-15,19 0 16,-1-10-1,10 10-15,19-9 16,28 0 0,10 0-16,-1-10 15,29-8-15,28-10 16,-10 0 0,1 0-16,-1 0 15,-18 9-15,-10 10 16,-9-1-1,0 1-15,-19-1 16,-18 1 0,-11-1-16,11 10 15,-11 0 1,-17 0-16,-1-1 16,0 1-16,-10 0 15,1 9 1,-1-9-16,-37 9 15</inkml:trace>
  <inkml:trace contextRef="#ctx0" brushRef="#br0" timeOffset="164735.84">28316 9590 0,'0'0'16,"0"0"-16,0 0 16,0 0-1,0 0-15,0 0 16,10 9-1,9 9-15,18 1 16,1-1-16,9 10 16,19 0-1,9-1-15,0-8 16,19-1 0,-9-9-16,9 1 15,0-10 1,0 0-16,19 0 15,-9-10-15,8 1 16,1 0 0,0 0-16,0 0 15,-9-1 1,-1 1-16,10 9 16,-19 0-1,-9 0-15,-1 0 16,1 0-16,0 0 15,-10 9 1,0-9-16,-9 0 16,0 0-1,0 0-15,-10 0 16,1 0-16,-10 0 16,-10 0-1,-8 0-15,-1 0 16,-19 0-1,-9 0-15</inkml:trace>
  <inkml:trace contextRef="#ctx0" brushRef="#br0" timeOffset="168215.09">23547 12229 0,'0'0'0,"0"0"0,0 0 16,0 0-1,0 19-15,-10 18 16,-8 37-1,-1 18-15,0 28 16,0 9-16,10-18 16,9-19-1,18-9-15,11-9 16,-1-28 0,10-18-16,-1-19 15,-37-9 1</inkml:trace>
  <inkml:trace contextRef="#ctx0" brushRef="#br0" timeOffset="169381.91">23255 12866 0,'0'0'16,"10"0"-16,18-18 16,38-19-1,46-28-15,-8 10 16,9 9-16,0 18 16,-19 9-1,-19 19-15,-18 10 16,-1 17-1,-9 10-15,-9 19 16,-10 8 0,-19 1-16,1 9 15,-20-10-15,1 1 16,-1-19 0,1-18-16,9-10 15,0-9 1,0-9-16,0 0 15,9-18-15,1-10 16,18-27 0,10-19-16,-1 0 15,1 19 1,0 0-16,-10 18 16,0 9-1,0 9-15,0 10 16,-9 0-16,0 9 15,0 9 1,0 19-16,9 9 16,-9 18-1,0 1-15,-1-1 16,1-9-16,-9-9 16,-1-9-1,0-10-15,1-9 16,-1-9-1,10 0-15,9-18 16,10-28 0,0-19-16,-1-9 15,-9 19-15,1 0 16,-11 18 0,1 9-16,-9 10 15,-1 8 1,0 1-16,1 9 15,-1 0-15,1 19 16,9 8 0,-1 19-16,1 10 15,0-1 1,0 1-16,0-10 16,-1-9-1,1-10-15,0 1 16,0-10-16,0-8 15,9-10 1,-9 0-16,9-10 16,0-8-1,0-19-15,1-18 16,-11-1-16,1 1 16,-9 0-1,-1 18-15,0 0 16,-9 18-1,0 10-15,0 0 16,0 9 0,0 0-16,0 0 15,-9 9-15,9 19 16,0 9 0,0 9-16,19 0 15,18 0 1,29-18-16,66-19 15,66-64-15,27-1 16</inkml:trace>
  <inkml:trace contextRef="#ctx0" brushRef="#br0" timeOffset="177017.7">10442 15275 0,'0'0'0,"0"0"16,-9-9-16,-1 0 15,1-1-15,0 1 16,-1-9-1,10-1-15,10-8 16,18-10 0,9 0-16,10 0 15,-9 18 1,0 10-16,-1 9 16,-8 19-16,-11 17 15,-18 38 1,-18 37-16,-20 9 15,10-18 1,9-47-16,10-9 16,-1-18-1,10-10-15,0-9 16,10 1-16,8-10 16,29 0-1,29 0-15,-11 0 16,-8 0-1,-19 18-15,-20 10 16,-8 27 0,-29 38-16,-37 27 15,-10 0-15,0-28 16,0-28 0,19-27-16,0-9 15,9-10 1,10-18-16,9-9 15,0-9-15,10-28 16,0-19 0,9 65-16</inkml:trace>
  <inkml:trace contextRef="#ctx0" brushRef="#br0" timeOffset="177453.05">11411 15377 0,'10'9'15,"-10"-9"-15,9 9 16,0 10-16,1 17 16,-1 11-1,1 17-15,-10 1 16,0-10-1,0-9-15,0-18 16,0-10 0,0-18-16,0 0 15,18-46-15,11-55 16,-1-19 0,10 9-16,-10 10 15,0 17 1,0 20-16,0 18 15,1 27-15,-1 10 16,0 27 0,19 38-16,10 64 15,-10 55 1,0 28-16,-19-37 16,-9-46-16,-19-120 15</inkml:trace>
  <inkml:trace contextRef="#ctx0" brushRef="#br0" timeOffset="178053.18">11994 14103 0,'0'0'0,"0"-9"16,0-10-16,0-8 16,0-1-1,10 0-15,-1 0 16,19-8 0,1 8-16,18-9 15,-10 18 1,-8 10-16,-1 0 15,-9 9-15,-10 9 16,0 10 0,-9 27-16,-9 28 15,-10 9 1,0-19-16,1-8 16,8-19-16,1-19 15,9 1 1,9-10-16,19 0 15,29-9 1,18 0-16,29-9 16,-20 0-1,-18 9-15,-9 9 16,-20 9-16,-9 19 16,-9 19-1,-28 36-15,-19 9 16,-19 1-1,0-19-15,-10-9 16,1-10 0,9-17-16,0-11 15,18-8-15,1-9 16,28-19 0</inkml:trace>
  <inkml:trace contextRef="#ctx0" brushRef="#br0" timeOffset="178369.89">13518 14647 0,'0'0'0,"0"0"16,0 0-16,0 10 15,0 17 1,0 29-16,10 36 16,-1 19-1,1 27-15,-10 1 16,9-10-1,-9-46-15,0-83 16</inkml:trace>
  <inkml:trace contextRef="#ctx0" brushRef="#br0" timeOffset="178606.06">12992 15626 0,'0'0'15,"0"0"-15,0 0 16,0 0 0,18-9-16,39-28 15,46-46 1,38-10-16,10 10 16,-29 0-16,-18 19 15,-20 8 1,-18 10-16,-66 46 15</inkml:trace>
  <inkml:trace contextRef="#ctx0" brushRef="#br0" timeOffset="179048.36">14111 14924 0,'0'0'16,"0"0"-16,0 0 16,0 0-1,0 0-15,0 0 16,0 0-1,0 0-15,0 0 16,10-9-16,8 0 16,11 0-1,-1-1-15,9 10 16,-8 0 0,-1 10-16,0 8 15,-9 19-15,-10 28 16,-18 27-1,-10 0-15,-19 28 16,-9 0 0,0-18-16,10-28 15,9-10 1,9-27-16,9-9 16,1-10-16,9-9 15,9 1 1,10-10-16,28 0 15,28-19 1,38-8-16,-19-10 16,0 0-1,-9-9-15,-85 46 16</inkml:trace>
  <inkml:trace contextRef="#ctx0" brushRef="#br0" timeOffset="179532.59">14977 14998 0,'0'0'0,"0"0"16,0 0 0,0 0-16,0 28 15,-10 18 1,1 37-16,-10 9 15,0-9-15,0-18 16,10-28 0,0-9-16,-1-19 15,10-9 1,-9-19-16,-1-27 16,10-46-16,10-37 15,27-10 1,1 19-16,9 0 15,0 19 1,0 27-16,0 28 16,10 18-16,-10 19 15,9 18 1,0 28-16,10 37 16,-9 37-1,-10 27-15,-10 1 16,1-1-1,-10-27-15,1-28 16,-1-28-16,-9-18 16,-1-28-1,-18-9-15</inkml:trace>
  <inkml:trace contextRef="#ctx0" brushRef="#br0" timeOffset="179789.37">16153 14555 0,'0'0'15,"0"0"-15,0 0 16,0 0 0,9 19-16,19 18 15,10 36 1,-1 20-16,1 54 15,0 1 1,-10 9-16,-9-28 16,0-37-16,-19-36 15,0-56 1</inkml:trace>
  <inkml:trace contextRef="#ctx0" brushRef="#br0" timeOffset="180049.33">16058 15238 0,'0'0'15,"0"0"-15,0 0 16,0 0 0,0 0-16,0 0 15,19-9-15,28-10 16,38-27-1,0-9-15,9-19 16,9 0 0,-18 10-16,0-10 15,-20 9-15,-65 65 16</inkml:trace>
  <inkml:trace contextRef="#ctx0" brushRef="#br0" timeOffset="180587.99">16943 14435 0,'0'0'0,"0"0"15,0 0 1,0 0-16,0 0 16,0 0-16,0 0 15,0 0 1,19 0-16,18 0 16,10-9-1,10 9-15,-10 0 16,-10 9-16,-8 0 15,-11 19 1,1 9 0,-19 18-16,-19 19 15,-18 0-15,-10 0 16,0-9 0,9-10-16,10-18 15,9-10-15,10-8 16,-1-10-1,10-9-15,0 0 16,10 0 0,27 9-16,20 1 15,9 8-15,-10 1 16,-9-1 0,-9 10-16,-10 9 15,-9 0 1,-10 9-16,-18 18 15,-10 1 1,-19 0-16,-9-10 16,0-18-1,0-9-15,9-10 16,1 0-16,9-8 16,9-1-1,9-9-15,10 0 16</inkml:trace>
  <inkml:trace contextRef="#ctx0" brushRef="#br0" timeOffset="181351.12">18185 15773 0,'0'0'16,"0"0"-16,0 0 15,0 0 1,0 0-16,0 0 16,0 0-1,0 0-15,0 0 16,18 0-16,20-18 15,18-10 1,1-9-16,-1-9 16,-9 9-1,-9 0-15,-10 10 16,-9 8-16,0 1 16,-10 9-1,1-1-15,-1 10 16,0 0-1,10 10-15,0-1 16,0 0 0,0 10-16,9-10 15,10 0-15,9-9 16,18-9 0,11-19-16,18-18 15,0 0 1,-9 9-16,-10 9 15,-9 10 1,-19 8-16,-10 10 16,-8 10-16,-1 8 15,0 28 1,-19 28-16,-18 28 16,-19-1-1,-19-27-15,-10-28 16,57-46-1</inkml:trace>
  <inkml:trace contextRef="#ctx0" brushRef="#br0" timeOffset="181525.94">18504 14740 0,'0'0'0,"0"0"15,0 0-15,0 0 16,19 9 0,38-9-16,-57 0 15</inkml:trace>
  <inkml:trace contextRef="#ctx0" brushRef="#br0" timeOffset="182383.03">21157 14952 0,'0'0'16,"0"0"-16,0 0 16,0-9-1,-9 0-15,-1-1 16,-8 1-16,-11 9 16,-18 19-1,-18 17-15,-11 20 16,-8 27-1,18 9-15,0 37 16,28-9 0,10 0-16,28 0 15,19-18-15,9-19 16,10-28 0,9-8-16,9-11 15,19-17 1,-9-10-16,10-18 15,-11-19 1,11-18-16,-10-19 16,-19-8-16,-10-1 15,-18 0 1,-10 0-16,1 0 16,-20-9-1,-18-9-15,-9-28 16,-10 9-16,-1 10 15,1 18 1,10 18-16,-1 19 16,-9 9-1,0 9-15,0 10 16,-9 18-16,-10 9 16,9 19-1,1 27-15,18 28 16,10 19-1,9 8-15,19 1 16,28 9 0,10-18-16,9-10 15,10-27-15,18-10 16,9-18 0,29-9-16,19-28 15,-19-10 1,19-17-16,-10-10 15,-9-9-15,-28 9 16,-85 37 0</inkml:trace>
  <inkml:trace contextRef="#ctx0" brushRef="#br0" timeOffset="182815.81">22954 14518 0,'0'0'0,"0"0"16,0 0-1,0 0-15,0 0 16,-19 0-16,-28 19 16,-28 18-1,-38 27-15,-19 38 16,29 18 0,18 9-16,19-9 15,19 0 1,19 9-16,28-18 15,19-19-15,19 0 16,27 1 0,20-19-16,9-19 15,-9-18 1,9-9-16,-94-28 16</inkml:trace>
  <inkml:trace contextRef="#ctx0" brushRef="#br0" timeOffset="183348.58">23330 15247 0,'0'0'0,"0"0"16,0 0-1,0 0-15,10 19 16,-1 36-1,10 38-15,-10 17 16,-9 1 0,0-28-16,0-28 15,0-27-15,0-9 16,0-19 0,0 0-16,0-37 15,10-56 1,-1-27-16,19 10 15,1 8-15,8 10 16,10 9 0,-9 18-16,9 28 15,9 10 1,1 8-16,-1 19 16,1 9-1,-1 19-15,-9 18 16,0 10-16,-9 17 15,-10 20 1,-9-1-16,-19-9 16,0-9-1,-9 0-15,-1-10 16,1-18 0,-1-9-16,1-9 15,-10-19-15,19-9 16</inkml:trace>
  <inkml:trace contextRef="#ctx0" brushRef="#br0" timeOffset="183948.21">24252 14546 0,'0'0'16,"0"0"-16,19-9 16,9-10-1,10 1-15,0-1 16,9 1-16,-10 9 15,-9 9 1,1 0-16,-10 9 16,-1 0-1,-8 10-15,-10 8 16,0 10-16,-10 0 16,-8 0-1,-1-9-15,0-1 16,9-17-1,1-1-15,0 0 16,9 0 0,9 1-16,0-1 15,29 9-15,0 1 16,-1-1 0,-8 1-16,-1 8 15,-9 19 1,-10 10-16,-28 18 15,-9 9-15,-19-9 16,-9-1 0,-10-8-16,19-19 15,0-18 1,18-10-16,1-18 16,28 0-16</inkml:trace>
  <inkml:trace contextRef="#ctx0" brushRef="#br0" timeOffset="184315.07">24704 14214 0,'0'0'15,"19"0"-15,28 9 16,28 0-16,19 10 16,28 18-1,-9 9-15,-19 18 16,-9 19 0,-29 10-16,-18 8 15,-19 28 1,-19 10-16,-19-10 15,-28 28-15,-38 18 16,-18-9 0,-29 19-16,-28 0 15,-28-1 1,-47 1-16,56-47 16</inkml:trace>
  <inkml:trace contextRef="#ctx0" brushRef="#br0" timeOffset="198585.89">14553 16918 0,'0'0'0,"0"0"16,0 0 0,0 0-16,0 0 15,0 0-15,0 0 16,0 0-1,0 0-15,0 0 16,0 0 0,0 0-16,0 0 15,0 0 1,0 0-16,0 0 16,0 0-16,0 0 15,0 0 1,0 9-16,-9 10 15,-1 18 1,10 9-16,0 18 16,0 10-16,10 0 15,-10-19 1,9-8-16,-9-20 16,0-8-1,0-1-15,0-9 16,0-9-1,0 0-15,0 0 16,0-9-16,0-28 16,10-37-1,18-18-15,0-9 16,10 8 0,-1 19-16,-8 19 15,-1 27-15,-9 10 16,-10 18-1,10 9-15,0 19 16,9 27 0,0 37-16,-9 19 15,0-18 1,0-38-16,-10-27 16,0-10-16,1-9 15,-10-9 1</inkml:trace>
  <inkml:trace contextRef="#ctx0" brushRef="#br0" timeOffset="198849.37">15278 16816 0,'0'0'0,"0"0"16,0 0-1,0 0-15,9 10 16,-9-10-16,9 0 16,10 0-1,19 0-15,0 0 16,9 0 0,9-10-16,0-8 15,1 0 1,-57 18-16</inkml:trace>
  <inkml:trace contextRef="#ctx0" brushRef="#br0" timeOffset="199081.18">15607 17343 0,'0'0'0,"0"0"16,9-10-16,10-8 15,9-10 1,10 0-16,0-8 16,-1-1-1,-37 37-15</inkml:trace>
  <inkml:trace contextRef="#ctx0" brushRef="#br0" timeOffset="199532.22">15833 16909 0,'0'0'0,"0"0"16,0 0-1,9-10-15,0 1 16,1 0-1,9-9-15,0-1 16,9 1 0,9-1-16,1 10 15,9 9-15,0 18 16,-9 1 0,-1 18-16,-18 0 15,-9 18 1,-10 19-16,-19 0 15,-9 0 1,-10-19-16,10-9 16,9-18-16,9-10 15,1 1 1,0-10-16,9-9 16,0 0-1,0 0-15,9 0 16,10-9-1,28 0-15,9-10 16,10 10-16,0 0 16,0-1-1,-66 10-15</inkml:trace>
  <inkml:trace contextRef="#ctx0" brushRef="#br0" timeOffset="199849.81">17357 17269 0,'0'0'15,"0"0"1,0 0-16,0 0 16,0 0-16,-10 18 15,1 19 1,-29 37-16,-37 64 16,-19 19-1,0 9-15,19-36 16,75-130-1</inkml:trace>
  <inkml:trace contextRef="#ctx0" brushRef="#br0" timeOffset="200536.01">18250 16909 0,'0'0'16,"0"0"-16,0 0 16,0 0-1,0 0-15,0 0 16,0 0-16,0 0 16,-9-10-1,-19 1-15,-10 9 16,-9 0-1,-9 9-15,-10 10 16,9 18 0,1 0-16,9 9 15,9 0-15,10 19 16,9-1 0,19-8-16,10-1 15,18 0 1,19-8-16,28-1 15,19 0-15,-9-28 16,9-8 0,0-10-16,-19-19 15,-75 19 1</inkml:trace>
  <inkml:trace contextRef="#ctx0" brushRef="#br0" timeOffset="200873.1">18805 16743 0,'0'0'0,"0"0"15,0 0-15,0 0 16,0 0-1,0 9-15,0 19 16,0 18-16,0 18 16,0 19-1,0 19-15,10-10 16,-1-18 0,-9-19-16,10-18 15,-1-9 1,0-10-16,1-8 15,-10-10-15,0 0 16</inkml:trace>
  <inkml:trace contextRef="#ctx0" brushRef="#br0" timeOffset="201205.25">19502 16853 0,'0'0'0,"0"0"16,0 0-1,0 0-15,9 0 16,10 0-16,18-9 16,1 0-1,9 0-15,10-1 16,-20 1 0,1 0-16,-38 9 15</inkml:trace>
  <inkml:trace contextRef="#ctx0" brushRef="#br0" timeOffset="201439.86">19661 17250 0,'0'0'15,"0"0"-15,0 0 16,10 0 0,9-9-16,18 0 15,20-10 1,-1-8-16,-56 27 16</inkml:trace>
  <inkml:trace contextRef="#ctx0" brushRef="#br0" timeOffset="201887.53">20489 16632 0,'0'0'0,"0"0"15,0 0-15,0 0 16,0 9 0,-9 10-16,0 17 15,-10 20-15,-10 18 16,1-1 0,0 11-16,9-11 15,0-17 1,10-10-16,0-9 15,9-9 1,0-10-16,0-9 16,9 0-16,0 1 15,20-1 1,8 0-16,10 0 16,19 1-1,0-10-15,9 0 16,-18 0-1,-10-10-15,-10-8 16,-8-1-16,-29 19 16</inkml:trace>
  <inkml:trace contextRef="#ctx0" brushRef="#br0" timeOffset="202116.18">20612 17001 0,'0'0'15,"0"0"-15,0 0 16,0 0 0,0 0-16,0 0 15,0 9-15,9 19 16,0 18 0,20 28-16,8 18 15,1 10 1,0-10-16,-10-18 15,-28-74-15</inkml:trace>
  <inkml:trace contextRef="#ctx0" brushRef="#br0" timeOffset="202432.78">21995 17186 0,'0'0'0,"0"0"16,0 0-1,9 9-15,0 0 16,-9 10-1,0 27-15,-18 37 16,-20 37 0,-19 18-16,-8 10 15,-1-28-15,9-46 16,57-74 0</inkml:trace>
  <inkml:trace contextRef="#ctx0" brushRef="#br0" timeOffset="203065.5">23001 16890 0,'0'0'0,"0"0"15,0 0-15,0 0 16,0 0 0,0 0-16,0 0 15,0 0 1,0 0-16,-19 0 15,-9 9-15,-19 10 16,-9 9 0,-10-1-16,0 10 15,9 0 1,10 9-16,10 0 16,9 10-16,9-1 15,9 1 1,10-1-16,19-9 15,9 0 1,19-9-16,10-9 16,-1 0-1,10-10-15,9-9 16,-9-18-16,-66 9 16</inkml:trace>
  <inkml:trace contextRef="#ctx0" brushRef="#br0" timeOffset="203631.98">23377 17075 0,'0'0'15,"0"0"-15,0 0 16,0 0 0,0 0-16,0 0 15,0 0 1,10 0-16,-1-9 16,10-10-16,9 1 15,0-1 1,1 10-16,-10 0 15,-1 0 1,-8-1-16,-1 10 16,-9 0-1,0 10-15,0 26 16,-19 29-16,-9 18 16,0-9-1,9-19-15,0-8 16,10-20-1,-1-8-15,10-10 16,0 0-16,10 0 16,-1-9-1,10 10-15,9-10 16,1 0 0,8 0-16,1 0 15,-1 0 1,10 0-16,0-10 15,1 1-15,-1-9 16,-47 18 0</inkml:trace>
  <inkml:trace contextRef="#ctx0" brushRef="#br0" timeOffset="203948.86">24384 16936 0,'0'0'16,"0"0"-16,0 0 15,0 0 1,0 0-16,0 0 16,0 0-1,9 0-15,20 10 16,8-10-1,20 0-15,9-10 16,-1 1-16,1 0 16,-9-10-1,-20 1-15,-18 0 16,-9-1 0,-10 1-16,0 18 15</inkml:trace>
  <inkml:trace contextRef="#ctx0" brushRef="#br0" timeOffset="204151.81">24525 17139 0,'0'0'16,"28"0"-16,19 0 15,10 0 1,9 10-16,0-10 15,-10 0 1,-9-10-16,-9 1 16,-38 9-16</inkml:trace>
  <inkml:trace contextRef="#ctx0" brushRef="#br0" timeOffset="204885.02">25663 16456 0,'0'0'0,"0"0"15,0 0 1,0 0-16,10 0 16,-1 0-16,1-9 15,8 0 1,1-9-16,9-1 15,10-9 1,0 1-16,18-1 16,-18 10-1,9-1-15,-19 10 16,0 0-16,-9 9 16,-9 0-1,-1 9-15,-9 0 16,0 19-16,-9 9 15,-10 9 1,0 0-16,0-9 16,0-9-1,10-10-15,-1 1 16,1-1 0,9-9-16,0 10 15,9-1 1,10 1-16,19 8 15,9 10-15,0 0 16,-9 0 0,-10 0-16,-9-9 15,-10-1 1,0 10-16,-18 0 16,-10 9-16,-28 10 15,-19-1 1,-28 0-16,-56 10 15,-1-28 1,-18-46-16,-57 0 16</inkml:trace>
  <inkml:trace contextRef="#ctx0" brushRef="#br0" timeOffset="209733.09">14948 17952 0,'0'0'0,"0"0"0,0 0 15,0 0-15,0 0 16,10 0 0,-1 0-16,1 9 15,-1 0-15,0 0 16,1 1 0,-1-1-16,10 0 15,-10-9 1,10 9-16,9 1 15,10-10-15,0 0 16,18-10 0,1 1-16,8 0 15,1 0 1,10-1-16,-1 1 16,0 0-1,0 0-15,1 9 16,-20 0-16,1-10 15,-1 10 1,0 0-16,1-9 16,-10 0-1,-9 9-15,-1-9 16,1 0-16,-10-1 16,-9 10-1,0-9-15,-1 0 16,-18 9-1</inkml:trace>
  <inkml:trace contextRef="#ctx0" brushRef="#br0" timeOffset="211515.87">18758 17924 0,'0'0'0,"0"0"16,0 0-16,0 0 15,0 0 1,0 0-16,0 0 16,10 0-16,18 0 15,28 0 1,10 9-16,0 0 16,9 1-1,10-10-15,0 0 16,9-10-1,-19 1-15,0 0 16,1 0-16,-1 0 16,10-10-1,-10 10-15,-9 0 16,-19-1 0,-10 10-16,1 0 15,-10 0-15,-9 0 16,0-9-1,-10 9-15,10 0 16,-10 0 0,-9 0-16</inkml:trace>
  <inkml:trace contextRef="#ctx0" brushRef="#br0" timeOffset="212282.55">23029 18026 0,'0'0'15,"10"0"1,-1 0-16,19 0 16,10 0-16,18-10 15,20 1 1,8 9-1,10-9-15,1 9 16,-1 0-16,18-9 16,1-1-1,0 1-15,-19 0 16,10 0 0,-1-1-16,-9 1 15,-18 0-15,-20 0 16,1 9-1,-20 0-15,-9 0 16,1 0 0,-20 0-16,-9 0 15</inkml:trace>
  <inkml:trace contextRef="#ctx0" brushRef="#br0" timeOffset="214182.87">28269 15395 0,'0'0'15,"0"0"-15,0 9 16,0 1 0,0 8-16,10 10 15,-1 18-15,0 18 16,1 47 0,-1 55-16,-9 37 15,19 47 1,9-29-16,10-9 15,9-64-15,-9-56 16,-10-46 0,-9-27-16,-1-19 15,1-19 1,-9-45-16,-10 64 16</inkml:trace>
  <inkml:trace contextRef="#ctx0" brushRef="#br0" timeOffset="-214277.1">27949 16383 0,'0'0'0,"0"9"15,0 0-15,10 0 16,18 1-16,28-10 16,57-10-1,19-17-15,-10-10 16,1 9-1,-10 0-15,-10 10 16,-28 18-16,-9 9 16,-9 0-1,-20 10-15,1 8 16,-10 1 0,-9 9-16,0 18 15,0 10 1,-10 0-16,-9-19 15,0-18 1,0-10-16,0-18 16,0 0-16,9-18 15,1-47 1,9-27-16,-1-1 16,11 19-1,-1 19-15,0 18 16,10 9-16,-1 19 15,10 18 1,10 28-16,-1 19 16,19 18-1,-9 9-15,0 0 16,-19-19-16,-9-27 16,-10-9-1,-9-10-15,0-8 16,-10-1-1,10-9-15,-10 0 16,10-19 0,9-36-16,10-46 15,9-29-15,-9 10 16,-1 28 0,-8 27-16,-1 19 15,-9 19 1,-1 8-16,11 19 15,-1 9 1,9 28-16,10 37 16,-9 46-16,-10 9 15,1 1 1,-1-20-16,-9-45 16,9-19-1,0-18-15,10-19 16,18-27-16,1-19 15,8-28 1,-8-18-16,-1-19 16,-9-8-1,-28 17-15,0 10 16,-10 28 0,-9 18-16,-9 0 15,0 19-15,-1 8 16,1 1-1,-10 9-15,0 9 16,-9 19 0,0 46-16,18 37 15,29 9-15,28-28 16,47-18 0,57-28-16,74-46 15,39-102 1,-48 19-16</inkml:trace>
  <inkml:trace contextRef="#ctx0" brushRef="#br0" timeOffset="-95489.63">6811 10042 0,'0'0'0,"0"0"0,0 0 16,0 0-1,0 0-15,0 0 16,0 0 0,0 0-16,0 0 15,0 0 1,0 0-16,0 0 15,9 0-15,10 0 16,0 0 0,9 0-16,0 0 15,1 0 1,8-9-16,1-1 16,0 1-16,9-9 15,9-1 1,-9 1-16,0-1 15,0 1 1,10-10-16,-1 10 16,10-1-1,9-8-15,0-1 16,-9 0-16,10 1 16,-1-1-1,0 0-15,0 0 16,1 1-1,-1 8-15,-9 1 16,-10-1 0,-9 1-16,0-1 15,-9 10-15,-1 0 16,-8 0 0,-1 0-16,0-1 15,0 1 1,-9 9-16,0 0 15,0-9-15,-10 9 16,-9 0 0</inkml:trace>
  <inkml:trace contextRef="#ctx0" brushRef="#br0" timeOffset="-94169.61">14553 9423 0,'0'0'0,"0"0"15,0 0-15,0 0 16,10-9 0,8 0-16,1 0 15,19 0-15,9-1 16,9 10 0,1 0-16,9 0 15,0 0 1,9 0-16,0 10 15,19-1 1,0 0-16,0 0 16,0-9-16,0 9 15,19 1 1,-9-1-16,-1 0 16,10 0-1,9-9-15,1 10 16,-10-10-16,0 0 15,9 9 1,-9-9-16,-10 0 16,10 0-1,0 0-15,-10 9 16,-18-9 0,0 9-16,-10-9 15,-9 0-15,0 0 16,-10 0-1,-18 0-15,-1 0 16,-8 0 0,-10 0-16,-10 0 15,0 0-15,1 0 16,-10 0 0,0 0-16,0 0 15,0 0 1,0 0-16,0 0 15,0 0 1,0 0-16,0 0 16,0 0-16,0 0 15,0 0 1,0 0-16,9-9 16,10 0-1,-19 9-15</inkml:trace>
  <inkml:trace contextRef="#ctx0" brushRef="#br0" timeOffset="-93468.72">14393 6867 0,'0'0'0,"0"0"16,0 0-16,0 0 15</inkml:trace>
  <inkml:trace contextRef="#ctx0" brushRef="#br0" timeOffset="-92728.3">14384 6895 0,'0'0'16,"0"0"-16,0 0 15,0 0 1,9-10-16,1 1 16,9 0-1,-1 0-15,11-1 16,8 1-1,10 0-15,0 0 16,19-1-16,0 1 16,0 0-1,0 0-15,-10 0 16,-9-1 0,0 1-16,-9 9 15,-1-9-15,1 9 16,9-9-1,0 9-15,-9 0 16,-1-10 0,-8 10-16,8-9 15,-8 9 1,-1 0-16,-9 0 16,-1 0-16,-8 0 15,-1 0 1,1 0-16,-1 0 15,-9 0 1,0 0-16,0 0 16,0 0-16,0 0 15,0 0 1,0 0-16,-19 9 16,-18 1-1,-20 8-15,-9 1 16,-18-1-1,-10 0-15,-1 1 16,1-1-16,0 1 16,19-10-1,0 0-15,9 1 16,-9-10 0,9 9-16,9-9 15,10 9 1,10-9-16,-1 0 15,10 9-15,9-9 16,0 9 0,19-9-16</inkml:trace>
  <inkml:trace contextRef="#ctx0" brushRef="#br0" timeOffset="-90870.9">15692 5612 0,'0'0'15,"0"0"1,0 0-16</inkml:trace>
  <inkml:trace contextRef="#ctx0" brushRef="#br0" timeOffset="-90027.89">15645 5593 0,'0'0'15,"0"0"-15,0 0 16,0 0-1,0 0-15,0 0 16,0 0-16,0 0 16,0 0-1,0 0-15,-10 0 16,-9 0 0,-9 9-16,-10 1 15,1-1-15,-10 0 16,-10 0-1,-9 1-15,1-1 16,-1 9 0,0-9-16,0 1 15,-9-1 1,0 0-16,9 10 16,0-1-16,0 1 15,0-1 1,-9 10-16,0-1 15,-1 1 1,20 0-16,-1-1 16,20-8-16,-1-1 15,10 1 1,0-10-16,9 0 16,0 1-1,10-1-15,-1-9 16,1 0-1,0 9-15,9-9 16,0 0-16,0 9 16,0 0-1,0 1-15,0-1 16,9 9 0,10 1-16,0-1 15,9 1 1,9 8-16,10 1 15,10 0-15,-1-1 16,1 1 0,9 0-16,9 0 15,10-10 1,-10 0-16,9 1 16,-8-10-16,-10 0 15,-1 10 1,1-1-16,0-8 15,-9-1 1,-10 0-16,0 0 16,-10 0-16,1 1 15,-10-1 1,0 0-16,-9-9 16,9 9-1,-9 1-15,-19-10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1-18T13:27:12.79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55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1" timeString="2021-01-18T13:29:07.857"/>
    </inkml:context>
  </inkml:definitions>
  <inkml:trace contextRef="#ctx0" brushRef="#br0">5231 8030 0,'0'0'0,"9"-9"0,-9 9 0,38-37 0,27-28 16,20-36-1,0-1 1,-10 0-16,-19 10 16,1-19-16,-1 10 15,-9-1 1,-9 1-16,-10-1 15,-9 10 1,-10 18-16,-9 10 16,0 17-1,-9 20 1,-10-1-16,0 19 16,-9 9-1,-9 9-15,-20 37 16,-9 28-1,0 28-15,10 18 16,9-10-16,9 20 16,10-1-16,19-9 15,9-19 1,18-18-16,11-9 16,-1-18-1,10-10-15,-10-19 16,19-8-16,9-19 15,10-9-15,0-28 16,0-19 0,0-27-16,-10-18 15,1-10 1,-10-9-16,-10 9 31,-18 0-31,0 19 16,0 0-16,-19 27 15,0 19 1,0 18-16,0 10 16,0 9-1,0 9-15,0 0 16,0 0-16,-10 37 16,1 18-16,-1 37 15,10 19-15,0 0 16,10 0-1,-1 18-15,1-28 16,-1-8 0,0-10-1,1-19 1,9-8-16,0-10 16,-1-18-16,1-10 15,9-18 1,1-9-16,-1-19 15,-28 28 1</inkml:trace>
  <inkml:trace contextRef="#ctx0" brushRef="#br0" timeOffset="183.36">5974 7338 0,'0'0'16,"0"0"-16,19 0 16,18 0-1,29 0 1,37-19 0,-103 19-16</inkml:trace>
  <inkml:trace contextRef="#ctx0" brushRef="#br0" timeOffset="907.71">4845 8657 0,'0'0'0,"0"0"0,0 0 31,9-9-31,19-9 16,10-1-1,9 1-15,0 18 16,0 0-16,-9 9 16,-10 9-16,0 19 15,-9 19 1,-19-1-16,-9 37 15,-20-18 1,-8 0-16,-20-9 16,10-19-1,10-18-15,37-28 16</inkml:trace>
  <inkml:trace contextRef="#ctx0" brushRef="#br0" timeOffset="1272.21">5343 8593 0,'0'0'0,"0"0"16,0 0-16,0 0 15,0 0 1,0 9-16,0 0 0,-9 19 16,-10 9-1,0 0-15,1 9 16,8 0 0,10-9-16,10 0 15,-1 0 1,19 0-1,10 0-15,18-10 16,20-8 15,-76-19-31</inkml:trace>
  <inkml:trace contextRef="#ctx0" brushRef="#br0" timeOffset="1697.35">5983 8814 0,'0'0'0,"0"0"16,0 0-16,0 0 15,0 0 1,10 0-16,18 0 15,0 0-15,28 0 16,20 0 0,8 0-16,-8 0 15,-11 0 1,-8-9-16,-10 9 16,-9-9-1,-38 9-15</inkml:trace>
  <inkml:trace contextRef="#ctx0" brushRef="#br0" timeOffset="2126.46">6322 8602 0,'0'0'0,"0"0"16,9 9 0,10 0-16,19 1 15,9-1 1,9 9-16,-9-8 16,0-1-16,0 9 15,0-8 1,-19-1-16,1 0 15,-10 0-15,-1 0 16,-8 1 0,-1-1-1,1 0 1,-10 10-16,-10-1 16,-9 10-16,-9 9 15,-10 0 1,-18 18-16,-19 0 15,9-18-15,66-37 16</inkml:trace>
  <inkml:trace contextRef="#ctx0" brushRef="#br0" timeOffset="2929.5">7827 8399 0,'0'0'0,"0"0"0,0 0 15,0 0 1,0 0-16,0 0 31,0 9-31,-9 19 16,-20 18-16,-8 19 0,-29 18 31,0 0-15,-9-9-16,18-19 0,-9-9 15,1-9 1,8-9-16,10-10 16,9-9-16,1-9 15,-1 0 1,19-9-16,1-9 15,-1-10 1,9 0-16,10-18 16,19 0-16,9-9 15,10-1 1,0 10-16,-1 9 16,1 10-16,0 8 15,-1 10 1,1 9-1,-1 9-15,1 10 16,9 17 0,0 11-16,0-1 15,10 9 1,-10 1-16,-10-20 16,1 1-1,0-9-15,-1-9 0,1-10 16,9 0-1,0-9-15,-9-9 16,-1-10 0,1-8-16,-1-10 15,1-19-15,-38 56 32</inkml:trace>
  <inkml:trace contextRef="#ctx0" brushRef="#br0" timeOffset="4582.79">9182 6378 0,'0'0'16,"0"0"-16,0 0 15,-10 0 1,-9-10-16,1 1 16,-1 9-16,-9-9 15,9 9 1,0 0-16,0 9 16,0 19-16,0 9 15,-9 18-15,19 19 16,-1 18-1,10 19-15,0 0 16,0 9 0,10-9-16,-10-10 15,0 10-15,0-28 16,0-18-16,0-19 16,0-19-1,0-27-15</inkml:trace>
  <inkml:trace contextRef="#ctx0" brushRef="#br0" timeOffset="4879.2">8429 7162 0,'0'0'0,"0"0"16,9 0-16,29 0 15,19 0 1,37-9-16,0 0 16,19 0-1,-19-10 1,0 1-16,0-1 15,-28 1 1,-66 18-16</inkml:trace>
  <inkml:trace contextRef="#ctx0" brushRef="#br0" timeOffset="5269.54">10038 6230 0,'0'0'0,"0"0"15,0 0 1,-10 9-16,1 10 15,-19 18-15,-19 18 16,-10 19 0,-9 18-16,-9 10 15,9 18-15,10 0 16,18-19-16,1-9 16,18-8-1,9-11-15,10-8 16,19 0-1,9-10-15,19-18 16,10-9-16,18-19 16,-75-9-1</inkml:trace>
  <inkml:trace contextRef="#ctx0" brushRef="#br0" timeOffset="5971.44">10122 6719 0,'0'0'16,"0"0"-16,0 0 15,10 0 1,9 0-16,9 9 16,9 1-16,1 8 31,-10 10-31,1 9 16,-11 18-16,-8 0 15,-20 10 1,1-10-16,-10 1 15,-9-10 1,0-9-16,9-19 16,9-8-16,1-10 15,0-10-15,9 1 16,0-19 0,18-27-16,11-19 15,8-9 1,1 9-16,0 19 15,-1 0-15,-9 18 16,-9 18-16,-9 1 31,-1 8-31,0 1 0,-9 9 16,0 0 15,0 0-31,0 9 16,-9 19-16,-10 9 15,0 9-15,1 10 16,8-19 0,10-1-16,10 1 15,8 0-15,1-9 16,19 0 0,9-10-16,9 1 15,20-10-15,-11-9 16,-65 0-16</inkml:trace>
  <inkml:trace contextRef="#ctx0" brushRef="#br0" timeOffset="6325.44">10800 6073 0,'0'0'15,"9"0"-15,10 9 32,9 1-32,29 26 15,18 20 1,10 8-16,-20 20 15,-8 17 1,-20 1-16,-27 8 16,-10 20-16,-28 8 15,-10-27 1,0-19-16,-18 0 16,-1-9-1,1-9-15,56-74 16</inkml:trace>
  <inkml:trace contextRef="#ctx0" brushRef="#br0" timeOffset="6705.16">8928 7947 0,'0'0'0,"0"0"15,9 0-15,38-9 16,47-10-1,28-9-15,48 1 32,488-93-32,-564 110 15,76-17 1,8-1 0,20-9-16,37-9 15</inkml:trace>
  <inkml:trace contextRef="#ctx0" brushRef="#br0" timeOffset="7507.11">9643 8454 0,'0'0'0,"0"0"15,9-18 16,0-1-31,1-8 0,-1-1 16,1-9-16,-1-9 16,-9 9-1,-9 0 1,-1 9-16,-9 10 16,1 9-1,-20 0-15,0 9 16,-9 18-1,0 10-15,10 9 16,-1 9-16,19-9 16,10 0-16,9-10 15,9-8 1,19-10-16,10 0 16,9 0-1,-9-9-15,-1 0 16,-8 0-16,-1 0 31,-9 0-31,-1 0 16,-8 10-1,-1-1-15,1 9 16,-1 10-16,0 9 16,1 18-1,-10 1-15,0 8 16,-10 1-16,1 0 15,0-10-15,-1 0 16,-9 1 0,1-19-16,-1 0 15,0-10 1,0 1-16,0-10 16,1-8-1,-1-1 1,-10-9-16,1-9 15,0-10 1,-10 1-16,38 18 16</inkml:trace>
  <inkml:trace contextRef="#ctx0" brushRef="#br0" timeOffset="7911.18">10282 8113 0,'0'0'0,"0"0"15,0 0-15,0 0 31,0 0-31,-9 18 16,-10 10-16,-9 9 16,0 0-1,-10 18-15,10 10 16,0-10 0,-1 10-16,20-1 15,0 1-15,18 9 16,10-19-16,9 1 15,10-10-15,18 0 16,0-18 0,-18-19-16,-38-9 15</inkml:trace>
  <inkml:trace contextRef="#ctx0" brushRef="#br0" timeOffset="8599.62">10555 8390 0,'0'0'0,"10"0"16,8 0-16,11 0 15,8 9-15,-9 0 16,1 10 0,-11 18-1,-8 9 1,-20 18-16,-8 10 16,-11-18-16,-8-1 15,-1 0 1,1-18-16,8-9 15,10-19 1,10 0-16,9-9 0,0 0 16,0-18-1,19-28-15,19-28 16,18 0 0,-9 0-16,0 10 15,0 18 1,-9 9-16,-10 0 0,-9 18 15,0 1 1,-10 9-16,0-1 16,-9 10-1,0 0-15,0 0 16,0 0-16,-9 10 31,0 17-31,-10 10 16,0 19-1,10-10-15,-1 9 16,1-9-16,9 10 16,9-20-1,1 1-15,18 0 16,0-9-16,10-10 16,9 1-16,18-19 15,-65 0 1</inkml:trace>
  <inkml:trace contextRef="#ctx0" brushRef="#br0" timeOffset="8960.04">10997 7965 0,'0'0'0,"0"0"16,10 0-16,18 9 15,19 10-15,19 18 16,18 27 0,-8 1-16,-20 9 15,-9 27 1,-19 1-16,-18 9 0,-20-1 15,-27-8 17,-10-10-32,0-9 15,-10-18-15,-9 0 0,10-19 16,9-19 0,0-8-1,47-19-15</inkml:trace>
  <inkml:trace contextRef="#ctx0" brushRef="#br0" timeOffset="9635.76">13076 6858 0,'0'0'15,"0"0"1,0 0-16,0 0 16,0 0-16,0 0 15,-9 18 1,-10 10-1,-9 9-15,-10 18 16,-18 10 0,-10 18-1,-9-9-15,-10-10 16,0 1-16,19-19 16,19-9-1,10-9-15,9-10 0,9-9 16,9 0-1,1 1-15,9-10 16,0 0 0,9 0-16,10 9 15,19 0 1,9 0-16,0 1 0,19-1 16,-10 0-1,19 0-15,-9 1 16,10-1-1,-11 0-15,-8-9 16,-57 0-16</inkml:trace>
  <inkml:trace contextRef="#ctx0" brushRef="#br0" timeOffset="10399.84">14563 6793 0,'0'0'0,"0"0"15,0 0 1,-10 9-16,-9 19 16,-37 37-1,-29 27-15,-9 0 16,-19 0-16,10-8 15,-1-11-15,10-17 16,10-29 0,18-17-16,-9-1 15,18-18-15,10-10 32,9-9-32,10 1 15,9-10 1,10 0-16,9 0 15,9 0 1,10 0-16,9 10 16,19-1-16,19 9 15,-9 10-15,-1 18 16,10 10 0,-9 18-16,-1 0 15,0 9 1,-9 0-16,10 0 15,-1 0-15,1-9 16,-10-18-16,19-1 16,9 1-1,-19-10-15,10-9 16,-9 0-16,-1-9 16,1-10-1,-10-18-15,-10 0 31,1-9-31,-10-9 16,-9-1-16,-10-8 16,-9 64-1</inkml:trace>
  <inkml:trace contextRef="#ctx0" brushRef="#br0" timeOffset="15956.32">16651 5778 0,'0'0'0,"-38"27"0,-27 38 15,-20 27 1,10 19 0,-1 18-1,-8 37-15,27 1 16,1 8-16,18 0 15,29 1 1,9 8-16,19-36 16,28 0-1,9-19-15,10-18 16,19-19-16,9-27 16,-19-29-1,-75-36-15</inkml:trace>
  <inkml:trace contextRef="#ctx0" brushRef="#br0" timeOffset="16257.29">17074 6858 0,'0'0'0,"0"37"16,-9 27 0,0 28-16,-1 19 31,1 0-31,-1-10 15,1-27 1,0-18-16,9-56 16</inkml:trace>
  <inkml:trace contextRef="#ctx0" brushRef="#br0" timeOffset="16450.32">16501 6904 0,'9'-9'0,"10"-10"16</inkml:trace>
  <inkml:trace contextRef="#ctx0" brushRef="#br0" timeOffset="23429.12">16726 7061 0,'0'0'0,"0"0"16,0 0-16,19 0 15,9-10 1,10 1-1,37-18 1,10-1-16,28-18 16,28-10-1,-9 1-15,-1 0 16,-131 55 0</inkml:trace>
  <inkml:trace contextRef="#ctx0" brushRef="#br0" timeOffset="24331.84">17865 7015 0,'0'0'0,"0"0"15,0 0 1,0 0-16,0 0 16,0 0-16,-10 9 15,-18 18 1,-19 29-16,-9 18 16,9 9-16,-10 27 15,29-17 1,18-29-16,10 1 15,10-28 17,18-9-32,19-19 15,28-18-15,19-28 16,10-28 0,-29 0-16,-18 1 15,-10-1 1,-19 10-16,-19 9 15,-9 0-15,-9 9 16,-19 0-16,-19 9 16,-10 10-1,-9 8-15,0 20 16,19-1-16,19 0 16,28-9-1</inkml:trace>
  <inkml:trace contextRef="#ctx0" brushRef="#br0" timeOffset="24653.98">19285 6876 0,'0'0'0,"0"28"15,-9 36-15,-1 38 16,1 36-1,-10 19-15,0-9 16,-9 18 0,19-37-16,-10-46 15,9-27-15,10-56 16</inkml:trace>
  <inkml:trace contextRef="#ctx0" brushRef="#br0" timeOffset="24972.67">19059 6821 0,'10'-10'0,"18"-8"15,19 0 1,19-1-1,9 10-15,-9 18 16,-19 10 0,-9 8-16,-1 10 15,-8 9 1,-20 10-16,-9 8 16,-9-8-1,-20 18-15,1-1 0,0-26 16,28-47-1</inkml:trace>
  <inkml:trace contextRef="#ctx0" brushRef="#br0" timeOffset="26789.92">19925 7513 0,'0'0'0,"0"0"16,9-9-1,10-10-15,9 1 16,10-28-1,-10 9-15,10-19 16,-10 10-16,-9-9 16,0-1-16,-10 1 15,-9 0 1,0 9-16,-9 9 16,-1 9-1,1 19-15,-1-1 31,1 1-31,0 9 0,9 0 16,0 0 0,0 0-16,0 0 15,18 0 1,20 9-16,9 10 16,10 9-16,-1-1 15,-9 10 1,-9 0-16,-10 9 15,-9-9 1,0 9-16,-10 1 16,0-11-1,1-8-15,-1-9 16,1-10 0,8 0-1,11-9-15,-1-18 16,19-19-1,9-9-15,-9-1 16,-18 10 0,-11 10-16,1 8 15,-9 10-15,-10 9 16,0 0-16,0 0 16,0 19-1,0 17-15,-10 11 16,10-1-1,10 0-15,8-9 32,1-10-32,9-8 15,10-10-15,19-9 16,-1-9 0,0-19-16,1 1 15,-20-1-15,1-18 16,-10 0-1,-9-10-15,-9 10 16,-10 0-16,-10 9 16,-18-9-1,0 18-15,-10 10 16,0 8 0,-9 10-16,0 19 15,10-1-15,18 10 16,0 0-16,19-10 15,10 1 1,27-1-16,38-9 16,57-9-1,9-18-15,-18-10 32,-11-9-32,-36 10 15,-10 8-15,-19 10 16,-10 9-1,-9 9-15,1 10 16,-11 8 0,1 10-16,0 19 15,-10 8-15,1 1 16,-1-10-16,1-18 16,-1 0-1,1-9-15,-1-10 16,0-9-1,1-9-15,9-9 16,9-19 0,9-18-1,-8-9-15,8-10 16,-9 1 0,1-10-16,-1 9 15,0 19-15,-9 9 16,0 19-1,0-1-15,-10 10 16,0 9-16,10 9 16,0 19-1,0 9-15,9 0 16,0 0 0,1 0-16,-1-10 15,9-8-15,1-1 16,9-8-16,0-10 15,0-10 1,0-8-16,0-10 16,0-9-1,-9-9-15,-1-9 16,-8-1 0,-10 19-1,-10 0-15,-9 10 16,0 8-1,-9 10-15,-1 9 16,-18 0 0,0 19-16,-10 8 15,-9 29-15,9 17 16,10 1 0,9 0-16,10 0 15,18-9-15,29-1 16,18-8-1,57-10-15,19-19 16,28-27 0,-38-37-1,29-27-15,-151 64 16</inkml:trace>
  <inkml:trace contextRef="#ctx0" brushRef="#br0" timeOffset="27091.59">23500 6018 0,'19'9'0,"37"19"16,57 27-16,28 47 16,-19-1-16,-18 38 15,-38 8-15,-38 65 16,-66 47 0,-94 64-16,-122 148 15,170-324 1</inkml:trace>
  <inkml:trace contextRef="#ctx0" brushRef="#br0" timeOffset="30874.67">6425 11482 0,'0'0'0,"0"0"0,0 0 16,0 0-16,0 0 16,0 0-1,10-10-15,8-17 16,30-38-1,17-36-15,11-10 16,-1 9-16,-9 1 31,-19 9-31,0-10 16,-19 19 0,0 0-16,-9 27 15,-10 10 1,-9 9-16,0 10 15,-9 8-15,0 10 16,-1 9-16,-9 9 16,-18 28-1,-1 37-15,1 18 16,-1 28 0,10 28-16,28-10 15,9-8 1,10-20-16,9-27 15,10-27-15,-1-10 16,-8-18 0,8-10-16,1-18 15,9-9-15,19-28 16,0-28 0,-1-18-1,1-27 1,-19 8-16,-9-9 0,-10 28 15,0-9 1,-18 9-16,-1 27 16,-9 1-16,0 18 15,0 9 1,0 19-16,0 9 16,0 0-1,0 0-15,0 19 16,0 27-16,0 28 15,0 36 1,0 1-16,10 28 31,-1-10-31,0-18 16,1 9 0,9-28-16,0-27 0,9-10 15,-9-27 1,9-10-16,0-9 15,0-18 1,-28 9-16</inkml:trace>
  <inkml:trace contextRef="#ctx0" brushRef="#br0" timeOffset="31090.8">7385 11103 0,'0'0'0,"0"0"16,19-9 0,28 0-16,47 0 15,28-10-15,10 1 16,-132 18-1</inkml:trace>
  <inkml:trace contextRef="#ctx0" brushRef="#br0" timeOffset="31879.06">5776 12635 0,'0'0'15,"0"0"-15,0 0 16,0 0 0,0 0-16,0-18 15,0 9 1,19-10 0,9 1-16,10-1 15,9 1-15,0 9 16,-9 9-16,-1 18 31,-9 10-31,-9 18 16,-9 9-16,-10 19 15,-19 18-15,-19-8 16,-18 8 0,-10 0-16,9-27 15,10-19-15,10-18 16,9-10-1,-1-9-15,29-9 16</inkml:trace>
  <inkml:trace contextRef="#ctx0" brushRef="#br0" timeOffset="32247.22">6378 12451 0,'0'0'0,"0"0"15,-9 18-15,-19 19 16,-10 19-1,0 17-15,1 1 16,8 9-16,11 0 16,8 10-1,10-29-15,10-8 32,18-10-32,28-9 15,10-19-15,9-18 16,20-9-16,-1-19 15,-94 28 1</inkml:trace>
  <inkml:trace contextRef="#ctx0" brushRef="#br0" timeOffset="32544.62">6961 13051 0,'0'0'0,"0"0"16,19-10-16,19 1 15,18-9 1,29-10-16,0 0 16,-1 1-16,1-1 15,9-9 1,-94 37-16</inkml:trace>
  <inkml:trace contextRef="#ctx0" brushRef="#br0" timeOffset="33214.37">8674 12386 0,'0'0'16,"0"0"-16,-19 19 16,-9 18-1,-10 18-15,-18 19 0,-29 18 16,10-9 0,-1-9-16,-18 0 15,19-19 1,0-18-16,9-9 15,19-10 1,9-9 0,10-9-16,0 0 15,9-9 1,10 0-16,9-9 16,0-10-1,9 0-15,19-9 16,10 0-1,18 0-15,1 10 16,-1 18-16,1 9 16,-1 18-16,-9 10 15,10 9 1,-1 18-16,-9 0 16,0-9-1,0 1-15,0-1 0,0-9 16,-9-10-1,-1-8-15,1-10 32,-10-9-32,0-9 15,10 0 1,-10-19-16,1-9 16,-1-18-16,0-10 15,-9-27 1,-19 92-16</inkml:trace>
  <inkml:trace contextRef="#ctx0" brushRef="#br0" timeOffset="33864.68">7159 12691 0,'0'0'15,"0"0"-15,9 0 16,10 18-16,19 10 16,9 0-1,19-1-15,0-8 16,-1 8-1,1-8-15,-19-1 16,-9 1-16,0-1 16,-10 1-1,-9-1-15,-10 1 0,-9 8 16,-9 1 0,-20 18-16,-27 19 15,-19 18 1,-19 0-16,94-83 15</inkml:trace>
  <inkml:trace contextRef="#ctx0" brushRef="#br0" timeOffset="36278.43">9473 10402 0,'0'0'15,"0"0"-15,0 0 16,0 0 0,0 0-16,10-9 31,8-1-31,20-8 16,0-1-1,18 1-15,1 0 16,-10 8-16,0 10 15,-10 10 1,-8 8-16,-1 0 16,-9 19-16,-19 10 31,-10 17-31,-9 1 16,-18 18-1,9-19-15,-1-8 16,1-10-1,9-9-15,10-9 16,-1-10-16,10-9 16,0 0-1,10 1-15,-1-1 16,19 0 0,10 0-16,0 10 15,-1-1 1,-8 1-16,-11-1 15,1 19-15,-9 0 16,-1 0-16,-9 18 16,-19 1-1,-18-1-15,-1 0 16,0-18 0,-9-9-1,0-9-15,0-10 16,0-9-16,0-9 15,10-1 1,8-8-16,10-1 16,1-18-1,18 37-15</inkml:trace>
  <inkml:trace contextRef="#ctx0" brushRef="#br0" timeOffset="46900.88">10329 10540 0,'0'0'0,"10"-9"0,9 0 16,9 0-1,0-1-15,10 1 16,-1 9 0,-9 9-1,-9 1 1,0 17-16,-9 1 16,-1 18-1,-18 9-15,-10 19 16,-19 28-16,0-28 15,1 0 1,-1-19-16,19-27 16,1-1-1,18-27-15</inkml:trace>
  <inkml:trace contextRef="#ctx0" brushRef="#br0" timeOffset="47284.71">10969 10328 0,'0'0'0,"0"0"16,0 0-16,-9 9 15,-20 10 1,-27 8-16,0 20 16,-1 8-16,1 0 15,18 1 1,10-10-16,9 9 16,10-9-1,9 0-15,18 10 16,11-19-16,27 9 15,10-18-15,0-19 16,9-9 0,0-19-16,-75 19 15</inkml:trace>
  <inkml:trace contextRef="#ctx0" brushRef="#br0" timeOffset="47823.73">10960 9839 0,'0'0'16,"0"0"-16,0-9 31,0-1-31,0 1 16,9-9-16,10 8 15,0 1 1,-1 0-16,1 0 15,0 9 1,-9 9-16,8 9 16,-8 1-16,-1 18 15,-9 9-15,0 9 16,-9-9 0,-1 1-16,1-10 15,9-1-15,0-17 16,0-1-1,0-8-15,9-1 16,10 0-16,9-9 16,19 0-1,19-9-15,0 0 16,0-10 15,-66 19-31</inkml:trace>
  <inkml:trace contextRef="#ctx0" brushRef="#br0" timeOffset="49128.42">11618 10808 0,'0'0'0,"0"0"0,10 0 16,18-9 0,19-1-16,19 1 15,9-9 1,10-1-16,18 1 16,-18-1-16,-19 1 15,-29 9 1,1-1-16,-10 1 15,-19 0-15,1-9 16,-10 18-16</inkml:trace>
  <inkml:trace contextRef="#ctx0" brushRef="#br0" timeOffset="49291.75">11929 10596 0,'0'0'15,"9"18"1</inkml:trace>
  <inkml:trace contextRef="#ctx0" brushRef="#br0" timeOffset="51111.57">11882 10346 0,'0'0'15,"0"0"1,0 0 0,9 28-1,10 46-15,0 37 16,-10 18-1</inkml:trace>
  <inkml:trace contextRef="#ctx0" brushRef="#br0" timeOffset="59063.55">11985 10466 0,'0'0'0,"0"0"31,0 0-31,0 0 16,0 0-1,0 0-15,0 0 16,0 0 0,0 0-16,0 0 15,-9 10-15,-1 17 16,1 29-16,-19 36 15,9 19 1,9 18-16,1-18 16,9-10-1,9-8-15,-9-10 16,10-19-16,-10-64 16</inkml:trace>
  <inkml:trace contextRef="#ctx0" brushRef="#br0" timeOffset="60811.48">12775 10466 0,'0'0'16,"0"0"-16,0 0 31,0 0-31,0 0 15,0 0-15,0 0 16,0 0 0,0 0-16,0 0 15,0-9 1,10 0-16,-1 0 16,0-10-16,10 1 15,0 9-15,0-1 16,0 1-1,0 9-15,-1 0 16,-8 9 0,-1 10-16,1 9 31,-10 27-31,-10 9 16,1 10-16,-10 0 15,-9-18 1,0-1-16,-1 0 15,10-18 1,1 0-16,8-9 16,1-10-16,-1-8 15,10-1-15,0-9 16,0 0-16,10 0 16,9 0-1,18-9-15,20-1 16,9-8-1,9-1-15,0 1 16,0-1-16,1-8 16,-1-1-1,0 0-15,-18 10 16,-57 18 15</inkml:trace>
  <inkml:trace contextRef="#ctx0" brushRef="#br0" timeOffset="61240.3">13584 10217 0,'0'0'16,"0"0"0,10 0-16,-1 0 15,19 0-15,1 9 16,8 1-1,-9 8-15,1 10 16,-11 9-16,-8 9 16,-20 28-1,-8 0-15,-29 9 16,0-10-16,-10-8 16,10-10-1,9-18-15,20-9 16,-1-9-1,9-10 1,10-9-16</inkml:trace>
  <inkml:trace contextRef="#ctx0" brushRef="#br0" timeOffset="61625.64">14121 10060 0,'0'0'16,"-10"10"-1,-9 8 1,-28 37-1,-9 28 1,9 19 0,0 9-16,37-19 31,29-9-15,28-18-1,57-10 1,46-36-1,-150-19 1</inkml:trace>
  <inkml:trace contextRef="#ctx0" brushRef="#br0" timeOffset="67158.11">10066 11814 0,'0'0'15,"0"0"1,0 0-1,0 0 1,0 0 0,9 9-1,20 0 1</inkml:trace>
  <inkml:trace contextRef="#ctx0" brushRef="#br0" timeOffset="71824.92">10057 11915 0,'0'0'0,"0"0"16,0 0-16,0 0 15,0 0 1,9 0-16,0 0 15,10-9-15,9 0 16,1 9-16,27-9 16,10 0-1,9-10-15,0 1 16,19-1 0,1 1-16,-1-10 31,19 10-31,-1-10 15,1 9 1,0 1-16,9-10 16,-18 10-1,18-1-15,10-8 16,-19 8 0,0 1-16,0-10 0,9 0 15,-28 1 1,0-1-16,0 0 31,10 1-31,-29 8 16,10 1-1,-10-1-15,0 1 16,0-1-16,-9 10 16,0 0-16,-10 0 15,1-1 1,-1-8-16,-9 9 15,0-1 1,0 1-16,-9 0 16,0 9-1,-1 0-15,1-9 16,-10 9 0,0 0-16,-9 0 15,9 0 1,-9 0-16,0-9 15,0-1 1,0 1 0,0 9-16,-1-9 15,1 0 1,0-1-16,0 1 16,0 0-16,9 0 15,0-1 1,10 1-16,-10 0 15,10-9-15,-1 8 16,1 1-16,9-9 16,-10 8-1,1 1-15,0 0 16,-1 0 0,1 0-16,0-1 15,-10 1-15,0 0 16,0 0 15,-9-1-31,0 1 16,0 0-1,0 9-15,-10 0 16,0 0-16,1 0 16,-1 0-1,-9 0-15,0 0 16</inkml:trace>
  <inkml:trace contextRef="#ctx0" brushRef="#br0" timeOffset="77473.53">11844 12608 0,'0'0'0,"0"0"0,0 0 15,0 0 1,0 0-16,0 0 16,0 0-1,0 0-15,0 0 16,0-10 0,0-8-16,9 0 15,1-1-15,-1-9 31,10 10-31,0-1 16,0 10 0,9 0-16,0 9 15,0 0 1,0 9-16,1 10 16,-1 8-16,-9 1 15,0 27-15,-10 10 16,-18 9-1,-1 0-15,-9-10 16,-9 1 0,-10 0-16,10-19 15,0-9 1,9-10-16,10-8 0,-1-10 16,1 0-1,9-9-15,0 0 16</inkml:trace>
  <inkml:trace contextRef="#ctx0" brushRef="#br0" timeOffset="77975.2">12474 12442 0,'0'0'0,"0"0"16,0 0-1,0 0-15,0 0 31,0 0-31,-9 0 16,-1 9 0,-8 0-16,-11 9 15,1 1-15,0-1 16,9 1 0,0 9-16,0-1 15,10 1-15,0 9 16,-1 0-1,10 9-15,0-9 16,0 0-16,10 0 16,-1 0-1,0-10-15,10-8 32,10-1-32,8-9 15,29-9 1,9-18-16,19-10 15,-94 28-15</inkml:trace>
  <inkml:trace contextRef="#ctx0" brushRef="#br0" timeOffset="78715.58">12672 12035 0,'0'0'0,"0"0"16,0 0-1,0 0-15,0 0 16,0 0-16,0 0 15,0-9 1,9 0-16,1 0 16,-1-10-16,10 1 15,0 9 1,9-1 0,0 10-1,0 0-15,-9 0 16,0 10-16,0 8 15,0 10 1,-10-1-16,0 10 16,-9 19-1,-9-10-15,0 0 16,-10 0-16,0-9 16,0-9-16,10 0 15,-1-10 1,1 0-16,9-8 15,0-10 1,0 0 0,9 0-16,20 0 15,36-10 1,20-17-16,9-10 16,0 0-1,0 0-15,10-18 16,-104 55-16</inkml:trace>
  <inkml:trace contextRef="#ctx0" brushRef="#br0" timeOffset="80732.3">15503 10882 0,'0'0'16,"0"0"0,0 0-1,10 0 1,18 0-1</inkml:trace>
  <inkml:trace contextRef="#ctx0" brushRef="#br0" timeOffset="86999.49">5118 16207 0,'0'0'15,"0"0"1</inkml:trace>
  <inkml:trace contextRef="#ctx0" brushRef="#br0" timeOffset="90887.73">15673 10836 0,'0'0'0,"0"0"16,0 0-16,0 0 15,0 0-15,0 0 16,0 0 0,0-10-16,19 1 15,37-9 1,19-10 0,19 10-1,10-1-15,-1 1 16,-9 8-1,-28 1-15,-9 9 16,-1 0-16,1 0 16,-57 0-1</inkml:trace>
  <inkml:trace contextRef="#ctx0" brushRef="#br0" timeOffset="91373.4">15569 11306 0,'0'0'0,"0"0"16,19 0-1,38-9 1</inkml:trace>
  <inkml:trace contextRef="#ctx1" brushRef="#br0">15610 11377 0,'18'0'234,"17"0"-234,-17-18 16,35 18-16,17 0 31,-52 0-16,35 0 1,-35 0 0,17-17-1,18 17 1,-18 0 0,-17 0 30,-1 0-30,19 0-16,-19 0 31,54 0 16,-36 0-31,0 0-1,71 0 1,-53 0 0,-35-18 31,-1 18-32,1 0-15,0 0 16,-18-17-1,17 17 95</inkml:trace>
  <inkml:trace contextRef="#ctx0" brushRef="#br0" timeOffset="134868.51">17582 10540 0,'0'0'0,"0"0"0,0 0 15,0 0 1,0 0-16,0 0 15,0 0 1,-9 0-16,9 0 16,0 0-16,0 0 15,0 0-15,9-18 16,10-19-16,19-28 16,9-9-1,0-9-15,0 10 16,0-1-1,-9 0 1,-1 0 0,1 9-16,-10 1 15,-9 8-15,-10 20 16,1-1 0,-10 9-16,0 9 15,0 1 1,0 9-16,-10 0 0,1-1 15,0 10 1,-10 0-16,0 10 16,-9 8-1,-1 0-15,1 19 16,0 10 0,0 8-1,0 9-15,-1 10 16,11 9-1,-1-9-15,9 0 16,10 0-16,0-19 16,10 1-1,9-1-15,-1-18 16,11 0-16,-1-19 16,9 1-1,10-10-15,10-18 16,-1 0-16,1-10 15,-1-9 1,-9-8-16,0-11 16,0 1-16,0-18 15,-9-1-15,0 0 16,-1 1 0,-8-1-16,-11-9 15,1 10 1,-9 8-16,-1 10 15,-9 9 1,0 10 0,0 8-16,0 10 15,0 9 1,0 0-16,0 0 16,0 0-1,0 28-15,9 9 16,-9 18-16,0 9 15,0 20-15,0 8 16,0-18 0,10 0-16,-1-19 15,1-9-15,-1-9 16,10-9-16,0-10 31,9-9-15,0-9-16,10-9 15,-38 9-15</inkml:trace>
  <inkml:trace contextRef="#ctx0" brushRef="#br0" timeOffset="135136.16">18307 10143 0,'0'0'0,"0"0"16,19-9-16,18 0 16,29-10-16,0 10 31,9-9-16,19-10-15,-9 10 16,-10-10-16,-75 28 16</inkml:trace>
  <inkml:trace contextRef="#ctx0" brushRef="#br0" timeOffset="136889.76">17582 11306 0,'0'0'0,"0"0"16,0 0-16,0 0 15,0 0 1,0 0-16,0 0 16,0 0-1,0 0-15,0 0 16,0 0-1,0 0 1,0 0-16,0 0 16,-9 10-16,0-1 15,-1 18 1,-9 20-16,10 17 16,0 10-1,9-9-15,9 9 16,0-19-1,1-18-15,9 0 0,-1-19 16,1-9 0,0 1-16,9-10 15,1-10-15,-11-8 16,11-10-16,-11-9 16,11-9-1,-1-9-15,-9-10 16,-1 10-1,-8 18-15,-1 0 16,1 19-16,-1-1 31,0 10-31,-9 9 16,0 0-16,0 0 16,0 28-1,0 18-15,10 18 16,-10 10-1,9 0-15,-9 0 16,10-10-16,-1 10 16,1-18-16,-1-10 15,0-9 1,1 0-16,-10 0 16,0-10-1,0-8-15,0-1 31,0 1-31,-10-1 16,1 1-16,-10-1 16,0 0-1,-9 1-15,-10-1 16,1 1 0,-1-10-16,-9 0 15,0-9-15,0 0 16,9 0-16,1-9 15,9 0 1,9 0-16,19 9 16</inkml:trace>
  <inkml:trace contextRef="#ctx0" brushRef="#br0" timeOffset="137344.73">18175 11832 0,'0'0'16,"0"0"-16,0 0 16,0 0 15,10 0-31,8 0 15,20 0-15,9 0 16,9-9-16,10 0 16,-9 9-1,-10 0-15,0 0 16,-10 0 0,1 0-16,0 0 15,-10-9-15,-28 9 16</inkml:trace>
  <inkml:trace contextRef="#ctx0" brushRef="#br0" timeOffset="137777.2">18448 11537 0,'0'0'0,"0"0"16,0 0-16,0 0 16,9 9-1,10 1-15,19 8 16,-1 10-16,1-1 16,9 1-16,-9 0 15,-1-10 1,-8-9-16,-1 10 15,0-10 1,-9 0-16,0 1 0,-10-1 16,0-9-1,1 9-15,-1 0 16,-9 0 0,-9 10-16,-10 9 15,-9 9-15,-10 9 31,-18 9-31,-1-9 16,1 0 0,9-18-16,9 0 15,38-28-15</inkml:trace>
  <inkml:trace contextRef="#ctx0" brushRef="#br0" timeOffset="138798.44">19332 11509 0,'0'0'0,"0"0"0,0 0 16,0 0-16,0 0 15,0 0 1,-9 0-16,-1 0 16,-8 0-1,-1 0-15,-9 10 16,-1-1 0,-8 9-1,8 1-15,1-1 16,0 1-1,9-1-15,0 10 16,10 0-16,9 8 16,9 1-1,1 9-15,9 10 16,9-10 0,9-9-16,1 0 15,0-19-15,-1-8 16,1-1-1,0-9 1,-1-9-16,-9-10 16,1 1-16,-10-10 0,-1-9 15,1-9 1,-9 0-16,-10 0 16,0-1-1,-10 11-15,1-1 16,-10 9-1,0 9-15,-9 1 16,-10 9 0,10 9-16,0 0 15,9 9-15,19-9 16</inkml:trace>
  <inkml:trace contextRef="#ctx0" brushRef="#br0" timeOffset="144490.81">20508 9285 0,'0'0'0,"0"0"0,0 0 15,0 0 1,0 0-16,0 0 15,0 0-15,0 0 16,0 0 0,0 0-16,0 0 15,10 0 1,8-9-16,1 0 16,9-1-16,1 1 15,-1 0-15,0 9 16,0 0-1,-9 0-15,-9 0 16,-1 9 0,0 0-16,-9 1 15,0 8 1,0 0 0,-9 1-16,-10 9 15,10-1 1,-10-8-16,9-1 15,1-9-15,0 1 16,9-1 0,0-9-16,0 0 15,0 0-15,9 9 16,0 0-16,10 1 16,10-1-1,-1 0 1,0 0-16,0 1 15,0-1-15,-9 0 32,0 9-32,-10 1 15,1-1-15,-1 1 16,-9 9 0,-9-1-16,-1 1 15,-18 9 1,0 0-16,-10-10 15,1 1-15,-10 0 16,9-19-16,0 0 16,1 0-1,-1-9-15,10 0 16,-10 0-16,10-9 16,0 9-1,9-9 1,10 9-1,-10-9-15,19 9 16</inkml:trace>
  <inkml:trace contextRef="#ctx0" brushRef="#br0" timeOffset="145887.06">21552 8777 0,'0'0'0,"0"0"15,0 0-15,0 0 16,0 0-16,0 10 16,-9 17-1,0 10-15,-10 19 16,-19 8-16,0 10 16,-9 28-1,0-1-15,0 1 16,0 8-16,10 10 31,18-9-31,0 0 16,10 0-1,9-19-15,9 0 16,10-18-16,9-19 16,10-8-1,18-10-15,29-10 16,9-18-16,0-18 15,0-9 1,-94 18-16</inkml:trace>
  <inkml:trace contextRef="#ctx0" brushRef="#br0" timeOffset="146361.49">21712 8796 0,'0'0'0,"0"0"16,0 0-1,0 0-15,0 9 16,0 10-16,0 17 15,0 20 17,0 8-32,0 10 15,0 0-15,0-9 16,0-10-16,0-9 16,0-18-1,0 0-15,0-19 16,10 0-1,-10-9-15</inkml:trace>
  <inkml:trace contextRef="#ctx0" brushRef="#br0" timeOffset="146778.54">22484 9257 0,'0'0'16,"0"0"-16,0 0 16,-10 10-1,-9-1-15,-9 9 0,-9 1 16,-29 18-1,-19 9-15,0-9 16,-9 9 0,19-9-16,0 9 15,-10 0 1,19 0 0,0-9-16,29-9 15,-1 0 1,10-10-16,9 0 15,0-8 1,10-1-16,9 0 16,0-9-16,0 0 15,0 0-15</inkml:trace>
  <inkml:trace contextRef="#ctx0" brushRef="#br0" timeOffset="147481.06">22277 9783 0,'0'0'16,"0"0"-1,0 0 1,0 0-16,0 0 16,0 10-16,0 8 15,-10 10 1,10-1-16,0 1 16,0-9-16,0-1 15,10-9 1,-1 1-16,10-10 15,9 0-15,0-10 16,10-8 0,0-10-16,-10 0 15,-9 1 1,-10-1 0,1 10-1,-1 8-15,-9 1 16,0 9-16,0 0 15,0 0 1,0 0-16,0 9 16,0 10-1,0 9-15,9-1 0,1 10 16,9 9 0,-10 0-16,0 1 15,1-1 1,-10-9-16,0 0 15,0 0-15,0-1 16,-10-8-16,1 0 16,-10 0 15,0-1-31,-9-8 16,0-1-1,-10 1-15,10-10 0,-10-9 16,38 0-1</inkml:trace>
  <inkml:trace contextRef="#ctx0" brushRef="#br0" timeOffset="148029.87">22512 8888 0,'0'0'0,"0"0"15,0 0-15,9 0 16,10 0-16,9 0 16,10 9-16,9 10 15,9 9 1,-8 8-16,8 20 15,-9 27-15,0 28 32,-9 9-32,-20 37 15,-18 9 1,-18 0-16,-20 0 16,0-28-1,1-27-15,9-28 16,-10-27-16,10-19 15,9-19-15,0-18 16,0-9 0,0-28-16,19 37 15</inkml:trace>
  <inkml:trace contextRef="#ctx0" brushRef="#br0" timeOffset="148668.81">23058 8620 0,'0'0'0,"0"0"16,0 0-16,0-9 16,0 0-16,0 0 15,9 0 1,0-1-16,1 1 15,-1 0 1,10 0 0,0-1-16,0 10 15,-1 0 1,1 0-16,0 0 16,0 10-1,-10-1-15,1 0 16,-10 10-1,0 8-15,-10 10 0,1 0 16,-10 9 0,0-9-16,0 0 15,1-9-15,8-10 16,10 1 0,0-10-16,10 0 31,8 0-31,20-9 15,19 0 1,27-9-16,1-9 16,0-1-16,18 1 15,-103 18 1</inkml:trace>
  <inkml:trace contextRef="#ctx0" brushRef="#br0" timeOffset="149688.84">23697 9885 0,'0'0'0,"0"0"15,0 0-15,0 0 16,0 0 0,0 0-16,10 0 31,27 0-31,20 0 15,27-9-15,1-1 16,-10 1 0,1 0-16,-11 0 15,-8 0 1,-19-1-16,-10-8 16,-28 18-16</inkml:trace>
  <inkml:trace contextRef="#ctx0" brushRef="#br0" timeOffset="149968.1">23923 9562 0,'0'0'0,"0"0"15,0 0-15,0 0 16,0 9-16,0 19 15,9 9 1,1 18-16,-1 19 16,-9 0-16,0 18 15,0 0 1,0-18-16,0-9 16,0-19-1,10-9-15,-10-37 16</inkml:trace>
  <inkml:trace contextRef="#ctx0" brushRef="#br0" timeOffset="150839.81">24920 9082 0,'0'0'0,"0"0"0,0 0 16,0 0-1,0 0-15,0 0 16,0 0 0,0 0-16,19 0 15,9-9-15,0-10 16,10-8 0,9-1-16,0 0 15,0 10-15,-9 9 16,-1-1-1,-8 10 1,-10 0-16,-1 10 16,1 8-16,-9 19 15,-10 9 1,-29 19-16,-18 18 16,-9-9-16,-19-1 15,9-17 1,9-19-16,1 0 15,18-10 1,10-8-16,9-10 16,10 0-1,9-9-15,0 0 16,0 0-16,0 0 16,19 9-16,9 1 15,19-1-15,9-9 16,10 9-1,0-9-15,-10 0 16,-9 0 0,-9 0-16,0 9 31,-10-9-31,0 0 16,0 0-16,1 0 15,-29 0 1</inkml:trace>
  <inkml:trace contextRef="#ctx0" brushRef="#br0" timeOffset="151441.22">26077 8491 0,'0'0'15,"0"0"-15,0 0 16,0 10-1,-9 17-15,-10 10 16,-9 9-16,-10 19 16,-9 18-1,0 9-15,0 10 16,0-1-16,9 19 16,10-9-1,9-9-15,10 18 16,9 0-16,9 0 15,10-10 1,19 1-16,9-28 16,9-9-16,1-19 15,9-27-15,9-19 16,-75-9 0</inkml:trace>
  <inkml:trace contextRef="#ctx0" brushRef="#br0" timeOffset="151880.91">26209 8547 0,'0'0'0,"0"0"16,0 0-1,0 0-15,0 0 16,0 0 0,0 18-16,-9 19 15,-1 9-15,1 19 16,-1 9-16,1-1 16,9-17-16,0-10 15,0-9 1,0 0-16,0-9 15,9-19 1,-9-9-16</inkml:trace>
  <inkml:trace contextRef="#ctx0" brushRef="#br0" timeOffset="152250.59">26614 9239 0,'0'0'0,"-19"0"15,-19 9 1,-18 10-16,-10-1 16,-9 10-1,-10 9-15,10 0 16,9-1 0,9-8-1,20 0-15,8-10 16,11 1-16,8-10 15,10 0 1,0-9-16</inkml:trace>
  <inkml:trace contextRef="#ctx0" brushRef="#br0" timeOffset="153147.41">26388 9608 0,'0'0'16,"0"0"-16,0 0 15,0 0-15,0 0 32,0 9-32,-10 19 15,1 18 1,0 10-16,-1-1 16,1 0-1,9 1-15,0-19 16,0-10-16,9-8 15,10-10-15,19-18 16,18-10 0,0-18-16,1-18 15,-1 0 1,-9-1-16,-18 10 16,-11 18-16,-8 10 15,-1 9-15,-9 9 31,0 0-31,0 0 0,0 9 16,-9 19-16,-10 27 16,0 0-1,0 10 1,10 9 0,0-10-16,9 1 15,0-10 1,9 1-16,-9-19 15,9 0-15,1 0 16,-10-1 0,0 1-16,0 0 15,-10-9-15,1 9 16,-10 0-16,0-10 16,-9 1-1,0-9-15,-10-1 16,1-9-1,-10-9 1,9-9-16,-9-19 16,47 28-1</inkml:trace>
  <inkml:trace contextRef="#ctx0" brushRef="#br0" timeOffset="153707.44">26623 8381 0,'0'0'16,"0"0"-16,0 0 15,9 9 1,10 9-16,9 19 15,19 19-15,19 17 16,0 10 0,9 19-16,-18 9 15,-10-10-15,0 19 16,-9 19-16,-20-19 16,1 27-1,-19 10-15,-9-9 16,-10 9-16,-9-28 31,-10-9-31,-9-18 16,0-19-1,0 0-15,9-19 16,-9-8-16,-9-1 16,-1 0-1,57-55-15</inkml:trace>
  <inkml:trace contextRef="#ctx0" brushRef="#br0" timeOffset="155064.47">20800 11362 0,'0'0'16,"0"0"-16,0 0 31,19 0-31,-1 0 15,20 9 1,18 0-16,20 0 16,37-9-16,0 0 15,18-9 1,39 0-16,-1 0 16,10-1-1,9-8-15,0 9 16,19 0-16,-10-10 15,20 10-15,-29 0 16,28 9-16,-18 0 16,9-10-1,-19 1-15,0 0 16,0 0 0,-9-1-16,19 1 15,-29-9-15,0 9 16,19-1-16,-18 1 15,-1-9 1,0-1-16,-18 1 16,18-1-1,-37 1 1,0 9-16,-19-1 16,-10-8-1,-28 9-15,1-1 16,-20 1-16,-9 9 15,-9 0 1,-10 0-16,0 0 16,-9 0-16,-10 0 15,1 0 1,-10 0-16,0 0 16,0 0-16</inkml:trace>
  <inkml:trace contextRef="#ctx0" brushRef="#br0" timeOffset="155883.65">23011 11860 0,'0'0'0,"0"0"16,0 0-16,0 0 15,0 0-15,0 0 16,9 9 0,0 10-16,1 18 15,-1 9 1,1 9-16,-1 10 16,-9-1-1,0 1 1,9-10-16,-9-8 15,0-10 1,10-10-16,-10-27 16</inkml:trace>
  <inkml:trace contextRef="#ctx0" brushRef="#br0" timeOffset="156206.81">23603 12239 0,'0'0'16,"0"0"-1,0 9-15,-9 9 16,-19 28 0,-38 19-16,-28 18 15,-10 0-15,-18 19 16,0-10-1,9-18-15,19-10 16,9-8-16,10-10 16,18-18-1,20-10-15,8-9 16,20-9-16,9 0 16,0 0-1,0 0-15,0 0 16</inkml:trace>
  <inkml:trace contextRef="#ctx0" brushRef="#br0" timeOffset="159232.28">24572 11786 0,'0'0'0,"0"0"15,0 0-15,0 0 32,0 0-32,0 0 15,0 0-15,0 0 16,10 0-1,8 0-15,11 0 16,8 0 0,-9 0-16,1 0 15,-11 0-15,-8 9 16,-1 1-16,-9 8 16,-9 19-1,-19 28 1,-19 9-16,0-1 15,0 1-15,0-9 16,18-19 0,10-9-1,10-9-15,9-10 16,0-9 0,19 1-16,28-10 15,38-10-15,27-8 16,11-10-1,8 0-15,-131 28 16</inkml:trace>
  <inkml:trace contextRef="#ctx1" brushRef="#br0" timeOffset="103486.42">27799 10742 0,'70'0'250,"-34"0"-250,17-18 15,17 18-15,-17 0 16,-35 0 93,-1 0-62,19 0-31</inkml:trace>
  <inkml:trace contextRef="#ctx1" brushRef="#br0" timeOffset="105360.88">27817 11007 0,'35'0'187,"-18"0"-171,19 0-16,17 0 15,-36 0 1,1 0 0,0-18-1,-1 18 17,1-18-17,-1 18 1,1 0-1,0-17 1,-1 17 0,1-18-1,0 18 1,-1 0 0</inkml:trace>
  <inkml:trace contextRef="#ctx1" brushRef="#br0" timeOffset="151861.74">23230 12982 0,'18'36'218,"-18"-1"-202,0-18-16,0 19 16,35 52 15,-35-35-31,18-18 15,0-35 17,-1 35-17,36-17 1,-18 0 15,18-1 0,-35-17-15,0 0-16,17-17 16,-17-1-1,17-35 1,-35 35-16,35-34 31,-35-1-15,0 17-1,-18-34 17,1 35-17,-1 17 1,18 53 218,0-17-218,0-1-16,35 36 16,1 18-1,-19-53-15,19 70 16,-36-35-1,35 17 1,-35-17 0,0-35-1,18 52 1,-18-34 31,-18 16-32,0-16 17,18-19-17,-35 19 17,17-36-32,-17 35 15,17-35 1,-17 35-1,0-17 1,17 0 0,-17-18 15,17 17-15,-17-17-1,0 0 1,17 0-1,1 0 1,-19-53 0,19 18-1,17 17 1</inkml:trace>
  <inkml:trace contextRef="#ctx1" brushRef="#br0" timeOffset="153662.34">23865 11853 0,'18'0'218,"35"106"-202,35 53 0,0 70-1,-35-88 1,18-35-1,-36 35 1,0-53 0,1 18-1,-1-53-15,-17 18 16,-18-18 0,35 88-1,-17-124 1,-18 36-1,17 18 1,-17-36 0,-17-17-1,-1 70 17,-53-35-17,71 17 1,-88 1-1,88-36 1,-53 1 0</inkml:trace>
  <inkml:trace contextRef="#ctx1" brushRef="#br0" timeOffset="155807.79">22454 11977 0,'-53'53'219,"18"0"-204,0 17-15,35-52 16,-53 35-16,35-18 15,1 18 1,-1-18 0,18 18-1,0 18 1,0 35 0,-18 52-1,18-87 1,18-1-1,0-17 1,-1-17 0,-17-19-1,36 19 17,-1 16-17,-18-16 1,19 17-1,17 17 1,-36 1 0,1-18-1,17-18 1,-17 18 0,-1-18-1,1 0 1,0-17-1,17 70 17,0-53-17,1 1 1,-19-1 0,19 0-1,-36-17 1,17 0-1,1-18 17,35 35-17,-18 18 1,0-18 0,-17-35-16,35 35 15,0 1 1,17-1-1,-17-17 1,-17-1 0</inkml:trace>
  <inkml:trace contextRef="#ctx0" brushRef="#br0" timeOffset="-144492.02">28570 9774 0,'0'0'0,"0"0"0,0 0 16,0 0-16,0-9 16,0 0-1,10-10-15,18 1 32,0-1-32,19-8 15,10 8 1,-20 10-16,1 9 15,0 0-15,-10 0 16,-9 9-16,-10 0 16,0 10-1,-9 9-15,-9 9 16,-10 9 0,-9 0-16,0 0 15,-1-9-15,11-9 16,-1-10-16,9 0 15,10-8 1,0-1-16,10 0 16,18 0-1,10 10 1,-1-10-16,1 10 16,0-1-1,-10 0-15,-9 1 16,-10-1-1,0 1-15,1-1 16,-10 10 0,-10 0-16,-8-1 0,-11 10 15,-8-9 1,-1-10-16,-9 1 16,0-10-16,9-9 15,10 0 1,0 0-16,0-9 15,9 0-15,19 9 16</inkml:trace>
  <inkml:trace contextRef="#ctx0" brushRef="#br0" timeOffset="-143889.79">29567 9673 0,'0'0'0,"0"0"15,0 0 1,0 9-16,0 19 31,10 9-31,-10 9 16,9 18-16,1 1 15,-1-1 1,-9-17-16,10-1 16,-1-9-1,0-10-15,1-8 16,-10-19-16</inkml:trace>
  <inkml:trace contextRef="#ctx0" brushRef="#br0" timeOffset="-143620.02">29248 10070 0,'0'0'0,"0"0"16,0 0-1,9-10 1,19 1-16,10 0 16,18-10-1,1 10-15,9 0 16,9 0-1,0-1-15,0 1 16,-75 9-16</inkml:trace>
  <inkml:trace contextRef="#ctx0" brushRef="#br0" timeOffset="-142817.52">30123 9876 0,'0'0'16,"0"0"-16,0 0 15,0 0 1,-10-10-16,1 10 0,-1-9 16,1 0-1,9 0-15,0 0 16,0-10-1,9 1-15,10-1 16,9 1 0,1-1-16,-1 10 0,0 9 15,0 0 1,-9 9-16,0 1 16,-10 8-1,1 10-15,-10 9 16,-19 9-1,-9 9 1,-10 10-16,-9-10 16,9-9-16,1-9 15,8-9 1,11-10-16,8-8 16,1-1-1,9-9-15,0 0 16,9 9-16,10 0 31,19 0-31,18 1 16,1-10-16,8 9 15,11-9 1,-1 0-16,-75 0 16</inkml:trace>
  <inkml:trace contextRef="#ctx0" brushRef="#br0" timeOffset="-142084.25">30837 9830 0,'0'0'15,"0"0"-15,0 0 16,0 0 0,0 0-16,-9 9 31,0 0-31,-1 9 16,1 10-16,-1 0 15,10 9-15,0 0 16,0 0-1,10-10-15,-1 1 16,10 0-16,9-10 16,-9-9-1,9-9-15,1-9 16,-1 0-16,0-10 16,0 1-1,-9 0-15,0-1 16,-10 10-16,1 0 15,-1-1-15,0 1 16,-9 9 0,0 0-16,0 0 15,0 0 1,0 0-16,0 0 31,0 19-31,10 18 16,-10 18-1,9 10-15,1 8 16,-10 10-16,0 1 16,0-11-1,0-8-15,0-10 16,-10-18-16,1 0 16,-1-9-16,1-10 15,0 1 1,-10-10-16,0 0 15,0-9-15,-9-9 16,0-9 0,-10-19-1,38 37 1</inkml:trace>
  <inkml:trace contextRef="#ctx0" brushRef="#br0" timeOffset="-140731.52">28862 11076 0,'0'0'0,"0"0"16,0 0-16,-9 0 15,-1-10 1,1 10-16,-1 0 16,10 0-16,0 0 15,-9 0-15,9 0 16,0 0 0,0 0-16,19 0 15,28-9 1,47 0-1,75-10-15,10 10 16,18 0 0,20 9-16,-1-9 0,1 9 15,-20-9-15,1 9 16,-38 0 0,-19 0-1,-19 0-15,-28 9 16,-28 0-1,-19 0-15,-9 0 16,-20 1-16,-18-10 16</inkml:trace>
  <inkml:trace contextRef="#ctx0" brushRef="#br0" timeOffset="-138031.25">29323 11768 0,'0'0'16,"0"0"-16,0 0 15,0 0 1,0 0 0,0 0-16,0 0 15,0 0 1,0 0-16,0 9 15,0 0 1,0 10-16,0 8 16,0-8-16,0 9 15,9-10-15,10 10 16,0-10 0,9-9-16,10 1 15,18-20-15,10-8 16,0-10-1,-19 1-15,-9-1 32,-10 0-32,-9 0 15,-1 10 1,-8 9-16,-1 0 16,-9 9-16,0 0 15,0 0 1,0 0-16,0 0 15,-9 9-15,-1 18 16,1 20-16,0 17 16,-1 10-1,1 0-15,-1 0 16,1 0 0,0-1-16,-1-8 15,10-19 1,-9-9-1,-1 0-15,1-9 16,0-10 0,-1 1-16,1-1 15,-10-9-15,0 1 16,0-1 0,-9-9-16,0 0 15,9-9-15,-9-1 16,28 10-16</inkml:trace>
  <inkml:trace contextRef="#ctx0" brushRef="#br0" timeOffset="-137412.5">29944 11426 0,'0'0'0,"0"0"16,0 0-16,0-9 16,0 0-1,9-10-15,10 1 16,0-1 0,9 1-16,10 0 15,-1 8 1,-8 10-1,-1 0-15,-9 10 16,-1-1 0,1 9-16,-9 1 15,-20 18 1,-9 9-16,-9 0 16,-9 0-16,-1-9 15,0-9-15,10-10 16,9 1-16,0-10 15,10 0 1,9-9-16,0 0 16,28 0-1,47 0-15,29-9 16,9 0-16,0-10 16,-113 19-16</inkml:trace>
  <inkml:trace contextRef="#ctx0" brushRef="#br0" timeOffset="-136594.46">31853 10836 0,'0'0'0,"-9"9"16,-10 19-16,-9 18 15,0 18 1,-10 10-1,10-9-15,0-1 16,9-8 0,0-10-16,19-46 15</inkml:trace>
  <inkml:trace contextRef="#ctx0" brushRef="#br0" timeOffset="-136272.09">31524 10836 0,'0'0'15,"0"0"-15,10 9 16,-1 0-1,19 10-15,10 8 16,9 10 0,0 9-16,0-9 0,-9 9 15,-1 0 1,-9-9-16,-9-9 16,0-9-1,-9-1-15,-1-9 16,-9-9-1</inkml:trace>
  <inkml:trace contextRef="#ctx0" brushRef="#br0" timeOffset="-136024.85">31402 11149 0,'0'0'0,"0"0"0,0 0 15,0 0-15,0 0 16,0 0 0,19-9-16,18-9 15,39-10 1,18 0-16,9 1 16,29-1-16,-19 10 15,-113 18-15</inkml:trace>
  <inkml:trace contextRef="#ctx0" brushRef="#br0" timeOffset="-135137.25">32437 10383 0,'0'0'0,"0"0"15,0 0-15,0 0 16,0 0 0,0 10-16,-10 17 15,-8 29 1,-1-1-16,0 10 16,9-10-16,10 0 31,10-8-31,-1-20 15,20-8 1,-1-1-16,19-18 16,0-9-1,0-10-15,-10-8 16,-8 8-16,-1-8 16,-9-1-16,0 0 15,-10 10 1,0-1-16,-9 10 15,0 0 1,0 9-16,0 0 16,0 0-16,0 0 15,0 9-15,0 10 16,10 17 0,-1 11-16,1 17 15,-10 10-15,0 9 16,0-9-1,-10 0 1,1-10 0,-1-8-16,1-10 15,0-9-15,-10-9 16,0-1 0,0 1-16,-9-10 15,-10 1 1,1-10-16,-1-9 0,10-9 15,28 9 1</inkml:trace>
  <inkml:trace contextRef="#ctx0" brushRef="#br0" timeOffset="-134550.3">32794 10051 0,'0'0'0,"0"0"15,0-9 1,0 0-16,10-1 15,-1-8 1,0-1-16,1 1 16,9 9-16,-1 0 15,1-1-15,0 1 16,0 0 0,0 9-16,0 0 15,-10 0-15,0 0 16,1 9-1,-1 0 1,-9 10 0,0 8-16,-9 1 15,-1 9-15,-8 0 16,-1 0 0,9-9-16,1-1 15,0-8-15,9-10 16,0 0-16,0 0 15,18 1 1,11-1-16,27-9 16,19 0-1,38-9-15,19-10 16,47-8 0,159-10-1</inkml:trace>
  <inkml:trace contextRef="#ctx0" brushRef="#br0" timeOffset="-133948.52">32286 11768 0,'0'0'0,"0"0"15,10-9-15,18-1 32,28 1-32,38-19 15,38 1-15,37-10 16,-9 0-1,-28 9-15,0 10 16,-19-1-16,37 1 16,-84 9-1,-28-1-15,56-8 16</inkml:trace>
  <inkml:trace contextRef="#ctx0" brushRef="#br0" timeOffset="-133562.68">32728 12072 0,'0'0'16,"0"0"-16,0 0 15,0 0 1,0 0-16,0 0 16,0 10-16,0 8 15,0 10 1,0 9-16,-9 27 15,0 29-15,-1-1 32,10 0-32,0 0 0,10-8 15,-1-11-15,-9-73 32</inkml:trace>
  <inkml:trace contextRef="#ctx0" brushRef="#br0" timeOffset="-130154.34">33189 9811 0,'0'0'15,"0"0"1,0 0 0,-9 9-16,-10 1 15,0 8 1,-9 10-16,0 9 15,-19 18 1,-10 19-16,1 9 16,-10 9-16,0 19 15,-9 18-15,-10 10 16,10-19 0,-10 9-16,20-9 15,17-28 1,11-18-16,9-28 15,9-9-15,0-9 32,10-10-32,-1-9 15,1 1-15,9-10 16,0 0 0,0 0-16,0 0 15,0 9-15,0 0 16,0-9-1</inkml:trace>
  <inkml:trace contextRef="#ctx0" brushRef="#br0" timeOffset="-129297.73">30245 11417 0,'0'0'0,"0"0"15,0 0-15,0 0 16,0 0 0,0 0-16,-19 9 15,-19 19-15,-37 27 16,-38 28 0,-37 28-16,9 0 15,-10 18-15,1 10 16,18-1-16,28-18 15,10-9 1,28-28-16,10-19 16,18-17-1,10-20-15,9-8 0,10-10 32,0 0-32,9-9 15,0 0 1</inkml:trace>
  <inkml:trace contextRef="#ctx0" brushRef="#br0" timeOffset="-128200.83">14506 15414 0,'0'0'15,"0"0"-15,0 0 16,0 0-16,19-10 16,19 1-1,18 0-15,19-10 16,38-8-16,-9 8 15,9-8 1,-19-1-16,0 9 16,-28 1-16,-10-1 15,-9 10 1,-47 9-16</inkml:trace>
  <inkml:trace contextRef="#ctx0" brushRef="#br0" timeOffset="-127846.58">14760 15737 0,'0'0'0,"0"0"16,0 0 0,0 0-16,0 0 15,19-10-15,19 1 16,18 0-16,10-10 31,0-8-31,9 8 0,0-8 16,1-1-16,-11 9 15,1 1 1,0 0-16,0 8 16,-66 10-1</inkml:trace>
  <inkml:trace contextRef="#ctx0" brushRef="#br0" timeOffset="-124904.97">16115 14952 0,'0'0'16,"0"0"-16,0 0 15,0 0 1,0 0-16,0 9 16,9 0-1,1 1-15,18-10 16,10-10-1,27-17 1,1-19-16,10-37 16,8-19-16,-18 1 15,-10 8 1,-18 10-16,-10 9 16,-18 1-1,-1 8-15,-9 19 16,-9 9-16,-1 9 15,-8 19 1,-11 9-16,1 9 16,-19 28-16,-9 28 15,9 18 1,0 46-16,18 0 0,20 0 16,18 10-1,10-28-15,19-10 16,-1-27-1,10-28-15,10-9 16,-1-28 0,10-18-1,-9-19-15,8-27 16,11-28 0,-1-9-16,0-28 15,-9-10 1,-19 1-16,-9 0 15,-1 9-15,-18 18 16,-9 38-16,-1 18 16,0 18-1,-9 19-15,0 9 16,0 0-16,0 18 16,-9 47-1,0 36-15,-1 56 16,1 9-1,9-9 1,0-18-16,0-29 16,9-36-1,1-18-15,8-19 16,1-19 0,0-9-16,9-9 15,0-18-15,20-38 16,-48 56-16</inkml:trace>
  <inkml:trace contextRef="#ctx0" brushRef="#br0" timeOffset="-124672.98">16896 14795 0,'0'0'0,"9"-9"16,48-37 0,46-19-1,10 1 1,0 17-16,0 10 16,-113 37-16</inkml:trace>
  <inkml:trace contextRef="#ctx0" brushRef="#br0" timeOffset="-123731.43">16124 16050 0,'0'0'16,"0"0"-16,0 0 15,0 0 1,10 19-16,-1 9 15,19 27 1,1 0-16,-1-9 0,0-9 16,0-9-1,0-10-15,1-18 16,8-9-16,10-28 16,10-18-1,-20 0-15,-8-1 31,-11 10-31,-8 9 16,-10 9-16,0 10 16,0 9-1,0 9-15,0 0 16,-10 9 0,1 28-16,9 37 15,9 36-15,10 20 16,9 8-16,1 10 31,-1-28-31,-9-9 0,0-28 16,-10-19-1,-9-18-15,0-18 16,-9 0 0,-1-10-1,1-9-15,-10 1 16,-19-20-1,1-8-15,-1-10 16,0-9-16,1 0 16,37 37-1</inkml:trace>
  <inkml:trace contextRef="#ctx0" brushRef="#br0" timeOffset="-123349.06">16886 16503 0,'0'0'0,"0"0"16,0 0-16,10 0 16,9 0-16,9 0 15,28 0 1,19-10-16,-9 1 16,10 0-1,-11 0-15,1-1 31,-9-8-31,-10 0 16,-10-10 0,-8 9-16,-29 19 15</inkml:trace>
  <inkml:trace contextRef="#ctx0" brushRef="#br0" timeOffset="-122982.13">17253 16143 0,'0'0'0,"0"0"16,0 0-1,10 9-15,8 0 16,11 10-16,8-10 16,10 9-1,10-9-15,-1 10 16,1-10-16,-10 10 15,-10-10 1,-8 0 0,-11 0-1,1 1-15,-9 8 16,-1 0-16,-9 19 16,-9 19-1,-29 27-15,-9 18 16,-10 1-1,1-28-15,9-10 16,9-18-16,10-9 16,28-37-16</inkml:trace>
  <inkml:trace contextRef="#ctx0" brushRef="#br0" timeOffset="-122380.36">18053 16207 0,'0'0'0,"0"0"16,0 0 0,0 0-16,0 0 15,-10 9-15,1 10 16,0 18-16,9 18 16,0 10-1,0-1-15,9 1 16,10-10-16,0-8 15,9-10 1,9-1 0,-8-17-1,8-10-15,10-9 16,10 0 0,-10-18-16,-10-1 15,-8 1-15,-1-10 16,0-18-1,-18 0-15,-10-10 16,-10-8-16,-9-1 16,-9 10-16,0 9 15,0 9 1,-1 9-16,1 10 16,0 8-16,0 10 31,-10 28-16,-9 46-15,0 18 16,47-92-16</inkml:trace>
  <inkml:trace contextRef="#ctx0" brushRef="#br0" timeOffset="-119913.61">19502 14740 0,'0'0'15,"0"0"-15,0 0 31,0 0-31,9-9 16,0-1-16,20-8 16,-1-1-1,28-8-15,-9 8 16,0 1-16,-9 9 16,-10 9-1,-9 9-15,-10 9 16,-9 10-16,-18 27 15,-11 1 1,-8 8-16,-1-8 16,0-10-16,10-9 15,9-19 17,10 1-32,0-10 15,9 0-15,0-9 16,18 9-1,20 1-15,19 8 16,-1 0 0,-9 1-16,0-1 15,-9 1-15,-10-1 16,-9 10-16,0 0 16,-10-10-1,-9 10-15,-9 0 16,-10-1-16,-10-8 15,-8-1 1,-20 1-16,10-1 16,0-9-16,10-9 15,8 0-15,1 0 16,9 0 0,10-9-16,9 9 15</inkml:trace>
  <inkml:trace contextRef="#ctx0" brushRef="#br0" timeOffset="-119512.09">20461 14712 0,'0'0'0,"0"0"32,0 0-32,0 0 15,0 0-15,0 0 16,0 0-1,0 0-15,0 9 16,0 10 0,0 8-16,0 10 15,0 10-15,10 8 16,-1 9-16,0-8 16,1-1-1,-10 1-15,0-19 16,0-10-1,0-27-15</inkml:trace>
  <inkml:trace contextRef="#ctx0" brushRef="#br0" timeOffset="-119189.58">20198 15164 0,'0'0'0,"0"0"16,0 0-16,0 0 16,9 0-16,10 0 15,19-9-15,-1 0 16,20 0-1,-1-10-15,10 1 16,-10-1 0,1-8-16,-10-1 15,-47 28-15</inkml:trace>
  <inkml:trace contextRef="#ctx0" brushRef="#br0" timeOffset="-118610.84">21073 14878 0,'0'0'0,"0"0"16,0 0 0,0 0-1,0 0-15,9-9 16,10-9 0,0-1-16,9 1 15,0-1 1,10 1-16,-10 8 15,0 1-15,-9 9 16,0 0-16,-10 9 16,1 1-1,-1 8-15,-18 19 16,-10 28-16,-19 8 16,-9 11-1,9-11-15,1-17 16,-1-10-16,10-18 15,9-10-15,10-9 16,-1 1 0,10-10-16,0 0 15,0 0 1,10 0 0,27 0-16,20-10 15,9 1 1,0-9-16,9-1 15,0-9 1,-18 10-16,-57 18 16</inkml:trace>
  <inkml:trace contextRef="#ctx0" brushRef="#br0" timeOffset="-117980.03">21853 14786 0,'0'0'16,"0"0"-16,0 0 15,0 0 1,0 0-16,0 9 16,0 0-16,0 10 15,0 9 1,10 8-16,-1 1 15,1-9-15,-1 0 16,0-1 0,10 1-16,0-9 15,9-10 1,19 0-16,0-18 16,10-10-1,-10 1-15,-10-10 0,-8 10 16,-10-10-16,-1 0 15,-8 1 1,-1 8-16,1 1 16,-10 9 15,0 9-31,0 0 16,0 0-16,0 0 15,0 0-15,0 0 16,0 18-1,9 19-15,0 18 16,10 10-16,-9-1 16,-1 10-1,0 0-15,1 0 16,-1-9-16,-9 8 16,-9-8-16,-1 0 15,-8-1 1,-1-8-16,0-19 15,0-10 1,-9-8 0,0-19-1,28 0-15</inkml:trace>
  <inkml:trace contextRef="#ctx0" brushRef="#br0" timeOffset="-116982.48">23481 15017 0,'0'0'0,"0"0"16,0 0-1,19 0 1,18 0-16,20-10 16,46 1-1,20 0-15,-29 0 16,0 9-1,-10-10-15,-8 10 16,-20 0 0,-18 0-16,-38 0 0</inkml:trace>
  <inkml:trace contextRef="#ctx0" brushRef="#br0" timeOffset="-116716.21">23453 15367 0,'0'0'0,"0"0"16,18 0 0,30 0-16,27 0 31,38-9-31,0 0 15,-1 0-15,1-1 16,-9 1 0,-20-9-16,11-10 15,-95 28-15</inkml:trace>
  <inkml:trace contextRef="#ctx0" brushRef="#br0" timeOffset="-112783">25588 14703 0,'0'0'0,"0"0"0,0 0 15,0 0 1,0 0-16,0 0 16,0 0-1,0 0 1,0 0-16,10-9 15,-1-1-15,19 1 16,10-9-16,-1 8 16,1 1-1,-10 9-15,1 0 16,-11 0 0,1 9-16,-9 10 15,-1-1-15,-9 10 16,-9 18-16,-10 10 15,-19 17 1,0-8-16,-9-10 16,10-18-1,18-9-15,0-10 16,10-8 0,-1-1-1,10-9-15,0 0 16,19 9-1,28 0-15,19 1 16,0-1-16,9 9 16,-9 1-1,0-1-15,-28 1 16,-10-1-16,0 10 16,-9 0-16,-19 18 15,-10 0 1,-18 0-16,-28 9 15,-10 1 1,-19-10-16,-28-9 0,0-10 16,19-17-1,-9-1-15,18-9 16,19 0 0,19-9-16,19-10 15,9-8 1,19 27-1</inkml:trace>
  <inkml:trace contextRef="#ctx0" brushRef="#br0" timeOffset="-111601.41">27479 14195 0,'0'0'0,"0"0"16,0 0-16,0 0 16,0 0-1,0 0-15,0 0 16,0 0-16,0 0 16,-19 0-16,-9 0 15,-10 9 1,-9 1-16,-19-1 31,10 0-31,9 0 16,9 1-16,1-1 15,9 0 1,9 10-16,0 8 16,9 19-1,1 47-15,18 17 16,10 20-16,0 8 15,0-9-15,0-9 16,9-9 0,0 0-16,-9-28 15,0-19 1,0-8-16,-1-1 16,1-9-16,-9-18 31,8 0-31,1-10 15,0 1-15,9-10 16,10-9 0,18-9-16,-56 9 0</inkml:trace>
  <inkml:trace contextRef="#ctx0" brushRef="#br0" timeOffset="-110458.56">27893 15127 0,'0'0'16,"0"0"0,0 0-16,0 0 15,19-18 1,0-19-16,9-9 16,9-10-16,-8-8 31,-1 9-31,0 8 15,-9 20 1,0-1-16,-10 10 16,-9 18-1,0 0-15,10 27 16,-1 29-16,-9 17 16,0 10-16,-9-9 15,9-28-15,0-9 16,0-9-1,9-19-15,10-9 16,18-9 0,20-37-16,9-28 15,-10-18-15,10-19 16,-19-9-16,-19 19 16,-9 27-1,0 9-15,-10 28 16,1 9-1,-1 10-15,-9 9 16,0 9 0,0 0-1,-9 18-15,-1 47 16,-18 55-16,9 9 16,0 19-1,1 9-15,8-28 16,1 19-1,-1-38-15,10-8 16,10-19-16,-1-9 16,10-19-16,0-18 15,0-9 1,-1-10-16,11 1 16,8-10-1,1-18 1,9-10-16,0-18 15,-9 0 1,-10-9-16,-9-9 16,-19-1-1,-10 1-15,-18 9 16,-10 9 0,-9 9-16,-9 1 0,0 17 15,-10 10-15,9 10 16,20-1-1,18-9-15,9 0 16,10 0-16,0-9 16,10-28 15,-10 37-31</inkml:trace>
  <inkml:trace contextRef="#ctx0" brushRef="#br0" timeOffset="-110242.9">28213 14361 0,'0'0'16,"0"0"0,0 0-16,0 0 15,0 0-15,0 0 16,0 0-1,0 0-15,0 0 16</inkml:trace>
  <inkml:trace contextRef="#ctx0" brushRef="#br0" timeOffset="-109441.09">29398 14435 0,'0'0'0,"0"0"16,0 0-16,-9 19 15,-1 18 1,-8 27-16,-1 10 16,9 0-16,1-10 15,18-17-15,1-10 16,9-19 0,9-9-16,28-27 15,10-19 1,-10 0-16,1-18 15,-10-1-15,-19 1 16,-9 18-16,0 9 16,-10 10-1,-9-1-15,0 10 16,0 9 15,0 0-31,0 0 16,-9 9-16,-1 10 15,10 18-15,0 18 16,10 10 0,9 27-16,-1 9 15,1 1 1,0-1-16,-10 10 16,-9-18-16,-18-10 15,-11-10-15,-8-8 16,-1-19-1,1-9-15,-1-9 16,0-10-16,10-9 16,0-9-1,9-9 1,0-28 0,19 37-16</inkml:trace>
  <inkml:trace contextRef="#ctx0" brushRef="#br0" timeOffset="-109124.4">30028 14786 0,'0'0'16,"10"-9"-16,37-10 16,28-8-1,0-10-15,1 9 16,8 0-16,-18 10 16,-19-1-1,-9 10-15,-10 0 16,-9 0-16,-10-1 15,-9 10-15</inkml:trace>
  <inkml:trace contextRef="#ctx0" brushRef="#br0" timeOffset="-108923.71">30217 14989 0,'0'0'0,"0"0"15,0 0-15,0 0 16,0 0-16,18 0 16,11 0-1,8-9 1,20-10 0,9 1-16,-66 18 15</inkml:trace>
  <inkml:trace contextRef="#ctx0" brushRef="#br0" timeOffset="-108469.61">31157 14444 0,'0'0'0,"0"0"16,0 0-16,-9 0 31,-10 10-31,-9 8 16,-10 10-1,-9 9-15,10 0 16,-1 9-16,10-9 16,9 0-1,10 0-15,18-10 16,10 1-16,37 9 15,19-19-15,20-18 16,-20-9 0,-9-9-16,-10-1 15,-9 1 1,-9-10-16,-19 0 16,-1 1-16,-18-20 15,-9 11-15,-19-1 16,-10 9-1,-18 9-15,-38 10 16,9 18 0,85-9-16</inkml:trace>
  <inkml:trace contextRef="#ctx0" brushRef="#br0" timeOffset="-100566">31223 13946 0,'0'0'0,"0"0"15,0 0 1,0 0-16,0 0 16,10 0-16,8 0 15,11 0-15,27 0 16,19 0-1,10 0-15,-19 0 16,0-9-16,-10 0 16,1 9-1,-20 0 1,1 0 0,-10 0-16,-9 0 15,-10 9 1,1 0-16,-1 9 15,-9 29-15,0 17 16,0 1 0,-9-1-16,-1 10 15,10 19-15,0-1 16,0 0-16,0-9 16,0-9-1,0 0-15,-9 9 16,-1-9-1,10-10-15,0 1 0,0-10 16,0 1 0,0-10-16,0 0 15,0-9 1,0-9-16,0-1 16,0-8-1,0-10 1,0 0-16,0 1 15,0-1 1,0 0-16,-9 0 16,0 0-1,-1 1-15,1-1 16,-10 9-16,-9-8 16,-19 8-16,-10 1 15,-9-1 1,1-9-16,-1 0 15,9 1-15,10-1 16,10-9 0,8 9-16,1-9 31,19-9-31,9 9 16</inkml:trace>
  <inkml:trace contextRef="#ctx0" brushRef="#br0" timeOffset="-97855.56">24469 16623 0,'0'0'15,"0"0"-15,0 0 16,0 0-1,0 0 1,0 0-16,0 0 16,-10 0-1,-18 9-15,-19 19 16,-9 8 0,-20 11-16,1-1 15,-19 9-15,-19 0 16,19-8-16,9-1 15,10 0 1,0 0-16,9-9 16,19-9-1,19-10-15,9-9 16,9 1-16,1-1 16,9-9-16,0 0 15,19 9 1,28 0-16,38 10 15,37-1 1,10 1-16,-20-1 16,11 10-1,-10-10 1,-29 1-16,-8-10 16,-20 0-1,-9 0-15,-9 1 16,-19-1-16,-1 0 15,-8-9 1,-10 0-16,0 0 16,0 0-16</inkml:trace>
  <inkml:trace contextRef="#ctx0" brushRef="#br0" timeOffset="-97152.56">25720 16696 0,'0'0'0,"0"0"16,0 0-1,-10 19-15,-18 18 16,-19 27-16,-28 38 16,0 9-16,-10-19 15,0-9 1,1-18-16,27-19 15,1-18 1,9-19-16,9-9 16,0-9-1,1-10 1,9-9-16,9-9 16,0 10-1,10-10-15,9 0 16,9 9-1,10 1-15,18 8 16,10 1-16,10 8 16,18 20-16,0 8 15,1 10 1,-1 9-16,0 9 16,19 0-16,-9-9 15,-10 0 1,0-9-1,-9-10-15,10-9 16,-20-9-16,0-9 16,1-9-16,-10-10 15,-19 0 1,0-9-16,-9-9 16,-9-19-1,-10-27-15,0 92 16</inkml:trace>
  <inkml:trace contextRef="#ctx0" brushRef="#br0" timeOffset="-85446.72">19097 17942 0,'0'0'0,"0"0"15,0 0-15,0 0 16,0 0-1,0 0-15,0 0 16,0 0 0,0 0-16,0 10 15,0 8-15,0 10 16,0 9 0,0 9-16,-9 18 15,9 1-15,0 9 16,0 0-1,0 0 1,0-19 0,0 47-16,9-66 15,-9-17-15,0-19 16,9 0 0,-9 0-16</inkml:trace>
  <inkml:trace contextRef="#ctx0" brushRef="#br0" timeOffset="-85040.44">19567 17702 0,'0'0'0,"0"0"0,0 0 31,0 0-31,0 0 16,0 0-16,0 19 15,0 18 1,0 18-16,0 38 15,0 36 1,10-19-16,-1 1 16,1 0-16,-1-9 15,10 27-15,-10-55 16,-9-37 0,0-19-16,0-18 15,0 0 1</inkml:trace>
  <inkml:trace contextRef="#ctx0" brushRef="#br0" timeOffset="-84670.55">19135 18395 0,'0'0'0,"0"0"0,9-10 0,0 1 0,20 0 0,8 0 0,20 0 0,-1-1 0,10 1 0,0 0 0,0 9 0,-10 0 0,-56 0 0</inkml:trace>
  <inkml:trace contextRef="#ctx0" brushRef="#br0" timeOffset="-82580.9">19878 18367 0,'0'0'0,"0"0"0,0 0 0,0 0 0,19 0 0,9 0 0,19 0 0,9-9 0,1-10 0,9-8 0,-10-10 0,-9 0 0,-9 0 0,-10 0 0,-19 0 0,1 9 0,-20 1 0,-8-1 0,-1 10 0,-9-1 16,-10 10-16,-9 9 15,9 9 1,-18 28-16,9 9 15,0 19-15,19 9 16,9-1-16,19 29 16,19-10 15,37 28-31,0-46 16,10-37-1,10-19-15,27-18 0,-18-18 16,-10-19-16,10-18 15,-1-19 1,-18 9-16,-28 1 16,-19 36-16,-1-18 15,1 9 1,-9 18-16,-10 1 16,0 9-1,0 9-15,0 0 16,0 0-16,-10 27 15,10 29 1,-9 18-16,-1 36 31,-8 20-31,8-75 16,10-37 0,0 1-16,0-19 15,0 0 1,10-19-16,8-54 15,20-38-15,-10 19 16,10-1-16,-19 47 16,9-9-1,0 9-15,0 9 16,1 18-16,-11 10 16,11 9-16,-1 18 15,9 19 1,-8 9-16,-1 19 15,0 9-15,-9 0 16,19 55 0,-29-83-16,0-27 15,1-1 1,-1-9-16,10 1 16,0-10-1,9-28 1,10-18-16,18-37 15,-9 9 1,10-19-16,-39 66 16,11-19-16,-1 9 15,0 0 1,-9 18 0,-10 10-16,1 0 15,-10 9 1,0 0-16,0 0 15,0 0-15,0 0 16,0 0 0,0 0-16,0 0 15,0 0 1,0 0-16,0 0 16,0 0-16,0 0 15,-10-9 1,1-1-16,-10 1 15,-9 9-15,9 9 16,-9 10-16,0 9 16,-1 18-1,11 28-15,8 27 16,29 47 0,19-37-16,-10-56 15,28-9 1,-9-28-1,10-8-15,18-20 16,0-17 0,19-19-16,-18-10 15,-1-27-15,-19 9 16,-18 1 0,-10-1-16,-18 46 15,-1 0-15,-9 10 16,0-1-1,0 10-15,0 0 16,-9 0-16,-10 9 16,0 9-1,-9 9-15,-1 10 16,1 27-16,0 38 16,19 45-16,9-36 15,18-56 1,11-18-16,18-10 15,37-9 1,10-27-16,19-38 16,-19-27-1,0 0 1</inkml:trace>
  <inkml:trace contextRef="#ctx0" brushRef="#br0" timeOffset="-81539.63">23556 18007 0,'0'0'0,"0"0"0,0 0 0,0 0 0,0 0 0,0 0 0,10 19 0,-1 27 0,0 27 0,1 38 0,-1 9 0,1 19 0,-1 27 0,-9-166 0,0 129 0,0-27 0,0-102 0,0 46 0,-9-19 0,9-8 0,0-10 0,0-9 16,0 0-1</inkml:trace>
  <inkml:trace contextRef="#ctx0" brushRef="#br0" timeOffset="-81159.03">23302 18229 0,'0'0'0,"0"0"0,10-19 0,8-9 0,20-18 0,28-18 0,19-1 0,-10 10 0,0 9 0,0 18 0,-18 9 0,-1 10 0,-9 9 0,-19 9 0,1 19 0,-20 18 0,-9 28 0,-28 9 0,-29 19 0,-18-10 16,0-18-1,9-10-15,19-27 32,-19 0-32,47-37 15,19 0-15</inkml:trace>
  <inkml:trace contextRef="#ctx0" brushRef="#br0" timeOffset="-78686.98">24224 18884 0,'0'0'0,"19"-9"0,19-28 0,9-9 0,9-28 0,-18 9 0,-10 1 0,-9 8 0,-10 10 0,-18 0 0,-1 27 0,1 1 0,-10-1 0,-9 1 0,9 9 0,-9 0 0,0 9 0,9 0 0,0 0 0,10 0 15,-1 9-15,10-9 16,0 9-1,10 9-15,18 10 32,9 9-32,57 46 15,-37-27-15,-10-1 16,-9 10 0,-1-19-16,-18-9 15,0-19-15,0-9 0,-1 0 16,1-18-1,19-28 1,9-18-16,0-47 16,-9 29-1,-20-1-15,11 0 16,-20 55-16,0 1 16,1 0-1,-10 8-15,0 10 16,0 0-16,0 0 15,0 10-15,9 17 16,10 19 0,0 10-16,28 55 31,-19-56-15,0-27-16,10-10 15,0-9-15,9-9 16,-10-18-16,1-19 15,-10-9 1,0 0-16,-9-19 16,-19-9-1,0 37-15,-9-9 0,-19 0 16,-1 9 0,-8 0-16,-1 19 15,-9 8 1,0 10-16,9 10 15,1 8-15,9 1 32,9-1-32,9-9 15,10 0 1,0 1-16,19-1 16,19 0-16,37 0 15,0-18 1,1 0-16,-1 0 15,-9 9-15,-1 9 16,-8 0 0,-19 10-16,-1 8 15,1 19-15,-1 1 16,-18-1 0,19 37-16,-29-46 31,1-19-31,-1 1 15,-9-19-15,0 0 16,0 0 0,19-19-16,9-36 15,0-47 1,1-8-16,-11 63 16,1-8-16,9 0 15,10 8-15,-10 20 16,10 8-16,-10 10 15,10 9 1,9 19-16,0 17 16,0 1-1,-9 10-15,-1-1 16,1-9-16,-10-10 16,10 1-1,-1-19-15,10-9 31,0-9-31,-9-9 0,9-10 16,-9-9 0,-10-9-1,0 0-15,-19-1 16,1 11-16,-10 8 16,-10 9-1,-8 1-15,-1 9 16,-9 9-1,-10 9-15,0 19 0,1 9 16,9 9 0,-1 9-16,29 0 15,10 1 1,37-1-16,9-9 16,19-9-16,76 0 31,-10-18-31,-28-19 15,-28-10 1,-1-17-16,1-10 16,-47 18-16,9-18 15,0 1 1,0-11-16,-10 1 16,-18 9-16,-9 19 15,-10-1-15,0 10 16,-10 0-1,-18 0-15,-19 9 16,-10 9 0,-18 28-16,-9 18 15,18 10-15,0-1 16,28-8-16,10-1 16,0 28-1,37-46-15,38-9 16,47-19-1,38-37-15,-10-8 32,-18-29-32,-10-18 15,-57 46-15,20-28 16,-1-36 0,-18-10-16,-10-18 15,-18-19 1,-20 19-16,1 18 15,-10 28-15,0 37 16,10 18-16,-1 10 16,1 9-1,0 9-15,-1 18 16,-9 37-16,0 47 16,1 36-1,8 29 1,1-11-1,9-26-15,0-20 16,19-27 0,-1-9-16,39 37 15,-1-65-15,1-27 16,9-19 0,47-10-16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1-19T04:44:10.0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26632 16087 0,'0'0'0,"0"0"0,0 0 16,0 0-1,-18 0-15,-29 0 16,-19 0-1,-38 10-15,-28-1 16,1 0-16,18 9 16,-9 19-1,18 0-15,19-9 16,10 0 0,19-10-16,18 1 15,19-10 1,10 0-16,-1 0 15,10-9-15,10 9 16,37 1 0,47-1-16,28 0 15,48-9 1,-1 0-16,-19 9 16,-18-9-16,0 10 15,-38-10 1,-28 9-16,-19 0 15,-19-9 1,-9 0-16,-10 0 16,-9 0-1,0 0-15,-9 0 16,-29 9-16,-37 1 16,-19-10-1,-10 0-15,10 0 16,0 0-1,28 0-15,19 0 16,10 0-16,18 0 16,10 0-1,-1 0-15,10 0 16,0 0 0,28-10-16,29-17 15,18-1 1,29 0-16,-1 1 15,-9 8-15,-28 1 16,-19 8 0,-19 1-16,-9 9 15,-10 0 1,-9 0-16,-9 0 16,-76 0-16,-65 9 15,-38 10 1,9 9-16,10-1 15,9 10 1,37-9-16,39-10 16,37 1-1,18-10-15,20-9 16,9 0-16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1-19T04:44:39.8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14948 4744 0,'0'0'16,"0"0"-16,0 0 15,0 0 1,0 0-16,0 0 16,-9 18-16,-19 19 15,-10 19 1,-9 18-16,-9 18 15,-1 19 1,1-1-16,9-8 16,9-19-16,10-18 15,0-10 1,9-18-16,9-9 16,10-19-1,0-9-15,0 0 16</inkml:trace>
  <inkml:trace contextRef="#ctx0" brushRef="#br0" timeOffset="312.37">14158 4873 0,'0'0'0,"0"0"16,0 0 0,0 0-16,10 9 15,18 10 1,19 18-16,19 18 16,9 1-16,10 8 15,9 10 1,0 0-16,-10-19 15,-8-18 1,-10-18-16,18-10 16,-84-9-16</inkml:trace>
  <inkml:trace contextRef="#ctx0" brushRef="#br0" timeOffset="1463.14">16011 4633 0,'0'0'15,"0"0"-15,0 0 16,0 10 0,0 26-16,0 29 15,0 27 1,0 1-16,10-1 15,-1 0 1,1-18-16,-1-19 16,0-18-16,-9-9 15,0-19 1,0-9-16,0 0 16,19-18-1,9-19-15,10-18 16,-10-19-1,-9-9-15,0 9 16,0 18-16,-10 10 16,1 9-1,-1 10-15,0-1 16,1 9 0,-1 1-16,1 9 15,-1 0 1,0-1-16,-9 10 15,0 0-15,0 0 16,0 0 0,10 0-16,-10 0 15,9 10 1,1 8-16,8 19 16,1 37-16,0 18 15,0 0 1,0 10-16,9-19 15,0-28 1,10-18-16,-1-18 16,20-19-16,9-19 15,-10-18 1,1-18-16,-10 9 16,0-10-1,-10 1-15,-8 0 16,-11 18-1,1 9-15,-9 10 16,-1-1-16,-9 19 16,0 0-1,0 9-15,9 19 16,1 9 0,-1 0-16,10 9 15,0-9 1,9 0-16,0-19 15,10 1-15,0-10 16,9-18 0,9-19-16,-9-9 15,0-9 1,-9-9-16,-19-10 16,-19 0-16,-19 10 15,-9 9 1,-10 18-16,-19 10 15,-8 18 1,-11 37-16,1 37 16,37-1-1,20-8-15,18-10 16,0-55-16</inkml:trace>
  <inkml:trace contextRef="#ctx0" brushRef="#br0" timeOffset="1712.27">17724 3996 0,'0'0'16,"0"10"-16,0 17 15,9 29-15,-9 45 16,19 38-1,0 8-15,18 1 16,1 0 0,18-38-16,1-26 15,-10-48 1,-47-36-16</inkml:trace>
  <inkml:trace contextRef="#ctx0" brushRef="#br0" timeOffset="1929.82">17573 4689 0,'0'0'0,"0"0"16,0 0-1,9 9-15,38 9 16,66-8-1,85-29-15,37-27 16,0-19-16,-9 1 16</inkml:trace>
  <inkml:trace contextRef="#ctx0" brushRef="#br0" timeOffset="2262.94">19661 3738 0,'0'0'16,"0"9"-16,0 0 15,10 19 1,-1 18-16,-9 19 15,0 18 1,-9 28-16,-1 9 16,1 27-1,0-8-15,-1-19 16,10-9-16,0-38 16,0-26-1,0-20-15,0-8 16,0-19-1</inkml:trace>
  <inkml:trace contextRef="#ctx0" brushRef="#br0" timeOffset="3462.8">19238 4615 0,'0'0'0,"0"0"15,0-19-15,19-8 16,9-10-1,29 0-15,18-9 16,19 9 0,19 9-16,9 10 15,-28 18-15,-19 9 16,-18 9 0,-1 10-16,-9 0 15,-9-1 1,-10 10-16,-9-9 15,0 9 1,-10 0-16,1-9 16,-1-1-16,-9-8 15,0-10 1,0 0-16,0-9 16,0 0-1,10-9-15,8-10 16,1-17-16,9-29 15,10-9 1,0 9-16,-1 1 16,1 8-1,0 10-15,-10 19 16,0 8 0,0 1-16,-9 8 15,0 10-15,-10 0 16,1 10-1,-1 8-15,0 10 16,1 0 0,-1 8-16,1 1 15,-1-9 1,0 0-16,1-10 16,-1-9-16,1 1 15,-1-1 1,10-9-16,0-9 15,9-10 1,0-8-16,10-20 16,-1-8-1,-8-10-15,8 10 16,1-10-16,-10 10 16,0 27-1,-9 1-15,0 8 16,0 10-1,-10 9-15,10 9 16,0 0-16,0 19 16,-1 9-1,1 0-15,0 0 16,19 9 0,-10-9-16,0-9 15,0-10 1,1 1-16,8-10 15,1-9-15,9 0 16,0-19 0,9-8-16,1-20 15,-10-8 1,-9-9-16,-10 8 16,0 1-16,-9 9 15,-10 9 1,-9 9-16,0 10 15,0 8 1,0 10-16,0 0 16,-9 0-16,-10 10 15,0 8 1,-9 19-16,0 9 16,9 9-1,9 1-15,1 8 16,18-8-1,20-1-15,8 10 16,29-19-16,47-9 16,56-28-1,57-55-15,0 0 16</inkml:trace>
  <inkml:trace contextRef="#ctx0" brushRef="#br0" timeOffset="7313.26">2615 9830 0,'-9'9'0,"-1"9"16,1 10-16,9 0 15,0-10 1,9 1-16,10-10 16,28-9-1,29-28-15,55-73 16,1-29-16,-38 20 16,-9-29-1,-38 28-15,-19 10 16,-9 27-1,-10 9-15,-9 19 16,-9 9-16,-1 19 16,1 9-1,0 9-15,-20 9 16,-8 19 0,-1 18-16,0 46 15,10 10 1,9-1-16,10 10 15,18 9-15,10-9 16,9-38 0,1-17-16,8-10 15,1-18 1,0-19-16,9-18 16,18-19-1,11-37-15,-10-27 16,-10-9-16,0-19 15,-18 0 1,-10 0-16,-9 9 16,-9 0-1,-1 28-15,-9 18 16,0 19-16,0 9 16,0 19-1,0 9-15,0 9 16,0 0-1,0 18-15,0 37 16,0 29-16,0 45 16,0 9-1,9-18-15,-9-9 16,10 0 0,9-37-16,-1-10 15,1-18 1,9-9-16,1-18 15,18-1 1,9-18-16,10-28 16,0-27-16,-66 55 15</inkml:trace>
  <inkml:trace contextRef="#ctx0" brushRef="#br0" timeOffset="7553.14">3631 9322 0,'0'0'16,"0"0"-16,0 0 16,0 0-1,28-19-15,48-17 16,18-11-1,38-8-15,-10 9 16,0 0 0,-122 46-16</inkml:trace>
  <inkml:trace contextRef="#ctx0" brushRef="#br0" timeOffset="9546.26">2230 11186 0,'0'0'15,"0"0"-15,0 0 16,0-9 0,9-9-16,10-1 15,18-9 1,1 1-16,9-1 15,-9 10-15,-1 8 16,-8 20 0,-1 8-16,-9 10 15,-1 27 1,-8 19-16,-20 18 16,-8 1-1,-11-10-15,1-9 16,0-28-16,0-9 15,-1-19 1,29-18-16</inkml:trace>
  <inkml:trace contextRef="#ctx0" brushRef="#br0" timeOffset="9895.94">2841 10836 0,'0'0'16,"0"0"-16,0 0 15,-9 9 1,-10 9-16,-19 28 15,1 28-15,-10 9 16,9 0 0,0 10-16,19-1 15,19-9 1,19-18-16,9-10 16,20-9-16,27-18 15,19-19 1,9-27-16,-103 18 15</inkml:trace>
  <inkml:trace contextRef="#ctx0" brushRef="#br0" timeOffset="10212.84">3199 11288 0,'0'0'0,"0"0"15,0 0-15,0 0 16,18 0 0,20-9-16,28-10 15,9 1 1,19-1-16,10 1 15,-29-1-15,-19 1 16,1-1 0,-10 1-16,-10-1 15,1-17 1,-38 36-16</inkml:trace>
  <inkml:trace contextRef="#ctx0" brushRef="#br0" timeOffset="10512.46">3669 10762 0,'0'0'0,"0"9"15,0 0 1,9 10-16,1 8 16,18 1-1,10 9-15,-1 0 16,1 0-1,-1 0-15,1 0 16,0 9-16,-10 0 16,-9 0-1,-10 0-15,-18 19 16,-1-1 0,-8 10-16,-11-9 15,-8 0 1,8-19-16,29-46 15</inkml:trace>
  <inkml:trace contextRef="#ctx0" brushRef="#br0" timeOffset="11129.52">4807 10457 0,'0'0'0,"0"0"15,-19 9-15,-18 38 16,-10 17-1,-19 28-15,0 10 16,10-10-16,-1-18 16,19-28-1,1-9-15,9-18 16,9-19 0,0 0-16,0-10 15,0-17-15,10-1 16,0-18-1,9 0-15,0 0 16,9 9 0,10 9-16,0 10 15,9 8 1,9 10-16,20 10 16,9 8-16,-10 10 15,10 18 1,-19-9-16,10 9 15,-10-9 1,-10-9-16,-9-10 16,10 0-16,-10-8 15,0-10 1,10-10-16,0-17 16,-1-19-1,1-37-15,-38 83 16</inkml:trace>
  <inkml:trace contextRef="#ctx0" brushRef="#br0" timeOffset="12262.93">5532 8482 0,'0'0'0,"0"0"16,0 0 0,0 0-16,0 0 15,0-9 1,9-10-16,10 1 16,9-1-1,0 10-15,10 0 16,-10 9-16,0 9 15,1 10 1,-11 8-16,-8 10 16,-10 9-1,-10 19-15,1 0 16,-10-10 0,0-9-16,10-18 15,9 0-15,0-10 16,0-9-1,9 0-15,1 1 16,18 8 0,10 1-16,9-1 15,0 1-15,-10-1 16,1 0 0,-10 1-16,0-1 15,-9 10 1,0 0-16,-10 9 15,-9 0-15,-18 9 16,-11-9 0,-8 0-16,-10-10 15,9-8 1,0-10-16,1-9 16,9 0-16,9 0 15,-9-9 1,28 9-16</inkml:trace>
  <inkml:trace contextRef="#ctx0" brushRef="#br0" timeOffset="12680.78">6322 8750 0,'0'0'16,"0"0"-16,0 0 15,0 0-15,0 0 16,9-10-1,10-8-15,0 0 16,9-1 0,10 10-16,-1 0 15,1 9 1,-10 9-16,0 9 16,-9 28-16,-9 19 15,-10 18 1,-19-9-16,0 9 15,-9-28 1,0 1-16,9-28 16,19-28-16</inkml:trace>
  <inkml:trace contextRef="#ctx0" brushRef="#br0" timeOffset="13045.9">6773 8491 0,'0'0'0,"0"0"16,0 0 0,0 0-16,0 0 15,-9 19 1,0-1-16,-10 19 15,0 0-15,-9 18 16,-1 1 0,11 8-16,8-8 15,10-10 1,0-9-16,10-9 16,8-1-16,11-8 15,8-1 1,10-18-16,10-9 15,9-28 1,-66 37-16</inkml:trace>
  <inkml:trace contextRef="#ctx0" brushRef="#br0" timeOffset="13529.49">6642 8076 0,'0'0'15,"0"0"-15,0 0 16,0 0 0,0-9-16,9-1 15,10 1 1,18-9-16,1 9 15,0 9-15,-1 9 16,-8 0 0,-1 9-16,-9 10 15,-1 18 1,-8 0-16,-10 1 16,-10 8-16,1-9 15,0-9 1,-10-9-16,9-1 15,1-8 1,9-10-16,0-9 16,0 0-1,19 0-15,18 0 16,29-18-16,47-19 16,0-9-1,0-1-15,-10 1 16,-18 9-1,-85 37-15</inkml:trace>
  <inkml:trace contextRef="#ctx0" brushRef="#br0" timeOffset="13884.87">7300 8888 0,'0'0'0,"0"0"16,0 0-16,10 0 15,8-9 1,11 0-16,27-10 15,10 1 1,9-10-16,0 0 16,-9 1-16,-19 8 15,-9 1 1,-10-1-16,-9 1 16,-10-1-1,-9 1-15,-9-1 16,9 19-1</inkml:trace>
  <inkml:trace contextRef="#ctx0" brushRef="#br0" timeOffset="14119.92">7469 8427 0,'0'0'16,"0"0"-16,0 0 15,0 9-15,10 19 16,9 18-1,0 9-15,9 37 16,9 28 0,-8-18-16,-11-10 15,1 1 1,-9-20-16,-1-17 16,0-19-16,-9-28 15,0-9 1</inkml:trace>
  <inkml:trace contextRef="#ctx0" brushRef="#br0" timeOffset="14645.95">8090 8417 0,'0'0'15,"0"0"-15,0 0 16,10-9 0,-1 0-16,1 0 15,8 0-15,1-1 16,0 1-1,0 9-15,-10 0 16,1 0 0,-1 9-16,0 19 15,-9 9 1,-9 28-16,-19 8 16,0 1-16,-1-9 15,11-10 1,8-27-16,1-10 15,9 1 1,0-10-16,9 0 16,1-9-16,18-9 15,19-9 1,9-10-16,10-9 16,0 0-1,9 0-15,-9 0 16,-9 0-16,-57 37 15</inkml:trace>
  <inkml:trace contextRef="#ctx0" brushRef="#br0" timeOffset="15001.18">8570 8168 0,'0'0'16,"0"0"-16,0 0 15,10 0-15,8 0 16,11 0 0,-1 0-16,9 9 15,1 10 1,0 9-16,-10 9 15,0 9 1,-18 9-16,-10 10 16,-10 9-16,-9-10 15,1 1 1,-11-10-16,10-9 16,1-18-1,-1-10-15,19-18 16</inkml:trace>
  <inkml:trace contextRef="#ctx0" brushRef="#br0" timeOffset="15334.26">8993 8085 0,'0'0'15,"0"0"-15,0 0 16,0 0 0,-9 9-16,0 10 15,-10 9-15,-9 18 16,-1 28 0,1 9-16,9 0 15,1-9 1,8-10-16,20-9 15,8-8 1,11-10-16,36-1 16,11-17-16,27-19 15,1-9 1,-104 9-16</inkml:trace>
  <inkml:trace contextRef="#ctx0" brushRef="#br0" timeOffset="15996.6">5851 9783 0,'0'0'0,"0"0"16,0 0-16,0 0 15,0 0 1,0 0-16,0 0 16,19-9-1,28 0-15,38-9 16,47-10-16,18 0 15,29 0 1,47-18-16,-29 0 16,10 9-1,0-18-15,19-1 16,-29 1-16,29 0 16,-28-1-1,-1 10-15,-18 9 16,-10 0-1,-27 19-15,-11-1 16,-37 1 0,-18 9-16,-11 0 15,-18 9-15,-18 0 16,-10 0 0,-10 0-16,-9 9 15,0-9 1</inkml:trace>
  <inkml:trace contextRef="#ctx0" brushRef="#br0" timeOffset="16479.78">7159 10411 0,'0'0'0,"0"0"16,0 0-1,0-9-15,0 0 16,9-10 0,10-9-16,9 1 15,29-10-15,-1 9 16,-9 19 0,0 9-1,-9 9-15,-10 10 16,-9 8-16,-9 10 15,-10 19-15,-19 17 16,-10 10 0,-18 1-16,0-20 15,0 1 1,0-28-16,19-10 16,28-27-1</inkml:trace>
  <inkml:trace contextRef="#ctx0" brushRef="#br0" timeOffset="16846.5">7705 10116 0,'0'0'0,"0"0"16,0 0-16,0 9 16,-10 19-1,-9 18-15,-9 18 16,0 1 0,0 18-16,0 0 15,9-9 1,9-9-16,10-10 15,10-18-15,18 0 16,19-10 0,9-8-16,29-19 15,9-19 1,-9-8-16,-85 27 16</inkml:trace>
  <inkml:trace contextRef="#ctx0" brushRef="#br0" timeOffset="17446.12">7789 9728 0,'0'0'16,"0"0"-16,10-9 16,-1 0-1,19-1-15,1 1 16,8 0 0,10 0-16,0 9 15,0 9-15,-9 9 16,-10 1-1,-9 9-15,0-1 16,-10 10 0,-9 0-16,-9 9 15,-10 0 1,0-9-16,0-9 16,10-10-16,0-8 15,9-1 1,0 0-16,0-9 15,9 9 1,10 1-16,9-1 16,10 0-1,9 0-15,-10 0 16,1 1-16,-10 8 16,-9-9-1,-10 19-15,-9 9 16,-18 0-1,-39 18-15,-28 1 16,-37 8-16,-47-8 16,-57 17-1</inkml:trace>
  <inkml:trace contextRef="#ctx0" brushRef="#br0" timeOffset="18513.32">10141 9045 0,'0'0'0,"0"0"16,10 0-1,18-9-15,28-10 16,29 1 0,9-10-16,9 1 15,1-1 1,-10 9-16,-19 1 16,-28 9-1,-9-1-15,-19 10 16,-19 0-16</inkml:trace>
  <inkml:trace contextRef="#ctx0" brushRef="#br0" timeOffset="18762.93">10273 9562 0,'0'0'0,"0"0"15,0 0 1,9 0-16,29 0 16,9-9-1,28-1-15,19 1 16,0-9 0,0 9-16,-9-10 15,-10-9-15,-75 28 16</inkml:trace>
  <inkml:trace contextRef="#ctx0" brushRef="#br0" timeOffset="20162.66">12079 9091 0,'0'0'15,"0"0"-15,0 0 16,0 0-16,0 0 16,10 0-1,8-9-15,39-28 16,9-28 0,18-36-16,-8-19 15,-11-28 1,-8 19-16,-20 9 15,-8 0-15,-10 28 16,-10 18 0,-9 19-16,0 18 15,0 18 1,-9 10-16,9 9 16,-10 9-16,-18 37 15,0 28 1,-1 46-16,20 9 15,9 10 1,19-1-16,9-9 16,10-27-1,9-19-15,0-28 16,0-18-16,9-18 16,1-19-1,-1-19-15,10-36 16,-10-28-1,-9-19-15,-9 10 16,-10-28 0,-9 9-16,-9 19 15,-1 18-15,-9 10 16,0 17 0,0 20-16,0 8 15,0 10 1,0 9-16,-9 9 15,-10 19-15,0 37 16,0 45 0,0 20-16,10-1 15,9 0 1,9-18-16,10-37 16,9-19-1,1-9-15,-1-18 16,9-10-16,1-18 15,-10-9 1,-28 9-16</inkml:trace>
  <inkml:trace contextRef="#ctx0" brushRef="#br0" timeOffset="20361.97">12860 8796 0,'0'0'16,"0"0"-16,19-9 16,37-10-1,29-9-15,47-18 16,-1 9 0,-8 0-16,-123 37 15</inkml:trace>
  <inkml:trace contextRef="#ctx0" brushRef="#br0" timeOffset="21196.21">12023 9645 0,'0'0'0,"0"-9"16,-10 0 0,10 9-16,0 0 15,0 0-15,0 0 16,-9 18-1,-10 19-15,10 18 16,-1 10 0,10-10-16,10-9 15,8 1-15,1-29 16,9 0 0,20-18-16,8-9 15,0-18 1,-9-10-16,-9-10 15,-10 1 1,-9 9-16,-9 1 16,-1-1-16,-9 9 15,0 9 1,0 1-16,0 9 16,0 9-1,0 0-15,0 0 16,0 18-1,0 28-15,0 28 16,-9 28 0,-1 18-16,1 9 15,-10-18-15,-9-1 16,-1-17 0,-8-19-16,-1-19 15,1-9 1,-1-18-16,0-1 15,1-8-15,-1-10 16,-9-9 0,0-18-16,47 18 15</inkml:trace>
  <inkml:trace contextRef="#ctx0" brushRef="#br0" timeOffset="21552.1">12484 10125 0,'0'0'16,"0"0"-16,9 0 15,10 0 1,9 0-16,10 0 16,9 0-1,9 0-15,10 0 16,-10 0 0,10-9-16,-9-1 15,-1 1 1,-18 0-16,9-9 15,-19-1-15,-9 1 16,-10-1 0,-9 19-16</inkml:trace>
  <inkml:trace contextRef="#ctx0" brushRef="#br0" timeOffset="21867.85">12766 9885 0,'0'0'0,"0"0"15,0 0 1,0 0-16,0 9 16,9 0-16,19 10 15,10-1 1,19 1-16,8-1 16,-8 1-1,-1 8-15,-18-8 16,-10-1-1,0 10-15,-9 9 16,-9-9-16,-10 9 16,-10-1-1,-9 11-15,-18 8 16,-10-9 0,0-9-16,9-9 15,38-28-15</inkml:trace>
  <inkml:trace contextRef="#ctx0" brushRef="#br0" timeOffset="22400.99">13584 9968 0,'0'0'16,"0"0"-16,0 0 15,0 0 1,-9 18-16,-1 10 16,-8 18-1,-1 10-15,9 8 16,1 1-16,9 0 15,0-19 1,9-9-16,10-10 16,9-8-1,10-10-15,28-9 16,0-9 0,0-19-16,0-9 15,-10 0-15,-18-9 16,-10-9-1,-9-1-15,-10 10 16,-9 0 0,-19 0-16,0 9 15,-18 0 1,-10 9-16,-19 19 16,-19 9-16,-9 28 15,19-1 1,18 20-16,1-10 15,56-37 1</inkml:trace>
  <inkml:trace contextRef="#ctx0" brushRef="#br0" timeOffset="23612.3">15221 7384 0,'0'0'0,"0"0"16,0 0 0,0 0-16,-9 0 15,9 0-15,0 0 16,0 0-1,0 0-15,0 0 16,0 0 0,9-10-16,19 1 15,1 0 1,-1 0-16,9 9 16,-8 0-16,-10 0 15,-1 9 1,-8 0-16,-1 0 15,1 10 1,-10-1-16,-10 10 16,1 0-1,-1-10-15,1 1 16,9-10-16,0 0 16,0 0-1,0 1-15,9-1 16,1 0-1,18 0-15,19 1 16,19-1-16,-10 0 16,1 9-1,-20 1-15,-8-1 16,-11 10 0,-8 9-16,-10 0 15,-19 18-15,-9-9 16,-29 10-1,-9-10-15,-9-9 16,-9 0 0,8-10-16,20-17 15,18-1 1,10-9-16,9 0 16,10 0-16,9 0 15</inkml:trace>
  <inkml:trace contextRef="#ctx0" brushRef="#br0" timeOffset="24363.27">16341 6701 0,'0'0'0,"0"0"15,0 0 1,0 18-16,0 38 16,-19 36-1,-9 46-15,-1 19 16,-8 46 0,-1-18-16,19 27 15,-9-18-15,9-9 16,19-29-1,10-26-15,18-29 16,0-27 0,19-9-16,10-19 15,8-19 1,11-17-16,8-20 16,-8-26-16,-76 36 15</inkml:trace>
  <inkml:trace contextRef="#ctx0" brushRef="#br0" timeOffset="24663.12">16830 6728 0,'0'0'0,"0"0"16,0 0-1,0 0-15,0 19 16,0 18 0,9 27-16,1 29 15,-1-1 1,0-18-16,10 0 15,0-19-15,-19-55 16</inkml:trace>
  <inkml:trace contextRef="#ctx0" brushRef="#br0" timeOffset="24929.94">17357 7144 0,'0'0'16,"0"0"-16,0 0 15,-19 18 1,-19 19-16,-28 37 16,-18 9-1,-10 9-15,0 10 16,-1-10-16,-8 0 15,18-8 1,19-20-16,66-64 16</inkml:trace>
  <inkml:trace contextRef="#ctx0" brushRef="#br0" timeOffset="25533.91">16999 7891 0,'0'0'16,"0"0"0,0 0-16,10 10 15,-1 8 1,10 10-16,0-1 15,9 10-15,-9-9 16,9 0 0,0-10-16,0-9 15,10 1 1,0-20-16,-1-8 16,1-10-1,-1-9-15,-8 0 16,-10 10-16,-10-1 15,0 0 1,1 10-16,-10 9 16,0-1-1,0 10-15,0 0 16,0 0-16,0 0 16,0 10-1,9 17-15,1 29 16,-1 8-1,0 1-15,1 18 16,-10 0 0,0 0-16,0-18 15,-10-1-15,-8 1 16,-1-10 0,0-9-16,0-9 15,0-9 1,0-9-16,-9-19 15,0-10-15,28 10 16</inkml:trace>
  <inkml:trace contextRef="#ctx0" brushRef="#br0" timeOffset="25977.88">17338 6599 0,'0'0'15,"0"0"-15,19 9 16,18 19-1,20 18-15,18 19 16,10 18 0,-1 28-16,-18-1 15,-9 10-15,-1 19 16,-18 9 0,-19-19-16,-10 28 15,-9 0 1,-19-28-16,0 18 15,0-17-15,1-20 16,-11-8 0,1-28-16,9-28 15,1-18 1,8-19-16,1-9 16,9 0-16</inkml:trace>
  <inkml:trace contextRef="#ctx0" brushRef="#br0" timeOffset="26600.95">17912 6396 0,'0'0'15,"0"0"-15,0 0 16,0 0 0,0 0-16,0 0 15,0 0 1,0 0-16,9-9 15,10 0-15,0-1 16,0 10 0,9 0-16,-9 0 15,9 10 1,-9-1-16,-1 9 16,1 10-16,0 18 15,-10 0 1,-9 19-16,-9 0 15,0-10 1,-1-9-16,-9 0 16,10-9-1,0-9-15,9-10 16,0 1-16,0-10 16,9 0-1,19 0-15,10 1 16,18-10-1,29 0-15,9-10 16,-9 1-16,-10 0 16,-9 0-1,-19 9-15,0 0 16,-9 0 0,-38 0-16</inkml:trace>
  <inkml:trace contextRef="#ctx0" brushRef="#br0" timeOffset="27046.21">18871 7938 0,'0'0'0,"0"0"15,0 0-15,0 0 16,0 0-16,10 0 16,18-10-1,19 1-15,19-9 16,18-1 0,11 1-16,-1-1 15,-10 1-15,-18-1 16,-9-8-1,-10-1-15,-19-9 16,-28 37 0</inkml:trace>
  <inkml:trace contextRef="#ctx0" brushRef="#br0" timeOffset="27300.36">19097 7347 0,'0'0'0,"0"0"15,0 0 1,0 0-16,0 0 16,9 18-1,10 10-15,9 27 16,10 28-16,0 10 16,9 36-1,-19-9-15,-9-9 16,0 9-1,-10-28-15,0-18 16,10-19-16,-19-55 16</inkml:trace>
  <inkml:trace contextRef="#ctx0" brushRef="#br0" timeOffset="27870.22">20085 7347 0,'0'0'16,"0"0"-16,0 0 15,0 0 1,0 0-16,0 0 16,9-9-1,19-10-15,10 1 16,9-1-1,-9 10-15,-1 9 16,-8 0-16,-11 9 16,1 10-1,-9 8-15,-10 10 16,-19 19 0,-9 8-16,-1-8 15,1-10-15,9-9 16,10-19-1,0 1-15,9-10 16,9 9 0,10-8-16,18-1 15,20 0 1,18-9-16,19-18 16,0-10-16,0-9 15,-94 37 1</inkml:trace>
  <inkml:trace contextRef="#ctx0" brushRef="#br0" timeOffset="28279.98">21261 6322 0,'0'0'16,"0"0"-16,0 0 16,0 0-1,0 10-15,-10 17 16,-8 29-16,-20 36 16,-9 37-1,-10 19-15,1 18 16,0 0-1,-1 9-15,19 1 16,10-38 0,19-9-16,18 1 15,10-38 1,9-18-16,10-10 16,9-17-16,9-1 15,10-9 1,9-10-16,-18-27 15,-57 0 1</inkml:trace>
  <inkml:trace contextRef="#ctx0" brushRef="#br0" timeOffset="28571.15">21703 6304 0,'0'0'15,"0"0"-15,0 0 16,0 0 0,9 9-16,1 10 15,-1 27-15,-9 28 16,0 27-1,0-9-15,0 1 16,10-20 0,-1-8-16,0-28 15,-9-37-15</inkml:trace>
  <inkml:trace contextRef="#ctx0" brushRef="#br0" timeOffset="28863.42">22427 6959 0,'0'0'0,"0"0"16,0 19-1,-9 18-15,-19 36 16,-19 20-16,-47 27 15,-19 9 1,9-37-16,1-9 16,18-18-1,10-19-15,18-18 16,20-10 0,27-18-16,10 0 15</inkml:trace>
  <inkml:trace contextRef="#ctx0" brushRef="#br0" timeOffset="29430.06">22136 7559 0,'0'0'0,"0"0"15,9 19 1,0 8-16,1 10 15,9 9-15,-1 10 16,1-1 0,0-9-16,0-9 15,0-9 1,0 0-16,9-10 16,0-18-1,10-9-15,-1 0 16,-9-10-16,1-9 15,-1 1 1,-9-1-16,0 0 16,-10 1-1,0 8-15,1 1 16,-10 8-16,0 1 16,0 9-1,0 0-15,0 0 16,0 0-1,0 9-15,0 28 16,0 10 0,0 17-16,0 1 15,0-1-15,0 1 16,-10 0 0,1-10-16,0 0 15,-1 1 1,-18-1-16,0-9 15,9-9 1,0-18-16,0-10 16,19-9-16</inkml:trace>
  <inkml:trace contextRef="#ctx0" brushRef="#br0" timeOffset="29836.04">22371 6101 0,'0'0'0,"9"0"16,19 0-1,29 18-15,18 19 16,10 28 0,-1 18-16,1 18 15,-10 29 1,-28 26-16,-9-8 16,-29 18-16,-18-9 15,-10 9 1,-18 0-16,-1-18 15,-9-9-15,0-10 16,-10-18 0,1-19-16,0 0 15,9-27 1,47-65-16</inkml:trace>
  <inkml:trace contextRef="#ctx0" brushRef="#br0" timeOffset="30700.29">16830 8999 0,'0'0'0,"0"0"15,0 0 1,0 0-16,0 0 16,9 9-1,1 0-15,27 19 16,48 0-1,47-1-15,28 1 16,47-19-16,9-9 16,38-18-1,0-1-15,9 1 16,20-10 0,-11 1-16,29 8 15,-18 10 1,8 0-16,10 9 15,-9-10-15,-10 1 16,-9 9 0,-38 0-16,29 0 15,-86 0 1,1 0-16,-19 0 16,-57 0-16,-27 0 15,-10 0 1,-29 0-16,-9 0 15,-9 0 1,-9 0-16,-10 0 16,0 0-1,-38 0-15,38 0 16</inkml:trace>
  <inkml:trace contextRef="#ctx0" brushRef="#br0" timeOffset="31468.75">18072 9839 0,'0'0'0,"0"0"15,0 0-15,0 0 16,0 0 0,0 0-16,0 0 15,0 0 1,0 9-16,9 19 15,0 27-15,10 28 16,-9 0 0,-1-9-1,0-19-15,-9-8 16,0-10-16,0-37 16</inkml:trace>
  <inkml:trace contextRef="#ctx0" brushRef="#br0" timeOffset="31730.5">18504 10088 0,'0'0'15,"0"0"-15,0 0 16,0 0-16,10 18 16,-10 19-1,0 28-15,-10 27 16,-18 38-1,-19 17-15,-19 1 16,0 0 0,10-19-16,0-28 15,-1-8-15,19-38 16,10-27 0,28-28-16</inkml:trace>
  <inkml:trace contextRef="#ctx0" brushRef="#br0" timeOffset="32297.3">18608 10900 0,'0'0'16,"0"0"-16,9 9 15,1 10 1,-1 9-16,0 9 16,1 9-1,9 9-15,0-9 16,-1-18-16,1 0 16,0-10-1,9-9-15,10-9 16,9-18-1,0-19-15,-9 0 16,-1-9 0,-18 9-16,0 0 15,-10 9-15,1 10 16,-1-1 0,-9 10-16,0 0 15,0 9 1,0 0-16,0 0 15,19 28-15,0 27 16,-1 19 0,1 18-16,-9 28 15,-10-9 1,-10 0-16,-9-1 16,1-27-1,-11 0-15,1-27 16,0-10-16,0-18 15,9-19 1,-9-18-16,28 9 16</inkml:trace>
  <inkml:trace contextRef="#ctx0" brushRef="#br0" timeOffset="32646.2">19012 9830 0,'0'0'0,"19"9"16,19 9-16,18 28 15,10 47 1,0 36-16,-19 19 15,-9 36-15,-10 1 16,-19 9 0,-18-10-16,-10-8 15,-9-10 1,0-37-16,-10 9 16,-9-27-1,0-28-15,-19-27 16,-9-20-16,75-36 15</inkml:trace>
  <inkml:trace contextRef="#ctx0" brushRef="#br0" timeOffset="32996.49">17413 9876 0,'0'0'0,"-9"9"16,-10 0-16,0 19 15,-9 27-15,-19 56 16,9 18-1,1 37-15,8 28 16,29 0 0,19 18-16,19-36 15,28-10 1,47-46-16,28-37 16,47-28-16,38 10 15</inkml:trace>
  <inkml:trace contextRef="#ctx0" brushRef="#br0" timeOffset="33617.08">19539 9728 0,'0'0'16,"0"0"-16,0 0 15,10-9-15,-1-10 16,10 1-1,18-1-15,1 1 16,0 0 0,-1 8-16,-8 10 15,-1 0 1,-9 10-16,-1-1 16,-8 9-16,-1 10 15,-9 9 1,0-9-16,0 8 15,-9-8 1,-1 0-16,10-10 16,0 1-1,0-1-15,0 1 16,10-1-16,9 1 16,9-1-1,9 10-15,1-1 16,0 1-1,-1 9-15,-8 0 16,-11-9-16,-8 9 16,-10-1-1,-19 11-15,-9-1 16,-19 0 0,-29-9-16,-18 0 15,94-37 1</inkml:trace>
  <inkml:trace contextRef="#ctx0" brushRef="#br0" timeOffset="34896.85">23058 8796 0,'0'0'0,"0"0"16,0 0-1,0-9-15,-10-1 16,10 10-16,0 0 15,0-9 1,0 0-16,19-10 16,28-8-1,38-10-15,28 0 16,-1 9 0,-27 10-16,-19-1 15,-10 10-15,-18 0 16,-38 9-1</inkml:trace>
  <inkml:trace contextRef="#ctx0" brushRef="#br0" timeOffset="35096.37">23095 9350 0,'0'0'0,"10"9"15,18 0 1,28 0-16,57-9 16,19-9-1,9-9-15,19-19 16,66-9-16</inkml:trace>
  <inkml:trace contextRef="#ctx0" brushRef="#br0" timeOffset="35982.86">24083 9442 0,'0'0'0,"0"0"15,9-9-15,10-10 16,19-27 0,-1-9-16,1-10 15,19-18 1,-1-18-16,0-29 15,1 10 1,-10-27-16,-9 8 16,-10 19-16,-9 28 15,-10 9 1,0 18-16,-9 19 16,0 18-1,0 10-15,0 9 16,0 9-16,0 0 15,-18 18 1,-1 28-16,-9 56 16,-1 9-1,20 9-15,9 9 16,19-9 0,9-9-16,10-19 15,9-18-15,9 0 16,10-28-1,-10-19-15,1-17 16,9-10 0,-1-19-16,-8-18 15,9-27-15,-10-29 16,-9-17 0,-9-1-16,-19-9 15,-10 0 1,-9 9-16,-9 19 15,-1 18 1,1 19-16,-1 18 16,1 18-16,9 10 15,0 9 1,0 0-16,0 0 16,-9 18-1,-1 29-15,1 45 16,-1 19-1,10-1-15,10 1 16,-10 0-16,9 0 16,1-19-1,-1-18-15,0-10 16,1-17 0,-1-20-16,-9-27 15</inkml:trace>
  <inkml:trace contextRef="#ctx0" brushRef="#br0" timeOffset="36212.98">24958 8694 0,'0'0'0,"19"-9"15,75-28-15,56-9 16,10 0 0,38-9-16,-38 18 15,-10 0 1,-150 37-16</inkml:trace>
  <inkml:trace contextRef="#ctx0" brushRef="#br0" timeOffset="37146.75">24262 9866 0,'0'0'0,"0"0"15,0 0 1,-10 10-16,-9 17 16,-9 20-1,0 26-15,19 10 16,-1-9-1,20-9-15,-1-19 16,19-18-16,19-10 16,10-18-1,9-18-15,-1-19 16,-8-19 0,-1-8-16,-18-1 15,-10 10 1,-9-1-16,-10 20 15,1 8-15,-10 9 16,0 10 0,0 9-16,0 0 15,0 9 1,9 28-16,10 56 16,0 17-1,0 10-15,-1 10 16,-8-10-16,-10-10 15,0-17 1,-10-20-16,1-17 16,-10-10-16,10-9 15,-10-9 1,10-10-16,-10-9 16,9 1-1,-8-10-15,-1-10 16,0-17-1,19 27-15</inkml:trace>
  <inkml:trace contextRef="#ctx0" brushRef="#br0" timeOffset="37446.91">25127 10134 0,'0'0'16,"0"0"-16,0 0 15,10 9 1,8 10-16,11-1 16,18 1-16,19-1 15,9 1 1,19-10-16,-9-9 15,-1 0 1,-18-9-16,-19-1 16,-9-8-1,-38 18-15</inkml:trace>
  <inkml:trace contextRef="#ctx0" brushRef="#br0" timeOffset="37746">25447 10014 0,'0'0'15,"0"0"-15,19 9 16,18 10 0,20 18-16,9 0 15,-10 9 1,-9 0-16,-28-9 15,0 9 1,-19 0-16,-10 10 16,-18 17-16,-9 1 15,-20 0 1,-18 0-16,18-9 16,1-10-16,56-55 15</inkml:trace>
  <inkml:trace contextRef="#ctx0" brushRef="#br0" timeOffset="38230.78">26171 10125 0,'0'0'16,"0"0"-16,0 9 16,-9 10-1,-10 18-15,0 18 16,1 19 0,-1 18-16,19 0 15,9-18-15,10-18 16,0-10-1,9-9-15,10-19 16,-1-9 0,10-9-16,10-9 15,-1-9 1,-9-19-16,0 0 16,-9-9-16,-10-10 15,-9 1 1,-10 0-16,-9-10 15,-9 10 1,-10-1-16,-9 19 16,-10 0-1,-18 0-15,-29 19 16,-18 27-16,-1 19 16,104-28-1</inkml:trace>
  <inkml:trace contextRef="#ctx0" brushRef="#br0" timeOffset="39805.83">28043 6922 0,'0'0'0,"0"0"15,0 0 1,0 0-16,0 0 16,0 0-16,0 0 15,0 0 1,0 0-16,0 0 15,0 0 1,10-9-16,-1 0 16,1 0-16,9-1 15,18 1 1,1 9-16,-10 0 16,0 0-1,-9 9-15,-10 1 16,1 8-1,-1 10-15,-9 9 16,-19 18-16,-9 0 16,-9 1-1,-1-10-15,0-9 16,1 0 0,8-19-16,1 1 15,9-10-15,10 0 16,9-9-1,0 0-15,0 0 16,0 0 0,9 0-16,1 0 15,-10 0 1,0 0-16,0 0 16,0 0-16,0 0 15,0 0 1,0 0-16,0 0 15,0 0 1,0 0-16,0 0 16,0 0-1</inkml:trace>
  <inkml:trace contextRef="#ctx0" brushRef="#br0" timeOffset="43830.04">27639 6941 0,'0'0'0,"0"0"0,0 0 16,9-10 0,1 1-16,9 0 15,-1 0 1,1 0-16,19-1 16,-1 1-1,11 0-15,8 9 16,-9 0-1,-9 0-15,-1 9 16,-9 0-16,-9 1 16,0-1-1,-9 9-15,-1 10 16,0 9 0,-9 0-16,-9 9 15,0 0-15,-20 9 16,1-8-1,0-1-15,-10 9 16,10-9 0,0 0-16,9-18 15,10-9 1,-1-1-16,1-9 16,9 0-16,0-9 15,0 0 1,0 0-16,9 0 15,10 0 1,19 0-16,9 0 16,0 0-1,0 10-15,0-1 16,-10 0-16,1 10 16,-10-1-1,-9 10-15,0-1 16,-10 1-16,1 9 15,-10 9 1,-10 10-16,-18-1 16,0 10-1,-10-1-15,-18 1 16,-10-19 0,-9 0-16,-1-9 15,20-19-15,-10 1 16,10-10-1,-1-9-15,20 0 16,-1-9 0,10 0-16,-1-10 15,29 19 1</inkml:trace>
  <inkml:trace contextRef="#ctx0" brushRef="#br0" timeOffset="44713.51">29116 6895 0,'0'0'0,"0"0"15,0 0-15,0 0 16,0 0 0,0 9-16,9 28 15,-9 18 1,0 19-16,0 18 15,-9 1 1,0 17-16,-1 1 16,10-28-16,0-18 15,0-19 1,0-46-16</inkml:trace>
  <inkml:trace contextRef="#ctx0" brushRef="#br0" timeOffset="44983.02">28627 7328 0,'0'0'0,"0"0"16,19 10-1,28-1-15,47 9 16,37 1 0,10-10-16,19-9 15,-28 0-15,-38-9 16,-9-10 0,0-8-16,-85 27 15</inkml:trace>
  <inkml:trace contextRef="#ctx0" brushRef="#br0" timeOffset="45536.28">29878 7116 0,'0'0'16,"0"0"-16,0 0 15,0 0 1,9-9-16,1 0 16,9-1-1,-1 1-15,1 0 16,0 0-1,0 9-15,0 0 16,-10 9-16,0 9 16,1 19-1,-10 9-15,-10 10 16,-18 27 0,-9-9-16,-1 0 15,-9-10-15,9-18 16,10-9-1,9-9-15,10-10 16,-1-8 0,10-1-16,0 0 15,10 0 1,18 1-16,19-1 16,0-9-16,19-9 15,0-10 1,0-9-16,9-9 15,0-9 1,-75 46-16</inkml:trace>
  <inkml:trace contextRef="#ctx0" brushRef="#br0" timeOffset="46197.84">30452 7024 0,'0'0'16,"0"0"-16,0 0 16,0 0-1,0 9-15,0 0 16,0 10 0,0 8-16,0 10 15,0 9-15,0 1 16,0-1-1,0-9-15,9 0 16,1-10 0,8 1-16,11-10 15,18 1 1,9-10-16,1-18 16,-10 0-16,0-19 15,0 0 1,-10 1-16,-8-10 15,-11 9 1,1 0-16,-9 1 16,-10 17-16,0 1 15,0 9 1,0 0-16,0 0 16,0 0-1,-10 19-15,1 8 16,-1 29-1,10 17-15,0 20 16,0-1-16,0 0 16,0 1-1,0-10-15,0 0 16,0-9 0,-9-10-16,-10 1 15,0-10 1,0-9-16,1-9 15,-1 0-15,0-9 16,-9-10 0,-10-8-16,1-20 15,37 10 1</inkml:trace>
  <inkml:trace contextRef="#ctx0" brushRef="#br0" timeOffset="46847.18">27470 8787 0,'0'0'0,"0"0"16,0 0 0,0 0-16,9 0 15,19 0 1,10 0-16,28 0 16,28 0-16,28-10 15,10-8 1,28-10-16,18 1 15,-8-10 1,18 0-16,-9 0 16,-10 0-16,10 0 15,-19 0 1,-10 9-16,1 10 16,-20-1-1,-18 10-15,0 0 16,-19 9-1,-28 0-15,-19 9 16,-9 0-16,-10 1 16,-9-1-1,-19 9-15,-10 10 16,10-28 0</inkml:trace>
  <inkml:trace contextRef="#ctx0" brushRef="#br0" timeOffset="47613.09">28881 9211 0,'0'0'0,"0"0"0,0 0 15,0 0 1,0 0-16,0 19 16,-10 18-1,1 27-15,-10 19 16,10 10 0,9-10-16,9-10 15,10-17-15,19-1 16,-1-27-1,20-19-15,27-9 16,10-18 0,-18-19-16,-1-9 15,-9-10-15,-29 1 16,-8-1 0,-11 1-16,-8 18 15,-10 9 1,0 10-16,-10 9 15,1 9 1,-10 9-16,-9 9 16,0 29-16,0 36 15,9 27 1,9 1-16,1 9 16,-1-9-1,1-10-15,-10 1 16,0-19-16,1-9 15,-11-9 1,1-1-16,0-18 16,0-9-1,9-9-15,0-10 16,0-8 0,-9-20-16,28 10 15</inkml:trace>
  <inkml:trace contextRef="#ctx0" brushRef="#br0" timeOffset="48219.12">29615 8980 0,'0'0'0,"0"0"15,0 0 1,0 0-16,0 0 16,9-9-1,10 0-15,9 0 16,0 0-16,0 9 15,-9 0 1,-9 0-16,-1 0 16,0 0-1,1 9-15,-1 0 16,1 9-16,-1 1 16,0 18-1,-9 9-15,-9 9 16,0-8-1,-10 8-15,0 0 16,0-18 0,0-9-16,10 0 15,0-10-15,9 0 16,0-8 0,0-1-16,9 0 15,10 0 1,18 1-16,10-10 15,19 0 1,10-10-16,-1 1 16,0 0-16,-18 0 15,-1-10 1,-9 1-16,-47 18 16</inkml:trace>
  <inkml:trace contextRef="#ctx0" brushRef="#br0" timeOffset="48680.35">31251 8307 0,'0'0'16,"0"0"-16,0 0 15,0 0-15,0 0 16,0 9 0,-9 9-16,-10 19 15,-18 19 1,-10-1-16,-1 10 16,1-1-1,10 10-15,-1-9 16,19-10-16,10-18 15,0-9 1,9-1-16,0-27 16</inkml:trace>
  <inkml:trace contextRef="#ctx0" brushRef="#br0" timeOffset="49035.97">30894 8436 0,'0'0'0,"0"0"16,9 9-1,1 0-15,9 10 16,9 18 0,0 0-16,10 18 15,-10-9 1,0 10-16,0-1 16,1 0-16,-20-18 15,0 0 1,1-9-16,-10 0 15,0-19 1,0-9-16</inkml:trace>
  <inkml:trace contextRef="#ctx0" brushRef="#br0" timeOffset="49303.39">30696 8667 0,'0'0'15,"0"0"-15,19 0 16,19-10 0,18 1-16,29 0 15,37-10 1,-9 10-16,-19-9 15,10-1-15,46-18 16,-150 37 0</inkml:trace>
  <inkml:trace contextRef="#ctx0" brushRef="#br0" timeOffset="50249.77">32079 7430 0,'0'0'0,"0"0"15,0 0 1,0 0-16,0 0 15,0 0 1,0 9-16,0 19 16,0 9-16,-9 27 15,9 10 1,9 0-16,1 0 16,8-19-1,11-9-15,8-9 16,10-9-1,10-19-15,9-9 16,0-18-16,-10-10 16,-18 0-1,9-9-15,-19 10 16,-9-10 0,-1 9-16,-8 0 15,-10 1-15,0 8 16,0 10-1,0 9-15,0 0 16,0 0 0,-10 9-16,-8 10 15,-11 27-15,11 28 16,-1 18 0,0 10-16,10-1 15,-1 1 1,-9-10-16,10-18 15,0 0 1,-1-19-16,1-9 16,-1 0-16,1-9 15,0 0 1,-1-18-16,10-10 16,0-9-1,0 0-15,0 0 16</inkml:trace>
  <inkml:trace contextRef="#ctx0" brushRef="#br0" timeOffset="51002.18">32822 7070 0,'0'0'16,"0"0"-16,0 0 15,0 0 1,0 0-16,10-9 15,-1-1-15,1 1 16,-1 0 0,0 0-16,10 0 15,0-1 1,0 1-16,-10 9 16,1 0-1,-1 0-15,1 0 16,-1 0-16,0 9 15,1 1 1,-1-1-16,-9 9 16,0 1-1,-9 8-15,-10 1 16,0 0-16,0-1 16,10 1-1,0-9-15,-1-10 16,10 0-1,0 0-15,0 1 16,10-1 0,-1 0-16,10 0 15,0 10-15,-1-1 16,1-9 0,0 10-16,-10-1 15,1 1 1,-10 8-16,0 1 15,-10 0-15,-8 9 16,-11 0 0,1-10-16,0 1 15,9-10 1,0 1-16,10-10 16,-1 0-1,10-9-15,0 0 16</inkml:trace>
  <inkml:trace contextRef="#ctx0" brushRef="#br0" timeOffset="51480.16">31948 9008 0,'0'0'0,"0"0"16,0 0-16,0 0 16,0 0-16,0 0 15,0 0 1,18 9-16,29-9 15,66 0 1,47-9-16,0-9 16,-9-1-1,-10-8-15,-19 8 16,-9 1-16,-28-1 16,-85 19-1</inkml:trace>
  <inkml:trace contextRef="#ctx0" brushRef="#br0" timeOffset="51834.41">32531 9747 0,'0'0'0,"0"0"16,0 0-16,0 0 15,0 0 1,0 0-16,0 9 15,0 28 1,-10 18-16,10 65 16,-18 18-1,8 38-15,-9 55 16</inkml:trace>
  <inkml:trace contextRef="#ctx0" brushRef="#br0" timeOffset="53463.75">32503 8648 0,'0'0'0,"0"0"16,0 0-1,0 0-15,0 0 16,0 0-1,0 0-15,-10 0 16,1 0 0,-10 0-16,0 0 15,0 0-15,-9 0 16,0 0 0,0-9-16,-10 0 15,0 9 1,-9 0-16,-9-10 15,-10 1-15,10 0 16,9 0 0,0 0-16,0-10 15,-1-9 1,48 28-16</inkml:trace>
  <inkml:trace contextRef="#ctx0" brushRef="#br0" timeOffset="56894.06">30555 9202 0,'0'0'0,"-28"9"16,-38 10-16,-37 8 16,-20 10-1,-27 0-15,-10 19 16,-9-1 0,-10 10-16,-9 8 15,18 10 1,1 10-16,19-1 15,18-9 1,19 9-16,9-9 16,10-18-16,19-10 15,9 1 1,19-19-16,0-10 16,10-8-1,8-1-15,11-8 16,8-10-16,10 0 15</inkml:trace>
  <inkml:trace contextRef="#ctx0" brushRef="#br0" timeOffset="61147.18">32098 8242 0,'0'0'16,"0"0"-16,0-9 15,0 0 1,0-10-16,0 1 15,0-10 1,9-9-16,10-18 16,19-19-16,28-28 15,47-36 1,18-1-16,1 1 16,37-19-1,-18 28-15,9-19 16,-10-9-16,10-18 15</inkml:trace>
  <inkml:trace contextRef="#ctx0" brushRef="#br0" timeOffset="63436.14">32418 6313 0,'0'0'0,"0"0"16,0 0-1,0 0-15,0 0 16,0 9 0,0 1-16,0 17 15,0 10-15,-9 0 16,9 9 0,0-9-16,9 0 15,10-9 1,0-1-16,9-17 15,9-10 1,10-10-16,0-8 16,1-10-16,-11 1 15,-9-1 1,-9 0-16,0 10 16,-10-1-1,1 10-15,-10 0 16,0 9-16,0 0 15,0 0 1,0 9-16,-10 10 16,-8 27-1,8 9-15,-9 19 16,10-10-16,0 1 16,-1 0-1,1-1-15,-1-8 16,-8-10-1,-1 0-15,-10 0 16,-27 0 0,-47 0-16,103-46 15</inkml:trace>
  <inkml:trace contextRef="#ctx0" brushRef="#br0" timeOffset="64302.43">13979 13365 0,'0'0'0,"0"0"16,-9 0-1,9 0-15,-9 0 16,9 0-16,0 0 16,0 0-1,0 0-15,0 0 16,18 0 0,29-10-16,38-17 15,28-10-15,0 0 16,-28 9-1,-10 0-15,-19 10 16,-28 9 0,-28 9-16</inkml:trace>
  <inkml:trace contextRef="#ctx0" brushRef="#br0" timeOffset="64530.49">13819 13835 0,'0'0'16,"0"0"-16,10 0 16,46-18-1,67-10-15,8-9 16,29-9-16,66-19 15</inkml:trace>
  <inkml:trace contextRef="#ctx0" brushRef="#br0" timeOffset="66580.2">15616 14094 0,'0'0'0,"0"0"16,0 0 0,10-10-16,37-36 15,37-46-15,29-46 16,-19-1-1,-9 1-15,-10-10 16,-9 19 0,-19 18-16,-19 9 15,-9 19 1,0 19-16,-10 27 16,-9 9-16,0 10 15,0 9 1,0 9-16,-18 9 15,-11 28 1,-8 18-16,-1 37 16,19 19-1,10 0-15,18-19 16,10-18 0,9 0-16,19-19 15,0-9-15,0-18 16,1-19-1,-1-9-15,28-27 16,19-56 0,-9-37-16,-29 0 15,-9-10-15,0-8 16,-19 18 0,-9 18-16,-9 29 15,-10 8 1,0 19-16,0 18 15,0 10-15,0 18 16,0 0 0,0 0-16,0 18 15,-10 37 1,1 47-16,-1 27 16,1 0-1,9 28-15,0-18 16,0-19-16,9-9 15,1-19 1,9-28-16,-1-27 16,1-18-1,-9-19-15,-10 0 16</inkml:trace>
  <inkml:trace contextRef="#ctx0" brushRef="#br0" timeOffset="66814.13">16548 13300 0,'0'0'0,"0"0"16,0 0 0,18-9-16,39-28 15,56-28 1,18-9-16,20 10 15,-29 18-15,-37 18 16,-29 9 0,-9 19-16,-47 0 15</inkml:trace>
  <inkml:trace contextRef="#ctx0" brushRef="#br0" timeOffset="67583.22">15381 14232 0,'0'0'16,"0"-9"-16,0-10 15,0 1-15,0 9 16,0 0-1,0 9-15,0 0 16,0 9 0,0 28-16,10 27 15,8 47 1,11-9-16,-11-19 16,20-28-1,0-18-15,9-9 16,19-28-16,18-19 15,-9-27 1,-28 0-16,-9-10 16,0 1-1,-10 0-15,-19 9 16,1 18-16,-10 0 16,0 19-1,0 0-15,0 9 16,0 0-1,0 9-15,9 19 16,1 36 0,-1 38-16,0-1 15,1 10-15,-10 0 16,0-10 0,-10-27-16,1 0 15,-19 0 1,0-10-16,-10-8 15,0-10-15,10-18 16,-10-10 0,-9 1-16,10-10 15,-1-9 1,38 0-16</inkml:trace>
  <inkml:trace contextRef="#ctx0" brushRef="#br0" timeOffset="67938.23">16275 14878 0,'0'0'16,"0"0"-16,19 0 16,9-9-1,9 0-15,20-10 16,9 10 0,9 0-16,0 0 15,-9-1-15,-9 1 16,-1-9-1,-9-1-15,-9 1 16,-10-10 0,0 0-16,-28 28 15</inkml:trace>
  <inkml:trace contextRef="#ctx0" brushRef="#br0" timeOffset="68246.81">16689 14398 0,'0'0'0,"0"0"15,0 0 1,0 0-16,0 0 16,0 0-16,9 9 15,10 10 1,9 9-16,10-1 16,9 10-1,0 0-15,-9 0 16,9 0-16,-19 0 15,-9 0 1,-1 18-16,-18-9 16,0 10-1,-18 8-15,-11-8 16,1-1 0,-9-9-16,-1-9 15,38-37-15</inkml:trace>
  <inkml:trace contextRef="#ctx0" brushRef="#br0" timeOffset="68736.16">17545 14537 0,'0'0'15,"0"0"1,0 0-16,0 0 16,0 9-16,-10 19 15,-8 9 1,-1 18-16,0 19 16,10 0-1,9-1-15,9-26 16,10-1-16,9-19 15,28-8 1,1-19-16,18-19 16,0-27-1,-9-9-15,-9 0 16,-10-1 0,-19 1-16,-9-10 15,-10 10-15,-9-10 16,-9 10-1,-19 9-15,-1 18 16,-18 0 0,-9 19-16,-19 9 15,-1 18-15,1 19 16,9 19 0,19-10-16,47-46 15</inkml:trace>
  <inkml:trace contextRef="#ctx0" brushRef="#br0" timeOffset="69180.95">19022 12414 0,'0'0'15,"0"0"-15,-10 0 16,-18 9-1,-19 28-15,-28 37 16,-10 46 0,-9 37-16,0 37 15,9 18 1,20-9-16,17 18 16,20-27-16,28-18 15,19-47 1,19-9-16,9-37 15,9-19 1,19-17-16,-9-29 16,-66-18-16</inkml:trace>
  <inkml:trace contextRef="#ctx0" brushRef="#br0" timeOffset="69864.09">19106 13189 0,'0'0'15,"0"0"-15,0-9 16,10-10 0,-1-8-16,19-10 15,10 0-15,28 0 16,9 0 0,0 9-16,-9 10 15,-9 9 1,-10 9-16,-10 9 15,-8 0 1,-11 10-16,-8 18 16,-10 18-16,-10 10 15,-8 8 1,-11-8-16,1-19 16,9-9-1,1-9-15,8-10 16,10-9-16,0 1 15,0-1 1,10 0-16,8 0 16,20 10-1,28 9-15,0-1 16,-10 1 0,-9 0-16,-9 9 15,-10 9-15,-19 0 16,-9 0-1,-28 9-15,-9 10 16,-20-10 0,1-9-16,9-18 15,-10-9-15,10-10 16,0-18 0,0-19-16,47 28 15</inkml:trace>
  <inkml:trace contextRef="#ctx0" brushRef="#br0" timeOffset="70170.25">20612 12765 0,'0'0'0,"0"0"16,9 9-16,10 9 16,0 19-1,-1 19-15,1 27 16,-9 27 0,-20 29-16,1-1 15,-10 10-15,0-19 16,10-37-1,-1-27-15,10-28 16,0-37 0</inkml:trace>
  <inkml:trace contextRef="#ctx0" brushRef="#br0" timeOffset="70397.42">20207 13466 0,'0'0'16,"0"0"-16,19-9 15,28 0 1,38-10-16,37-18 16,38 0-1,-10 0-15,-27 0 16,-20 10-16,-103 27 15</inkml:trace>
  <inkml:trace contextRef="#ctx0" brushRef="#br0" timeOffset="71463.48">21261 13125 0,'0'0'15,"0"0"-15,0 0 16,19-10 0,9-8-16,9-1 15,1 1-15,18-1 16,-8 10 0,-1 0-16,-10 9 15,-9 0 1,-9 9-16,-9 10 15,-10 8-15,-10 20 16,-27 17 0,-10 10-16,0-9 15,-10 8 1,10-17-16,9-10 16,10-18-1,9-10-15,10 1 16,0-10-16,9-9 15,0 0 1,9 0-16,10 0 16,28 0-1,28-19-15,38-18 16,-10-9-16,-8 0 16,-11-9-1,-18-10-15,-10 10 16,-18 18-1,-10 0-15,-9 9 16,-9 10 0,-1 9-16,0-1 15,-9 10-15,0 0 16,0 0 0,0 19-16,0 18 15,-9 27 1,9-8-16,9-1 15,1-9 1,9-9-16,9-18 16,0-10-16,10-9 15,-1-9 1,1-10-16,0-9 16,-1-8-1,-9-11-15,-9 10 16,0 1-16,-10 8 15,1 9 1,-1 10-16,-9 0 16,0 9-1,0 0-15,0 0 16,10 9-16,-1 19 16,10 18-1,-10 19 1,1 36-16,-1 10 15,1-10-15,-10-8 16,0-1 0,-10-18-16,1-10 15,9-17-15,0-10 16,0-10 0,0-8-16,0-10 15,0-9 1,0 0-16,0 0 15,0 0 1,-10-9-16,1-19 16,9-37-16,9-36 15,29-38 1,-38 139-16</inkml:trace>
  <inkml:trace contextRef="#ctx0" brushRef="#br0" timeOffset="71888">23067 12303 0,'0'0'0,"0"0"16,0 0 0,0 0-16,9 9 15,20 10-15,-1 9 16,19 18 0,9 9-16,1 19 15,-1 18 1,-9 19-16,-19 0 15,-18 27-15,-20 28 16,-18-9 0,-28 9-16,9-18 15,-19-19 1,0-27-16,0-19 16,10-28-1,9-18-15,18-28 16,29-9-16</inkml:trace>
  <inkml:trace contextRef="#ctx0" brushRef="#br0" timeOffset="72584.78">24186 12755 0,'0'0'0,"0"0"15,0 0 1,0 0-16,0 0 15,0 10-15,0 17 16,-9 10 0,0 19-16,9-1 15,0 0 1,9-9-16,0-9 16,10-9-16,19-9 15,18-10 1,10-18-16,9-19 15,1-18 1,-10 0-16,-19-10 16,-19 10-1,0-9-15,-19 9 16,-9 9 0,0 9-16,0 9 15,0 1-15,-9 9 16,9 9-1,0 0-15,-9 18 16,-1 19 0,10 37-16,10 18 15,8 19-15,1 0 16,0 0 0,0-19-16,-10 0 15,-9 0 1,-9 1-16,-10-19 15,-9-10 1,0-8-16,-10-1 16,-9-9-16,-28 0 15,-29-9 1,104-37-16</inkml:trace>
  <inkml:trace contextRef="#ctx0" brushRef="#br0" timeOffset="75170.78">25757 13088 0,'0'0'0,"0"0"16,0 0 0,0 0-16,0 0 15,19-10-15,19 1 16,28-9 0,28-10-16,19 0 15,0-9 1,-29 19-16,1-10 15,-19 10 1,-19-1-16,-47 19 16</inkml:trace>
  <inkml:trace contextRef="#ctx0" brushRef="#br0" timeOffset="75446.7">25983 13586 0,'0'0'0,"0"0"16,0 0-1,10 0-15,8 0 16,30-9-1,27-10-15,28-18 16,10 1 0,19-11-16,-38 10 15,-94 37-15</inkml:trace>
  <inkml:trace contextRef="#ctx0" brushRef="#br0" timeOffset="78250.39">28504 12718 0,'0'0'0,"0"0"16,0 0-16,0 0 15,0 0 1,0 0-16,0 0 16,0 0-16,0 0 15,-9-9 1,-10 0-16,-9 0 16,-10 9-1,-9 9-15,-9 9 16,-10 29-1,-9 17-15,9 10 16,0 9-16,19 9 16,9 1-1,10-19-15,19-10 16,18-8 0,1-10-16,18 0 15,9-9 1,10 0-16,10-10 15,18-8-15,10-10 16,9-18 0,-19 0-16,0-10 15,-9-9 1,-9 1-16,-10-1 16,-10-9-16,1-9 15,-10 0 1,-9 0-16,0-10 15,-10 1 1,1 0-16,-10-1 16,0 1-1,-10 9-15,1 9 16,-10-9-16,-9 9 16,-29 9-1,-55 28-15,112 0 16</inkml:trace>
  <inkml:trace contextRef="#ctx0" brushRef="#br0" timeOffset="90216.6">25767 14869 0,'0'0'0,"0"0"16,0 0-16,0 0 15,0 0 1,0 0-16,0 0 16,0 0-1,9 0-15,10 0 16,19 0 0,28-9-16,46 0 15,20-19 1,47-9-16,18-18 15,-18-1-15,0 1 16,-10-1 0,-18 10-16,-10 0 15,-38 18-15,-18 1 16,-85 27 0</inkml:trace>
  <inkml:trace contextRef="#ctx0" brushRef="#br0" timeOffset="90481.14">26256 15109 0,'0'9'0,"0"-9"16,9 9-1,10 1-15,57-10 16,121-28-1,29-18-15,37-10 16,-28 10-16,-18 9 16,-48 0-1,-56 19-15,-38 0 16,-37 8 0,-38 10-16</inkml:trace>
  <inkml:trace contextRef="#ctx0" brushRef="#br0" timeOffset="91314.16">17686 16300 0,'0'0'0,"-9"0"16,-1 0 0,-9 9-16,10 0 15,-10 0 1,0 10-16,-9 18 15,0 18-15,18 0 16,1 19 0,9-9-16,9-19 15,10-9 1,9-9-16,1-19 16,8-9-16,20-19 15,-1-8 1,-9-10-16,-9-9 15,-10-10 1,-9 10-16,-10 0 16,-9-9-1,-9-1-15,-10 10 16,-9 0-16,0 9 16,-10 9-1,0 1-15,1 17 16,-10 10-1,0 10-15,0 17 16,0 38 0,18 9-16,29-74 15</inkml:trace>
  <inkml:trace contextRef="#ctx0" brushRef="#br0" timeOffset="92347.95">19285 16946 0,'0'0'16,"10"-10"-16,18-8 16,28-47-1,10-27-15,9-19 16,1 10-16,-11-1 15,-8 38 1,-10 17-16,-9 20 16,-1 18-1,-9 9-15,1 18 16,-11 10 0,1 9-16,-9 0 15,-1-1-15,-9-8 16,0-9-1,0-19-15,0 0 16,10 0 0,8-28-16,29-27 15,29-19-15,18 0 16,0 18 0,-10 20-16,-8 8 15,-10 19 1,-10 18-16,0 19 15,-18 18-15,-19 28 16,-19 18 0,-19 0-16,-19-18 15,-9-28 1,-28-27-16,75-19 16</inkml:trace>
  <inkml:trace contextRef="#ctx0" brushRef="#br0" timeOffset="92483.61">19737 15773 0,'0'0'15,"0"0"-15,0 0 16,9 0-16,29-9 16,-38 9-1</inkml:trace>
  <inkml:trace contextRef="#ctx0" brushRef="#br0" timeOffset="92798.1">21900 15321 0,'0'0'0,"0"0"16,0 9-16,0 38 15,10 45 1,-1 37-16,1 56 16,-1 18-16,0 9 15,1-37 1,9-8-16,-10-47 15,-9-56 1,0-36-16,0-28 16</inkml:trace>
  <inkml:trace contextRef="#ctx0" brushRef="#br0" timeOffset="93831.15">21505 16170 0,'0'0'0,"10"0"16,18-9-1,38-19-15,37-8 16,10 17 0,19 10-16,0 18 15,-29 19 1,1 18-16,-20 9 15,-9 10-15,-18-1 16,-19-8 0,-20-1-16,-8 1 15,-10-19 1,0-10-16,0-8 16,0-10-1,0-9-15,0 0 16,0 0-16,9-28 15,10-55 1,19-28-16,-1 19 16,10 9-1,-9 18-15,0 19 16,-10 19-16,-9 8 16,9 10-1,0 9-15,0 18 16,10 19-1,0 19-15,9 17 16,-19 1 0,0-18-16,0-10 15,-9-18-15,0-10 16,0-9 0,-1-9-16,1-9 15,19-9 1,9-29-16,0-8 15,0-19 1,0 10-16,0-1 16,0 10-16,-19 18 15,1 18 1,-11 1-16,1 9 16,9 9-1,1 18-15,8 19 16,10 28-16,10 18 15,-1 0 1,10-10-16,-9-17 16,-1-10-1,10-18-15,9-19 16,19-37 0,10-18-16,-10-19 15,-19-8-15,-9 8 16,-19-9-1,-19 10-15,-19 17 16,1 11 0,-20 8-16,1 9 15,-10 10 1,-9 9-16,-10 9 16,10 19-16,0 18 15,9 19 1,29-1-16,27 10 15,67 0-15,56-28 16,65-27 0,-36-29-16,-11-26 15,57-11 1</inkml:trace>
  <inkml:trace contextRef="#ctx0" brushRef="#br0" timeOffset="95166.69">12982 16881 0,'0'0'16,"0"0"-16,0 0 15,0 0 1,0 0-16,0 0 16,0 0-16,0 0 15,0 0 1,10-9-16,8-28 16,20-37-1,9-37-15,-9-18 16,-10 18-16,-9 19 15,-10 18 1,-9 19-16,-9 18 16,-1 9-1,10 19-15,-9 0 16,9 9 0,-9 9-16,-10 28 15,9 46-15,10 28 16,0-1-1,19 1-15,9 9 16,1-37 0,8-18-16,1-19 15,-1-18-15,11-10 16,-1-18 0,0-9-16,0-10 15,-10 1 1,-9 0-16,1-10 15,-10 9 1,-10 10-16,0 0 16,1 0-16,-10 9 15,0 0 1,0 0-16,0 0 16,9 9-1,10 19-15,0 9 16,9 9-16,0 0 15,0-9 1,-28-37-16</inkml:trace>
  <inkml:trace contextRef="#ctx0" brushRef="#br0" timeOffset="95353.95">13641 16429 0,'0'0'0,"0"0"15,0 0-15,0 0 16,9-9 0,-9 9-16</inkml:trace>
  <inkml:trace contextRef="#ctx0" brushRef="#br0" timeOffset="95618.37">13998 16133 0,'0'0'15,"0"0"-15,0 10 16,0 8-16,10 19 15,-1 37 1,0 18-16,10 19 16,9 18-1,10 19-15,-10-47 16,1-27 0,-1-28-16,-9-27 15,-19-19-15</inkml:trace>
  <inkml:trace contextRef="#ctx0" brushRef="#br0" timeOffset="96047.82">13979 16549 0,'0'0'15,"0"0"-15,19 9 16,19 0 0,18-9-16,20-9 15,36-19 1,11-36-16,-20-19 16,-28 0-1,-27 9-15,-11 18 16,-18 19-16,-10 10 15,1 8 1,-10 10-16,0 9 16,0 0-1,0 0-15,0 9 16,-10 37-16,1 47 16,0 27-1,-1 0-15,10 18 16,10-27-1,-1-37-15,0-37 16,-9-37-16</inkml:trace>
  <inkml:trace contextRef="#ctx0" brushRef="#br0" timeOffset="96800.8">14412 16632 0,'0'0'0,"0"0"16,0 0-16,28-9 15,29-10 1,9-18-16,18-9 16,20-28-1,-10 10-15,-9-1 16,-10-9-16,-9 19 15,-19-1 1,-10 1-16,-18 9 16,-9 18-1,-1 10-15,-9-1 16,0 10-16,0 0 16,0 9-1,0 0-15,-9 9 16,-10 19-1,-9 18-15,9 28 16,0 27 0,9 10-16,1 0 15,18 27-15,10-9 16,0-18 0,9-19-16,1-18 15,-11-18 1,1-29-16,0-8 15,9-19-15,10-9 16,18-19 0,-9-18-16,-9-10 15,9-27 1,-9 10-16,-20-11 16,1 29-1,-9 18-15,-1 9 16,-9 10-16,0 9 15,0 0 1,0 9-16,-9 0 16,-10 9-1,0 18-15,-9 29 16,0 8 0,18-8-16,10-10 15,19 0-15,19 0 16,37-9-1,19-18-15,19-19 16,9-19 0,-122 19-16</inkml:trace>
  <inkml:trace contextRef="#ctx0" brushRef="#br0" timeOffset="99235.14">16341 16272 0,'0'0'0,"0"0"16,0 0-16,0 9 16,-10 0-1,1 1-15,-1 8 16,1 10-16,0 9 16,9 0-1,0-1-15,0 1 16,9 0-1,10-9-15,-10 0 16,10-10-16,0-9 16,0 1-1,9-10-15,0-10 16,-9-8 0,0-10-16,0-18 15,-10 0 1,-9 0-16,-9 0 15,-10-1-15,0 11 16,0 8 0,-9 19-16,0-1 15,-10 10 1,0 10-16,10-1 16,9 0-16,10 10 15,0-1 1,9 0-16,9 1 15,10-1 1,18-8-16,1-10 16,19-10-1,-1-8-15,0-10 16,-9 1-16,-9-1 16,0-9-1,-19 9-15,-1-9 16,-8 10-1,-1-1-15,-9 10 16,0-1-16,0 10 16,0 0-1,0 9-15,0 0 16,0 0 0,-9 9-16,-1 9 15,1 19 1,-10 37-16,10 18 15,-1 10-15,10-10 16,0 10 0,0-10-16,10-27 15,-1-19 1,-9-9-16,0-10 16,0-8-16,0-10 15,0-9 1,0 0-16,0 0 15,0-9 1,10-10-16,8-18 16,-8 1-1,9-1-15,-1 0 16,11 0-16,-11 9 16,1 0-1,0 19-15,0 0 16,0 9-1,-1 0-15,11 9 16,-1 10-16,0 8 16,0 10-1,1 9-15,-1 1 16,0-11 0,0-17-16,-28-19 15</inkml:trace>
  <inkml:trace contextRef="#ctx0" brushRef="#br0" timeOffset="99668.11">17441 15515 0,'0'0'15,"0"0"-15,-9 9 16,-10 19-1,-9 18-15,0 19 16,-1 45-16,-8 20 16,18 27-1,0 27-15,19-18 16,10-27 0,18-1-16,9-18 15,10-28-15,19-8 16,19-11-1,-10-36-15,-9-27 16,-66-10 0</inkml:trace>
  <inkml:trace contextRef="#ctx0" brushRef="#br0" timeOffset="99965.01">18185 15838 0,'0'0'0,"0"0"16,9 0-16,29 28 15,9 18 1,9 37-16,-9 37 16,-9 55-1,-38 47-15,-38 110 16,10-110 0</inkml:trace>
  <inkml:trace contextRef="#ctx0" brushRef="#br0" timeOffset="101097.93">20282 17509 0,'0'0'0,"10"-10"16,18-8-1,75-47-15,114-45 16,37 8 0,47 1-16,38-1 15,37-9 1,-19 10-16,10 18 16,28 9-16,-47 18 15,-37 1 1,-48 0-16,-56 9 15,-56 18 1,-57 9-16,-28 10 16,-38 9-16,-19 0 15,-18 9 1,-66 19-16,75-28 16</inkml:trace>
  <inkml:trace contextRef="#ctx0" brushRef="#br0" timeOffset="101364.83">21167 17509 0,'0'9'15,"0"0"-15,9 0 16,29-9-1,93-18-15,142-47 16,85-36 0,46-38-16,48 10 15,9 9-15,47 0 16,0 9 0,-28 28-16,-292 56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1-19T04:46:45.7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14280 6221 0,'0'0'0,"0"0"0,0 0 16,0 0-16,0 0 16,0 0-1,10 0-15,-1 0 16,10 0-1,9 0-15,-9 0 16,9 0 0,-9 0-16,0 0 15,-10 0-15,1 0 16,-1 0 0,1 9-16,-1-9 15,0 9 1,1 0-16,-1 1 15,1 8-15,-1 1 16,0-1 0,1 1-16,-1-1 15,-9 0 1,0 1-16,0-10 16,0 0-16,0 1 15,0-1 1,0-9-16,0 0 15,0 0 1</inkml:trace>
  <inkml:trace contextRef="#ctx0" brushRef="#br0" timeOffset="1164.72">15240 6276 0,'0'0'0,"0"0"16,0 0-16,0 0 15,0 9 1,0 10-16,-9 18 15,9 0 1,0 18-16,0 10 16,0 9-16,9 9 15,0 9 1,1 19-16,-1 9 16,1 9-1,8 9-15,1 38 16,-9-1-1,-1 28-15,10-9 16,-10 27-16,10 10 16,0 0-1,0-10-15,0 29 16,-1-38 0,11 28-16,-11-19 15,1 38 1,0-47-16,9 46 15,0-18-15,-9 0 16,10-9 0,-20-9-16,0-47 15,1 28 1,9-46-16,-10 9 16,0-18-16,10-10 15,-9 10 1,8 18-16,1-18 15,-9 18 1,8-9-16,-8-10 16,-1 20-1,1-11-15,-10 1 16,0 10-16,0-20 16,9 19-1,-9-18-15,9 0 16,-9-10-1,10 10-15,-1-28 16,1-9-16,-1-1 16,1-8-1,-1-10-15,0-18 16,1 9 0,-1 0-16,-9 9 15,10 1-15,-1-1 16,0 19-1,10 18 1,0-9-16,-10 9 16,10 0-16,-9-9 15,8-18 1,-8-19-16,-1-18 16,1-10-1,-10-18-15,0 0 16,0-10-16,0 1 15,0 0 1,0 9-16,0 27 16,0 66-1,0-130-15</inkml:trace>
  <inkml:trace contextRef="#ctx0" brushRef="#br0" timeOffset="3363.01">2399 6572 0,'0'0'16,"0"0"-16,0 0 15,0 0-15,0 0 16,0 0-1,0 0-15,0 0 16,9-10 0,10 1-16,28 0 15,19 0 1,19-1-16,9 1 16,0 0-16,28 0 15,10-1 1,0 1-16,-10 0 15,28 9 1,-9 0-16,10 0 16,9 0-1,-19 0-15,10 9 16,18 0-16,0-9 16,10 10-1,0-10-15,-10 0 16,10 0-1,-10-10-15,10 1 16,9 0-16,-9 9 16,37-9-1,-28 0-15,19 9 16,-9 0 0,-1 0-16,1-10 15,-1 10 1,29-9-16,-19 0 15,10 9-15,-20-9 16,1 9 0,-1-10-16,10 10 15,-9 0 1,-1 0-16,20 0 16,-29-9-16,28 9 15,-28-9 1,19 0-16,-19 9 15,19-10 1,-18 1-16,-1 0 16,9 0-1,-27 9-15,18-9 16,-19 9-16,0 0 16,1 0-1,-10 0-15,-10 0 16,10 0-1,-9 0-15,18-10 16,-19 10-16,1-9 16,-1 0-1,1 9-15,-29-9 16,10 9 0,0 0-16,-10 0 15,0 0 1,-9 0-16,-9 0 15,-10 0-15,-10 9 16,1 0 0,-10 0-16,-9 1 15,0-1 1,0 0-16,-10-9 16,-18 0-1,9 0-15,-9 0 16,-1 0-16,1 0 15,-10 0 1,0 0-16,-9 0 16,-9 0-1,-1 0-15,0 0 16,-9 0-16,0 0 16,0 0-1,0 0-15,0 0 16,0 0-1,10 0-15,-10 0 16,9 0-16,-9 0 16,10 0-1,-1 0-15,0 0 16,1 9 0,18 47-16,28 313 15,-37 498 1,-19-839-16</inkml:trace>
  <inkml:trace contextRef="#ctx0" brushRef="#br0" timeOffset="6096.46">16228 17315 0,'0'0'15,"0"0"-15,0 0 16,0 0-1,0 0-15,0 0 16,0 0 0,0 0-16,0 0 15,0 0-15,0 0 16,0 0 0,0 0-16,-10 9 15,1 10 1,0 8-16,-10 29 15,0 27-15,0 0 16,10 9 0,-1-9-16,-9-9 15,1 0 1,8-10-16,1-8 16,9-10-1,0 0-15,0-46 16</inkml:trace>
  <inkml:trace contextRef="#ctx0" brushRef="#br0" timeOffset="10016.59">15786 5870 0,'0'0'0,"0"0"0,0 0 16,18 0 0,11-9-16,27-19 15,29-18 1,18-37-16,1-9 16,-20-10-1,-27 1-15,-10-1 16,-9 10-1,-10 9-15,-9 9 16,-10 9-16,-9 10 16,0 18-1,0 18-15,0 10 16,-9 0 0,-1 9-16,1 0 15,-10 18-15,-9 29 16,-1 17-1,11 29-15,8 17 16,1 1 0,9 0-16,19-19 15,-1-9 1,11-9-16,-10-37 16,9-9-16,9-10 15,20-18 1,27-28-16,11-27 15,8-37 1,-9-19-16,-19 0 16,-9 10-16,-19-1 15,-9 1 1,-10 18-16,-9 27 16,-10 10-1,-9 9-15,0 9 16,0 10-16,0 9 15,0 9 1,0 0-16,-9 9 16,0 19-1,-1 27-15,1 19 16,-1 18 0,10 10-16,0-1 15,10-27-15,-1-9 16,1-28-1,-1-10-15,0-18 16,-9-9 0</inkml:trace>
  <inkml:trace contextRef="#ctx0" brushRef="#br0" timeOffset="10212.83">16896 5039 0,'0'0'0,"0"0"16,9 0-16,29 0 15,37 0 1,57-9-16,9 0 16,0-10-1,-141 19-15</inkml:trace>
  <inkml:trace contextRef="#ctx0" brushRef="#br0" timeOffset="13281.54">15654 6581 0,'0'0'0,"0"0"16,0 0-16,0 9 15,0 0 1,9 10-16,1-1 16,-1-9-1,-9 1-15,10-1 16,-10 0-16,0 0 16,0-9-1,0 0-15,0 9 16,0-9-1,0 0-15,0 0 16,0 0-16,0 0 16</inkml:trace>
  <inkml:trace contextRef="#ctx0" brushRef="#br0" timeOffset="13746.31">15729 6470 0,'0'0'0,"0"0"16,0 0 0,0 0-16,0 9 15,0 19 1,0 18-16,0 28 16,0 9-16,0 0 15,-9 9 1,9-27-16,0-28 15,0-9 1,0-19-16,0-9 16,0 0-1,0-9-15,0-10 16,0-18-16,9-18 16,1-19-1,8 0-15,20 0 16,-10 10-1,0 18-15,1 9 16,8 9-16,-8 19 16,8 9-1,1 9-15,-1 19 16,1 27 0,-10 28-16,1 9 15,-20 1 1,10-10-16,-19-83 15</inkml:trace>
  <inkml:trace contextRef="#ctx0" brushRef="#br0" timeOffset="13997.18">16378 6710 0,'0'0'0,"0"0"16,10 0-16,27 9 15,20 0 1,37 1-16,-9-10 16,-10 0-1,-9 0-15,-19 0 16,0-10-1,-47 10-15</inkml:trace>
  <inkml:trace contextRef="#ctx0" brushRef="#br0" timeOffset="14246.82">16726 6424 0,'0'0'16,"0"0"-16,10 0 15,9 9-15,18 10 16,20 8 0,9 10-16,-1 28 15,-8-1 1,-20 1-16,-8 0 16,-20 8-16,-28 20 15,-9-38 1,-10 0-16,38-55 15</inkml:trace>
  <inkml:trace contextRef="#ctx0" brushRef="#br0" timeOffset="14780.46">17940 6175 0,'0'0'0,"0"0"15,9 9-15,-9 19 16,0 18 0,-18 18-16,-20 29 15,-19 17 1,-8-8-16,-1-19 15,0-18-15,9-29 16,10-17 0,10-10-16,-1-18 15,10-10 1,-10-8-16,10-10 16,9 0-16,0 0 15,10 0 1,9 9-16,0 1 15,9 8 1,10 1-16,19 9 16,18-1-1,20 20-15,-11 8 16,-8 19-16,-1 9 16,1 0-1,-1 0-15,-9-9 16,0 0-1,19-18-15,9-10 16,29-37 0,18-18-16,-122 46 15</inkml:trace>
  <inkml:trace contextRef="#ctx0" brushRef="#br0" timeOffset="15532.41">18495 4366 0,'0'0'0,"0"0"16,0 0-1,9-10-15,10 1 16,19-9 0,18-1-16,20 1 15,-1-1-15,-9 10 16,-19 9-1,-10 9-15,-18 1 16,-9-1 0,-10 18-16,-19 10 15,-19 19 1,-9-1-16,0 1 16,9-10-16,10-19 15,19-8 1,9-1-16,9 1 15,10-1 1,19 1-16,18 8 16,19 10-16,-18-9 15,-20 0 1,-18-1-16,-9 1 16,-10 9-1,-19 9-15,-19 9 16,-18 1-1,-1-10-15,10-9 16,10-19-16,8-8 16,29-10-1</inkml:trace>
  <inkml:trace contextRef="#ctx0" brushRef="#br0" timeOffset="16035.6">19436 4403 0,'0'0'0,"0"0"16,0 27-16,9 19 15,1 19 1,-10 0-16,0 18 15,0-10 1,0-26-16,-10-20 16,10-8-1,0-10-15,0 0 16,0-9-16,0 0 16,-9-9-1,-1-9-15,1-19 16,9-19-16,19-18 15,0-9 1,9 19-16,0 8 16,0 19-1,0 10-15,1 8 16,-1 10 0,-9 18-16,-1 10 15,1 18-15,-9 27 16,-10 10-1,-10 0-15,1-9 16,-1-29 0,1-8-16,9-28 15</inkml:trace>
  <inkml:trace contextRef="#ctx0" brushRef="#br0" timeOffset="16429.55">19671 3738 0,'0'0'0,"9"0"16,10 0-1,19 0-15,18 9 16,-9 0-16,-9 10 15,-10-1 1,0 10-16,-18 0 16,-1 18-1,-18 0-15,-10 9 16,0-8 0,10-20-16,-1 1 15,10-10-15,0-8 16,10-1-1,27 9-15,39 1 16,55-10 0,1-9-16,9-18 15,-19-10-15,-122 28 16</inkml:trace>
  <inkml:trace contextRef="#ctx0" brushRef="#br0" timeOffset="16779.58">20188 4347 0,'0'0'0,"0"0"16,19 0-16,19 0 15,-1 0 1,1 0-16,0 0 16,-10 0-1,0 0-15,0 0 16,-9-9 0,9-10-16,-9 1 15,0 0-15,0-1 16,0 1-1,-10 8-15,10-8 16,0-1 0,-19 19-16</inkml:trace>
  <inkml:trace contextRef="#ctx0" brushRef="#br0" timeOffset="17263.89">20282 4523 0,'0'0'0,"0"0"0,10 0 16,9 0-1,18 0-15,10 0 16,29-10 0,27 1-16,-9 0 15,0-10 1,-19 1-16,1-10 15,-76 28 1</inkml:trace>
  <inkml:trace contextRef="#ctx0" brushRef="#br0" timeOffset="17502.8">20518 4024 0,'0'0'16,"0"9"-16,0 19 16,0 9-1,9 37-15,10 37 16,9 18 0,-9 0-16,0 9 15,-1-27-15,-8-9 16,-1-28-1,1-19-15,-10-55 16</inkml:trace>
  <inkml:trace contextRef="#ctx0" brushRef="#br0" timeOffset="18016.59">21317 4486 0,'0'0'0,"0"0"15,0 0 1,10-10-16,-1 1 16,0 0-1,10 0-15,9-1 16,10 10-16,-10 10 16,-9-1-1,0 9-15,0 19 16,-19 9-1,-19 19-15,-19 9 16,-9 18 0,-9-18-16,18-28 15,10-9-15,9-18 16,10-1 0,9-9-16,0-9 15,19 9 1,37-9-16,47-9 15,29-18-15,-19-29 16,-113 56 0</inkml:trace>
  <inkml:trace contextRef="#ctx0" brushRef="#br0" timeOffset="18468.5">22023 4190 0,'0'0'16,"0"0"-16,0 9 16,0 19-16,-10 37 15,10 27 1,10 19 0,-10-19-16,0 19 15,0-37-15,0-28 16,0-18-1,0-10-15,0-18 16,0 0-16,0 0 16,0-9-1,0-28-15,9-28 16,10-27 0,9-10-16,10 19 15,-1 10 1,1 17-16,0 10 15,-10 18-15,10 19 16,-1 9 0,1 19-16,-1 36 15,-8 46 1,-20 38-16,-28 9 16,-9-10-16,-10 0 15,38-138 1</inkml:trace>
  <inkml:trace contextRef="#ctx0" brushRef="#br0" timeOffset="18901.06">18994 5602 0,'0'0'0,"18"-9"16,39 0-1,75 0-15,37-10 16,19 1-1,75-1-15,1 1 16,9-1 0,46 10-16,-65-19 15,10-8-15,-20-1 16,-37 0 0,-28 0-16,-19 9 15,-47 10 1,-28 8-16,-19 1 15,-29 0 1,-9 9-16,-9 0 16,-19 0-16</inkml:trace>
  <inkml:trace contextRef="#ctx0" brushRef="#br0" timeOffset="20399.56">20264 6110 0,'0'0'0,"0"0"16,0 0-16,9 9 15,0 19 1,1 18-16,-1 19 15,-9-1-15,0 10 16,-9 0 0,-1-19-16,1-18 15,9-9 1,0-10-16,0-18 16,0 0-1,0 0-15,9-18 16,20-28-1,18-28-15,9-18 16,-9-1-16,10 10 16,-1 19-1,-9 18-15,0 9 16,0 18 0,-9 19-16,-1 9 15,10 28-15,0 28 16,-9 27-1,9 19-15,-9-9 16,18-19 0,-56-83-16</inkml:trace>
  <inkml:trace contextRef="#ctx0" brushRef="#br0" timeOffset="21196.76">23020 5270 0,'0'0'16,"0"0"-1,0 0-15,0 0 16,19 0-16,18 0 16,29-9-1,28 0-15,0-1 16,-28 1 0,-66 9-16</inkml:trace>
  <inkml:trace contextRef="#ctx0" brushRef="#br0" timeOffset="21412.99">23105 5482 0,'0'0'0,"18"0"16,39 0-16,46 0 15,29-9 1,0 0-16,-1 0 16,-131 9-16</inkml:trace>
  <inkml:trace contextRef="#ctx0" brushRef="#br0" timeOffset="22351.62">24478 5122 0,'0'0'16,"0"0"-16,0 0 15,9 0 1,20 0-16,27-18 16,29-19-1,9-37-15,9-18 16,-18-10-16,-10-8 15,-9-1 1,-19 9-16,-19 19 16,-9 28-1,0 9-15,-10 18 16,-9 10 0,0 18-16,0 0 15,-18 9-15,-20 28 16,-9 46-1,0 46-15,9 0 16,1 19 0,18-10-16,19-8 15,19-20-15,-1-36 16,20-18 0,9-19-16,19-19 15,9-36 1,19-38-16,0-18 15,-9-27 1,0-19-16,-29 27 16,-9-8-16,-9 9 15,-10 9 1,-9 9-16,-10 28 16,1 9-1,-10 9-15,0 19 16,0 9-16,0 0 15,0 0 1,0 27-16,-10 38 16,1 27-1,-1 47-15,10-1 16,0-9 0,10-18-16,9-37 15,9-19-15,-28-55 16</inkml:trace>
  <inkml:trace contextRef="#ctx0" brushRef="#br0" timeOffset="22548.2">25419 4809 0,'0'0'16,"28"0"-16,57 9 16,75 9-16,47-18 15,28 10 1</inkml:trace>
  <inkml:trace contextRef="#ctx0" brushRef="#br0" timeOffset="23346.6">24582 5639 0,'0'0'15,"0"0"1,0 0-16,0 0 16,0 10-16,0 8 15,0 19 1,0 9-16,0 9 15,9 1 1,10-10-16,0-18 16,9-1-1,9-17-15,1-20 16,0-8-16,-1-19 16,10-18-1,-18-1-15,-11-8 16,-8 17-1,-1 11-15,-9-1 16,0 18-16,0 10 16,0 9-1,0 0-15,10 37 16,-1 55 0,10 65-16,9 18 15,-19-8 1,-9 17-16,-9-27 15,-10-19-15,-9-27 16,0-28 0,-10-18-16,10-19 15,-10-18 1,10-10-16,0-9 16,-10-9-16,10-18 15,28 18 1</inkml:trace>
  <inkml:trace contextRef="#ctx0" brushRef="#br0" timeOffset="23647.44">25287 6415 0,'10'0'0,"18"0"16,9 0 0,29-10-16,0 10 15,-9-9 1,-1 9-16,-18 0 15,-10-9-15,-9 0 16,-19 9 0</inkml:trace>
  <inkml:trace contextRef="#ctx0" brushRef="#br0" timeOffset="23896.96">25541 6055 0,'0'0'0,"0"0"15,10 0 1,8 9-16,20 19 16,18 18-1,1 9-15,-1 0 16,-18 10-16,-10 9 16,-18 9-1,-10 0-15,-29-9 16,-8 0-1,-1-19-15,0-18 16,38-37-16</inkml:trace>
  <inkml:trace contextRef="#ctx0" brushRef="#br0" timeOffset="24346.43">26397 6101 0,'0'0'0,"0"0"16,-9 9-16,-1 9 16,-18 10-16,-9 18 15,-1 19 1,0 0-16,1 8 15,18-8 1,9 0-16,20-19 16,9-9-1,9-10-15,9 1 16,20-19-16,9-9 16,18-18-1,-18-19-15,-9 0 16,-10-9-1,-10-10-15,-8 1 16,-11 0-16,-8 9 16,-10 9-1,-10 0-15,-18 9 16,-28-9 0,-19 9-16,-10 19 15,85 9 1</inkml:trace>
  <inkml:trace contextRef="#ctx0" brushRef="#br0" timeOffset="25749.8">27225 3793 0,'0'0'0,"0"0"15,0 0 1,9-9-16,1 0 15,9 0 1,9-1-16,10 1 16,-1 9-1,-9 0-15,-9 9 16,-9 1-16,-1-1 16,-9 9-1,0 10-15,-9 9 16,-20 9-1,1-9-15,0 0 16,9-9-16,10-10 16,-1 1-1,10-10-15,0 0 16,19 10 0,19-1-16,9 10 15,9-1 1,-9 1-16,0 0 15,-9-1-15,-19 1 16,0 0 0,-19 9-16,-10 9 15,-18 9 1,-19 1-16,-10-1 16,1-18-16,9-9 15,0-10 1,19-9-16,18-9 15,10 0 1</inkml:trace>
  <inkml:trace contextRef="#ctx0" brushRef="#br0" timeOffset="26362.96">28420 3489 0,'0'0'0,"0"0"15,-10 9-15,-8 28 16,-20 37-16,0 18 15,-9 37 1,0 19-16,0 0 16,10 27-1,27-9-15,20-46 16,8-9 0,20-28-16,18-18 15,20-29-15,18-26 16,-94-10-1</inkml:trace>
  <inkml:trace contextRef="#ctx0" brushRef="#br0" timeOffset="26646.62">28965 3590 0,'0'0'16,"0"0"-16,0 10 16,0 17-1,-9 19-15,0 19 16,-10 18-16,9-9 15,1-9 1,0-19-16,9-46 16</inkml:trace>
  <inkml:trace contextRef="#ctx0" brushRef="#br0" timeOffset="26913.31">29266 3904 0,'-9'9'16,"-19"19"-16,-29 27 15,-37 29 1,-19 8-16,10 9 15,9-8 1,19-20-16,18-17 16,20-19-16,37-37 15</inkml:trace>
  <inkml:trace contextRef="#ctx0" brushRef="#br0" timeOffset="27446.51">29097 4338 0,'0'0'0,"0"9"16,10 19-1,-1 18-15,0 19 16,10-1-1,0 1-15,9-10 16,10-18-16,-1-18 16,10-19-1,1-19-15,8-18 16,-18 0 0,-10-9-16,-9-9 15,-10 18 1,0 0-16,-9 9 15,0 19-15,0 9 16,0 0 0,0 9-16,0 28 15,0 28 1,0 36-16,0 10 16,0 9-1,-9-9-15,0-19 16,-1-18-16,1-9 15,-10-10 1,0-18-16,0-9 16,1-1-1,-11-8-15,-8-19 16,-20-19-16,57 19 16</inkml:trace>
  <inkml:trace contextRef="#ctx0" brushRef="#br0" timeOffset="27813.17">29784 3443 0,'0'0'0,"9"9"16,19 9-16,10 38 15,0 36 1,-10 37-16,-9 47 16,-19 8-16,-28 28 15,-1-27 1,-8 0-16,-1-19 15,0-19 1,10-27-16,0-46 16,19-28-1,-1-18-15,10-19 16,0-9-16</inkml:trace>
  <inkml:trace contextRef="#ctx0" brushRef="#br0" timeOffset="28115.83">30508 3664 0,'0'0'0,"0"0"15,0 28 1,0 36-16,0 47 16,-9 9-1,-1 0-15,1 9 16,0-36-16,9-93 15</inkml:trace>
  <inkml:trace contextRef="#ctx0" brushRef="#br0" timeOffset="28312.76">30217 4144 0,'0'0'16,"9"0"-16,29 9 16,37 1-1,57 8-15,37-18 16,66-9-16</inkml:trace>
  <inkml:trace contextRef="#ctx0" brushRef="#br0" timeOffset="28812.84">31251 3489 0,'0'0'15,"0"0"1,0 0-16,0 0 16,0 0-16,10 0 15,-1 0 1,19-9-16,10-1 16,0 10-1,-1 0-15,-8 10 16,-1-1-1,-9 0-15,-10 19 16,-9 9-16,-9 0 16,-20 18-1,-8 0-15,9-9 16,-1 1 0,10-20-16,10 1 15,9-10-15,0 1 16,9-1-1,20 1-15,27-1 16,10 1 0,9-10-16,-9-9 15,0-9 1,0-10-16,-66 19 16</inkml:trace>
  <inkml:trace contextRef="#ctx0" brushRef="#br0" timeOffset="29250.55">32211 3073 0,'0'0'0,"0"0"15,-19 28-15,-28 28 16,-9 36-1,-20 37-15,1 37 16,9 10 0,10 17-16,9-17 15,9-1-15,19-27 16,19-19 0,19-27-16,19-10 15,18-28 1,20-27-16,8-9 15,-84-28 1</inkml:trace>
  <inkml:trace contextRef="#ctx0" brushRef="#br0" timeOffset="29573.72">32587 3221 0,'0'0'15,"0"0"-15,0 9 16,-9 19 0,-10 27-16,0 29 15,-9 26-15,9-17 16,10-10 0,9-83-16</inkml:trace>
  <inkml:trace contextRef="#ctx0" brushRef="#br0" timeOffset="29829.77">32982 3655 0,'0'0'0,"0"0"16,-18 18-16,-29 29 15,-29 26 1,-27 29-16,-29 18 16,19-9-1,-9 9-15,28-28 16,37-37-16,10-18 16,47-37-1</inkml:trace>
  <inkml:trace contextRef="#ctx0" brushRef="#br0" timeOffset="30379.52">32653 4153 0,'0'0'0,"0"0"15,0 0 1,0 10-16,0 8 15,-9 10-15,-1 18 16,1 9 0,-1 1-16,10-1 15,0-9 1,10-9-16,-1-9 16,20-1-1,-1-8-15,9-10 16,1-9-16,0-9 15,-1-10 1,-9 1-16,-9 0 16,0-1-1,-9 1-15,-1 8 16,0 1-16,1 0 16,-10 9-1,0 0-15,0 0 16,9 9-1,1 28-15,-1 9 16,-9 19-16,0 9 16,-9 9-1,-10 0-15,-19 9 16,0-18 0,10 0-16,0-28 15,0 0 1,0-18-16,9-19 15,19-9-15</inkml:trace>
  <inkml:trace contextRef="#ctx0" brushRef="#br0" timeOffset="30765.64">33123 3267 0,'0'0'0,"10"0"15,18 10 1,10 17-16,9 38 16,9 46-1,10 55-15,-19 9 16,-37 0 0,-20 1-16,-18 8 15,-19 1 1,-19 0-16,-9-19 15,-1-19-15,-8-8 16,84-139 0</inkml:trace>
  <inkml:trace contextRef="#ctx0" brushRef="#br0" timeOffset="31396.33">29934 2834 0,'0'0'0,"0"0"16,0 0-1,0 0-15,0 0 16,0 0 0,10 0-16,9 0 15,9 0-15,9 0 16,-8 9 0,8 0-16,-8 0 15,-1 0 1,0 10-16,-19-1 15,1 19 1,-10 9-16,-19 10 16,-9-10-16,0 0 15,-1-9 1,10-9-16,10-10 16,9-9-1,0 1-15,19-1 16,47-9-1,56-9-15,38-10 16,66 1-16</inkml:trace>
  <inkml:trace contextRef="#ctx0" brushRef="#br0" timeOffset="32065.91">27818 5473 0,'0'0'0,"37"-9"16,67-10-1,65-8-15,66-1 16,29-9-1,18 10-15,19-1 16,-9 0 0,9-9-16,28 0 15,-9 10-15,-38-10 16,47 0 0,-75 18-16,0 1 15,-37-1 1,-20 1-16,-37 9 15,-28 9-15,-10 0 16,-37 0 0,-29 0-16,-18 0 15,-10 0 1,-28 0-16,0 0 16</inkml:trace>
  <inkml:trace contextRef="#ctx0" brushRef="#br0" timeOffset="32646.88">29539 5593 0,'0'0'0,"0"0"16,0 0-16,0 0 15,0 0 1,0 28-16,0 18 16,-9 28-1,-1 18-15,1-9 16,9-9-1,0-9-15,0-28 16,0-37-16</inkml:trace>
  <inkml:trace contextRef="#ctx0" brushRef="#br0" timeOffset="32863.41">29981 5667 0,'0'0'0,"0"9"16,10 19-16,-10 37 15,-19 36-15,-19 47 16,-18 18 0,-19 0-16,-10-18 15,19-28 1,0-28-16,66-92 15</inkml:trace>
  <inkml:trace contextRef="#ctx0" brushRef="#br0" timeOffset="33413.51">30141 6165 0,'0'0'0,"0"19"16,0 27-1,-9 28-15,0 37 16,-1-1 0,10-17-16,10-29 15,8-18-15,11-18 16,8-19-1,10-9-15,19-18 16,-9-19 0,-10 0-16,-10 0 15,-9 9-15,-9 1 16,-9 8 0,-1 10-16,0 0 15,1 0 1,-10 9-16,0 0 15,0 0 1,9 0-16,10 9 16,0 19-16,0 8 15,0 20 1,-10-10-16,-9 9 16,-9 1-1,-10 8-15,-19 10 16,-9-9-1,-9-1-15,-10-17 16,9-20-16,1-18 16,56-9-1</inkml:trace>
  <inkml:trace contextRef="#ctx0" brushRef="#br0" timeOffset="33681.65">30555 5519 0,'0'0'0,"19"10"16,19 26-16,18 38 15,10 56 1,-10-1-16,-18 46 15,-29 0 1,-27 19-16,-39 9 16,-18-9-16,-10-46 15,-9-28 1,94-120-16</inkml:trace>
  <inkml:trace contextRef="#ctx0" brushRef="#br0" timeOffset="33999.11">28758 5944 0,'0'9'16,"-18"37"-16,-11 56 15,-8 27 1,27 0-16,20 10 16,27-1-16,57-9 15,48-9 1,46-9-16,-19-28 15,47 9-15</inkml:trace>
  <inkml:trace contextRef="#ctx0" brushRef="#br0" timeOffset="34813.54">16491 8805 0,'0'0'0,"0"0"16,0 0-16,0 0 15,0 0 1,0 0-16,19 0 16,28 0-1,19 0-15,9-9 16,-9 9-1,-10 0-15,-9 0 16,-18 0-16,-20-9 16,-9 9-1,-94 9-15,85-9 16,-29 9 0,-37 19-16,-1-1 15,11 1 1,18-9-16,18-1 15,11 1-15,8-1 16,10-9 0,19 10-16,37 8 15,57-8 1,-113-19-16</inkml:trace>
  <inkml:trace contextRef="#ctx0" brushRef="#br0" timeOffset="35465.67">17705 9100 0,'0'0'0,"0"0"16,0 0 0,19-9-16,18-18 15,29-20 1,28-54-16,19-38 16,-10-27-16,-27 19 15,-10-1 1,-29 9-16,-9 10 15,-9 28 1,-9 27-16,-1 9 16,-9 28-16,0 0 15,0 19 1,0 9-16,0 9 16,0 0-1,-9 9-15,-10 28 16,0 55-1,0 28-15,10 0 16,9 9-16,9 1 16,10-29-1,0-18-15,0-18 16,-1-10 0,1-9-16,10-18 15,-29-28-15</inkml:trace>
  <inkml:trace contextRef="#ctx0" brushRef="#br0" timeOffset="35846.92">18796 7753 0,'0'0'0,"0"0"0,0 18 15,9 47 1,10 55-16,0 9 16,9 37-1,0-9-15,10-18 16,0-19 0,-10-56-16,-9-36 15,-19-28-15</inkml:trace>
  <inkml:trace contextRef="#ctx0" brushRef="#br0" timeOffset="36046.68">18730 8224 0,'0'0'0,"0"0"16,0 9-16,10 9 15,27 10-15,57 9 16,19-19 0,38-8-1,-151-10-15</inkml:trace>
  <inkml:trace contextRef="#ctx0" brushRef="#br0" timeOffset="36444.57">16623 9174 0,'0'0'0,"0"0"15,0 0-15,0 0 16,19 0 0,9 0-16,19 0 15,9 0 1,20 0-16,-76 0 16</inkml:trace>
  <inkml:trace contextRef="#ctx0" brushRef="#br0" timeOffset="37289.53">17771 9645 0,'0'0'0,"0"0"16,0 0-16,0 0 16,9 18-16,0 10 15,10 9 1,9 9-16,10 0 16,9-18-1,19-10-15,19-18 16,-10-18-1,0-10-15,-18-9 16,-10 1 0,-19 8-16,-9 9 15,-1 1-15,-8 9 16,-1-1 0,1 1-16,-10 9 15,0 0-15,0 0 16,19 28-1,-1 27-15,11 19 16,-1 28 0,-9 8-16,-10 10 15,-9-9 1,-19 0-16,-9-10 16,-10-27-16,1-9 15,-1-19 1,0-9-16,10-19 15,0-8 1,0-1-16,0-18 16,-10-19-1,38 28-15</inkml:trace>
  <inkml:trace contextRef="#ctx0" brushRef="#br0" timeOffset="37579.9">18834 9986 0,'0'0'15,"18"0"-15,39 10 16,9-10-1,18 0-15,10 0 16,1-10 0,-11 1-16,-18 0 15,-19-9 1,-9-1-16,-10-9 16,-28 28-16</inkml:trace>
  <inkml:trace contextRef="#ctx0" brushRef="#br0" timeOffset="37821.86">19257 9617 0,'0'0'0,"0"0"16,9 10-16,10 8 16,9 19-1,19 9-15,-9 0 16,0 19-16,-1 9 15,-18-1 1,-9 11-16,-10-11 16,-10 1-1,-9-18-15,1-10 16,-1-19 0,19-27-16</inkml:trace>
  <inkml:trace contextRef="#ctx0" brushRef="#br0" timeOffset="38263.92">19944 9783 0,'0'0'0,"0"0"16,0 0-16,-10 19 15,1 9 1,-10 27-16,0 0 16,0 28-16,1-18 15,8 0 1,10-19-16,10 0 16,8-18-1,1-10-15,9-9 16,20-9-1,8-18-15,0-19 16,1-9-16,-10-10 16,-9 1-1,-10-10-15,-9 1 16,-10 18 0,-18 9-16,-10 9 15,0 10-15,-19 8 16,-37 20-1,-47 45-15,122-55 16</inkml:trace>
  <inkml:trace contextRef="#ctx0" brushRef="#br0" timeOffset="40596.61">21251 8113 0,'0'0'15,"0"0"-15,0 0 16,0 0 0,0 0-16,10-9 15,18-10 1,10 1-16,18-1 16,0 10-1,1 0-15,-1 9 16,-18 0-16,0 9 15,-10 9 1,-9 1-16,-10 9 16,0-1-1,-9 10-15,-18 9 16,-1 1 0,0-1-16,0-19 15,10-8-15,-1-1 16,10-8-1,10 8-15,9-9 16,-1 0 0,29 10-16,1-10 15,8 10-15,0-1 16,-9 10 0,-9-1-16,-10 1 15,-9 0 1,-19 18-16,-9 0 15,-10 9-15,-9 1 16,-10-10 0,0-9-16,1-9 15,9-10 1,-1 1-16,1-10 16,9-9-1,10-9-15,9 9 16</inkml:trace>
  <inkml:trace contextRef="#ctx0" brushRef="#br0" timeOffset="40901.6">22822 7919 0,'0'0'0,"0"0"15,0 9-15,10 10 16,-1 18 0,1 36-16,-1 20 15,0 18 1,-9-10-16,0-9 15,0 1 1,0-20-16,0-17 16,0-56-16</inkml:trace>
  <inkml:trace contextRef="#ctx0" brushRef="#br0" timeOffset="41130.89">22597 8399 0,'0'0'0,"0"0"16,18 0-16,11 0 16,18 0-1,19-9-15,9 9 16,9-9-1,-84 9-15</inkml:trace>
  <inkml:trace contextRef="#ctx0" brushRef="#br0" timeOffset="42182.64">23349 8168 0,'0'0'16,"0"0"-16,0 0 16,10-9-1,18 0-15,9 0 16,1-1 0,0 10-16,-1 0 15,1 10-15,-19-1 16,-10 9-1,1 10-15,-20 0 16,-9 18 0,-28 18-16,-19 1 15,10 0 1,0-19-16,18-9 16,10-10-16,9-8 15,19-1 1,0-9-16,9 1 15,20-1 1,36 0-16,1-9 16,28-18-16,-9-10 15,18-18 1,-103 46-16</inkml:trace>
  <inkml:trace contextRef="#ctx0" brushRef="#br0" timeOffset="42780.62">24027 8113 0,'0'0'0,"0"0"15,0 0-15,0 0 16,0 0 0,0 9-16,9 19 15,0 9-15,10 18 16,-9 10-1,8-10-15,1 0 16,0-18 0,0-18-16,9-1 15,10-8 1,9-20-16,9-8 16,-9-19-16,-9 9 15,-1-9 1,-18 10-16,0-10 15,0 9 1,-10 0-16,-9 10 16,0-1-16,0 10 15,0 0 1,0 9-16,0 0 16,0 0-1,0 9-15,0 28 16,0 18-16,10 19 15,-1 0 1,-9 9-16,10-9 16,-10 0-1,0-10-15,-10 1 16,1-10 0,-1-8-16,-9-10 15,1-1-15,-1-8 16,-9-9-1,-1-1-15,-8-9 16,-10-18 0,47 9-16</inkml:trace>
  <inkml:trace contextRef="#ctx0" brushRef="#br0" timeOffset="43248.61">21872 9331 0,'0'0'15,"0"0"-15,0 0 16,19 9-16,28 10 16,47-1-1,38-8-15,37-1 16,38-9-1,10-9-15,8-19 16,1-9 0,0 9-16,-29 1 15,-8-1-15,-20 9 16,-28 1 0,-19 9-16,-28 9 15,-28 0 1,-19 0-16,-9 9 15,-38-9 1</inkml:trace>
  <inkml:trace contextRef="#ctx0" brushRef="#br0" timeOffset="44067.81">22662 9700 0,'0'0'15,"0"0"-15,0 0 16,0 0 0,0 0-16,0 0 15,0 10 1,0 17-16,-9 10 15,9 9-15,0 19 16,9 9 0,1-10-1,9-8-15,9-10 16,19-9-16,19-19 16,18-8-16,1-29 15,-19 1 1,-10-19-16,10-9 15,-19-1 1,-18 1-16,-11 9 16,1 0-1,-9 0-15,-10 10 16,0 8 0,0 10-16,0 9 15,0 0-15,0 9 16,-10 19-1,1 37-15,9 18 16,0 9 0,9 0-16,-9 1 15,-9-1-15,-1 0 16,1-18 0,-10 0-16,0-19 15,-9-9 1,9-9-16,-9-9 15,0-10-15,9 1 16,0-10 0,0-9-16,1-9 15,-1-10 1,0-36-16,19 55 16</inkml:trace>
  <inkml:trace contextRef="#ctx0" brushRef="#br0" timeOffset="44598.96">23669 9571 0,'0'0'0,"0"0"16,9-9 0,1 9-16,9-9 15,9-1 1,10 1-16,-10 9 15,0 0-15,-9 0 16,0 9 0,-10 1-16,0 8 15,-9 19 1,-9 9-16,-19 10 16,0-1-1,-10 0-15,0-9 16,19-9-16,1-9 15,8-9 1,10-10-16,0 0 16,10 0-1,18 0-15,38 1 16,28-1-16,0-9 16,9-9-1,10-10-15,-113 19 16</inkml:trace>
  <inkml:trace contextRef="#ctx0" brushRef="#br0" timeOffset="45103.05">25682 8897 0,'0'0'16,"0"0"-16,0 0 16,0 0-1,0 0-15,0 0 16,0 0-1,-9 10-15,-19 17 16,-10 10-16,0 19 16,1-1-1,-1 0 1,10-8-16,9-11 16,10-8-16,-1-9 15,1-10-15,9-9 16</inkml:trace>
  <inkml:trace contextRef="#ctx0" brushRef="#br0" timeOffset="45397.43">25456 8944 0,'0'0'0,"0"0"0,10 9 15,9 9 1,18 19-16,1 0 16,0 9-1,-1 10-15,1-1 16,-10-9-1,-9 0-15,-10-9 16,1 0-16,-10-37 16</inkml:trace>
  <inkml:trace contextRef="#ctx0" brushRef="#br0" timeOffset="45663.75">25362 9340 0,'0'0'16,"0"0"-16,0 0 15,19 0 1,28 0-16,47-18 16,57-19-1,-151 37-15</inkml:trace>
  <inkml:trace contextRef="#ctx0" brushRef="#br0" timeOffset="46401.97">26388 8648 0,'0'0'0,"0"0"16,0 0-16,0 0 15,0 0-15,0 0 16,0 0 0,0 9-16,-10 19 15,1 9 1,9 9-16,0-9 16,9 0-1,1-9-15,9-10 16,18-9-16,20-9 15,18-27 1,0-19-16,-9-10 16,-10 1-1,-18-1-15,-10 1 16,-9 9 0,-9 18-16,-1 10 15,-9 9-15,0-1 16,0 10-1,0 0-15,0 19 16,-9 36 0,9 47-16,0 18 15,0 0-15,0 18 16,-10-9 0,1-18-16,-1-19 15,-8 1 1,-1-29-16,0 1 15,-19-10-15,-9-18 16,-9-9 0,56-28-16</inkml:trace>
  <inkml:trace contextRef="#ctx0" brushRef="#br0" timeOffset="46786.21">25861 8704 0,'0'0'0,"0"0"16,0 0 0,-9 18-16,-20 28 15,-18 19-15,-19 27 16,-18 19 0,-1 9-16,10 0 15,18-37 1,1 0-16,0 0 15,18-28-15,10-18 16,9-18 0,9-10-16,10-9 15</inkml:trace>
  <inkml:trace contextRef="#ctx0" brushRef="#br0" timeOffset="47102.02">25146 8759 0,'0'0'0,"9"0"16,10 18-1,19 19-15,18 19 16,10 8-1,9 19-15,-9 10 16,-9-10 0,-1 0-16,-9-9 15,-19-19-15,1-9 16,-11-9 0,-8-9-16,-1-10 15,1-9 1,-10-9-16</inkml:trace>
  <inkml:trace contextRef="#ctx0" brushRef="#br0" timeOffset="47347.16">25071 9359 0,'0'0'16,"0"0"-16,0 0 15,9 0 1,19 0-16,38-9 16,9-10-1,38 10-15,10 0 16,-1-1-16,10 1 16,-10-18-1,-122 27-15</inkml:trace>
  <inkml:trace contextRef="#ctx0" brushRef="#br0" timeOffset="48550.71">28062 9119 0,'0'0'16,"0"0"-16,10-9 15,18-1 1,19-8-16,0 9 15,19 0 1,-10-1-16,1 1 16,-20 0-1,1 0-15,-38 9 16</inkml:trace>
  <inkml:trace contextRef="#ctx0" brushRef="#br0" timeOffset="50115.8">28072 9599 0,'0'0'0,"0"0"16,0 0-1,9 0-15,19 0 16,29-9 0,18-1-16,19 1 15,0 0 1,-94 9-16</inkml:trace>
  <inkml:trace contextRef="#ctx0" brushRef="#br0" timeOffset="51068.68">28862 9636 0,'0'0'0,"0"0"0,0 0 16,0 0-1,19 0-15,9-9 16,19-10 0,9-18-16,29-27 15,9-47 1,-9-9-16,-10 0 15,-9-19-15,-19 19 16,0 10 0,-19 27-16,-9-1 15,0 20 1,-10 18-16,-9 9 16,0 18-1,0 1-15,0 18 16,0 0-16,-9 9 15,-10 19 1,-9 27-16,-10 47 16,10 18-1,9 9-15,10 9 16,9-8-16,9-20 16,10-36-1,9 0-15,0-28 16,10-18-1,19-10-15,8-18 16,1-27-16,19-29 16,-19-8-1,0-29-15,-10-8 16,0-19 0,-18 0-16,0-9 15,-19-1 1,-10 20-16,-9 36 15,-9 28-15,-1 9 16,1 18 0,-1 10-16,1 0 15,0 9 1,-1 9-16,-9 28 16,10 18-1,-1 28-15,1 28 16,9 0-16,0 9 15,9-9 1,1-1-16,-1-17 16,10-10-1,0-19-15,0-17 16,0-20-16,-19-27 16</inkml:trace>
  <inkml:trace contextRef="#ctx0" brushRef="#br0" timeOffset="51280.7">29869 8870 0,'0'0'0,"28"0"15,66-19-15,66 1 16,37-19 0,38-9-16</inkml:trace>
  <inkml:trace contextRef="#ctx0" brushRef="#br0" timeOffset="52417.85">28674 10097 0,'0'0'0,"0"0"16,0 0-16,0 0 16,0 19-1,0 27-15,0 9 16,9 10 0,1 9-16,8-10 15,11-8 1,-1-19-16,19-19 15,9-9-15,10-18 16,-9-19 0,-10 1-16,-10-10 15,-8 0 1,-11 9-16,1 0 16,-9 10-1,-1 9-15,-9 0 16,0 9-16,0 0 15,9 9 1,1 18-16,18 20 16,0 36-1,0 18-15,-9-9 16,-9 19 0,-20 0-16,-18-9 15,-10-10-15,-9-28 16,0-8-1,0-19-15,0-19 16,10-27 0,-10-28-16,9-37 15,38 74-15</inkml:trace>
  <inkml:trace contextRef="#ctx0" brushRef="#br0" timeOffset="52703.57">29831 10568 0,'9'0'16,"29"0"-16,18-9 16,20-1-1,-11 1-15,-8 9 16,-19 0-16,-1-9 16,-37 9-1</inkml:trace>
  <inkml:trace contextRef="#ctx0" brushRef="#br0" timeOffset="53003.97">30085 10162 0,'0'0'15,"0"0"1,19 9-16,9 10 15,10 8-15,-1 10 16,-9 9 0,1 10-16,-11 8 15,-8 10 1,-20 0-16,-8 9 16,-11-18-1,1-10-15,0-9 16,9-18-16,10-10 15,9-18 1</inkml:trace>
  <inkml:trace contextRef="#ctx0" brushRef="#br0" timeOffset="53421.9">30668 10273 0,'0'0'15,"-9"9"-15,-10 9 16,-9 28 0,-1 10-16,11 18 15,8-19 1,10 0-16,10-18 15,8 0-15,11-18 16,18-1 0,-10-18-16,10-18 15,10-19 1,-20 0-16,1-9 16,-10-10-1,-9 1-15,-9 9 16,-10 0-16,-10 0 15,-18 9 1,-10 0-16,-18 9 16,-10 10-1,-9-1-15,75 19 16</inkml:trace>
  <inkml:trace contextRef="#ctx0" brushRef="#br0" timeOffset="54215.87">31317 7624 0,'0'0'15,"0"0"-15,0 0 16,0 0-1,19 0-15,19 0 16,-1 0-16,1 9 16,0 0-1,-20 0-15,1 1 16,-9-1 0,-1 0-16,-9 10 15,-9 8-15,-10 19 16,-9 1-1,9-11-15,0 1 16,10 0 0,9-9-16,9 9 15,10 0 1,9 9-16,19 0 16,9 9-16,-18-8 15,0-1 1,-10-9-16,-9 0 15,-19 0 1,-10-1-16,-8 1 16,-20 10-16,-19-1 15,1-9 1,0-10-16,-1-8 16,20-19-1,37 0-15</inkml:trace>
  <inkml:trace contextRef="#ctx0" brushRef="#br0" timeOffset="54517.53">32173 7781 0,'0'0'16,"0"9"-16,0 19 15,10 36 1,-10 28-16,-10 19 16,1 18-16,0 1 15,-1-20 1,1-8-16,-1-28 15,1-28 1,-1-28-16,10-18 16</inkml:trace>
  <inkml:trace contextRef="#ctx0" brushRef="#br0" timeOffset="54780.63">31675 8168 0,'0'0'15,"0"0"-15,9 0 16,38 0 0,47-18-16,57-10 15,9 0-15,-10-9 16,-18 1-1,-29-1-15,-9 0 16,-18 9 0,-76 28-16</inkml:trace>
  <inkml:trace contextRef="#ctx0" brushRef="#br0" timeOffset="55730.86">32766 7845 0,'0'0'0,"0"0"15,0 0 1,0 0-16,0 0 16,9 0-1,1 0-15,9-9 16,-1 9-16,1 0 15,-9 0 1,-1 0-16,0 9 16,-9 0-1,0 19-15,-9 18 16,-10 10-16,-9-1 16,0 0-1,0-8-15,9-11 16,0-8-1,10 0-15,9-10 16,0 1 0,9-10-16,19 9 15,10-8-15,18-10 16,1-10 0,9-8-16,-10-19 15,0 0 1,-9-9-16,-9 0 15,-10 9 1,-9 9-16,-9 1 16,-1 8-16,-9 10 15,0 0 1,0 9-16,0 0 16,0 0-1,0 9-15,0 19 16,0 8-16,0 11 15,0-10 1,9-1-16,1 1 16,9-9-1,18 9-15,-9-28 16,1-9 0,-1-9-16,-9-9 15,0-1-15,-1-18 16,-8 9-1,-10 1-15,0-1 16,0 10 0,0-1-16,0 10 15,0 9-15,0 0 16,0 0 0,-10 37-16,1 46 15,0 28 1,-10 9-16,0 0 15,0 0 1,-9 0-16,9-19 16,-9-18-16,9-27 15,0-1 1,10-18-16,-1-19 16,1 1-1,-10-10-15,-9-9 16,28 0-16</inkml:trace>
  <inkml:trace contextRef="#ctx0" brushRef="#br0" timeOffset="56030.92">31684 9147 0,'0'0'0,"38"0"16,84-10 0,47-8-16,57-1 15,9-8 1,-18-1-16,-29 10 15,-38-10-15,-18 9 16,-28-8 0,103-29-16</inkml:trace>
  <inkml:trace contextRef="#ctx0" brushRef="#br0" timeOffset="56630.65">32258 9728 0,'0'0'15,"0"0"-15,0 0 16,0 9-16,0 10 16,0 18-1,0 0-15,9-1 16,10 11 0,0-10-16,9-19 15,29 0 1,18-18-16,10-18 15,-20-10-15,-8 1 16,-1-20 0,-18 11-16,-10 8 15,-9 9 1,-10 1-16,1 9 16,-1 0-16,-9 9 15,0 0 1,0 9-16,0 9 15,0 38 1,10 27-16,-1 18 16,10 1-1,0-1-15,0-8 16,-10-20-16,0-8 16,-9-10-1,-9 1-15,-19-1 16,-38 10-1,-113 36-15,-28 19 16</inkml:trace>
  <inkml:trace contextRef="#ctx0" brushRef="#br0" timeOffset="57547.8">19436 12035 0,'0'0'15,"9"-9"-15,19-9 16,19-1-1,38-8-15,47-1 16,-1 9-16,1 10 16,-19 9-1,-113 0-15</inkml:trace>
  <inkml:trace contextRef="#ctx0" brushRef="#br0" timeOffset="57780.8">19511 12349 0,'0'0'0,"19"-9"16,37-19-16,57 1 15,38-1 1,9 10-16,65-1 16</inkml:trace>
  <inkml:trace contextRef="#ctx0" brushRef="#br0" timeOffset="64947.05">22644 11583 0,'0'0'0,"0"0"16,0 0-1,0 0-15,0 0 16,0 0-16,0 0 16,-10 9-1,1 10-15,-29 18 16,-9 9-1,-19 19-15,-9 8 16,-28 10 0,8-18-16,1 0 15,0-10-15,-9-9 16,9 0 0,9-9-16,19-18 15,10-10 1,9-9-16,9 0 15,1-9-15,-1-10 16,0 1 0,10-10-16,0 0 15,9-8 1,0-11-16,10 10 16,9-9-1,0 0-15,9 0 16,10 9-16,9-9 15,0 18 1,1 1-16,-1 8 16,10 10-1,-1 0-15,1 9 16,9 0 0,0 18-16,0 1 15,0 8-15,0 10 16,9 19-1,10 8-15,0-8 16,0-1 0,19 0-16,-10-9 15,10 1-15,9-1 16,9-9 0,-9-10-16,0-8 15,10-10 1,-10-9-16,-28-9 15,0-10 1,-19 1-16,-10-1 16,-9 1-16,-9 0 15,0-1 1,-10-9-16,-9 28 16</inkml:trace>
  <inkml:trace contextRef="#ctx0" brushRef="#br0" timeOffset="105385.65">19201 14620 0,'0'0'0,"0"0"0,0 0 0,0 9 16,9 0 0,10 10-16,0 8 15,9-8 1,9 9-16,1-10 16,9 0-1,19-8-15,9-20 16,38-26-1,-9-20-15,-29 1 16,-19 9-16,-18 9 16,-19 9-1,0-9-15,-10 9 16,-9 1-16,0-1 16,-9 0-1,-1-9-15,1 1 16,-10-1-1,9-10-15,10 1 16,10 9 0,9-9-16,18 0 15,10 9-15,10 9 16,-1 10 0,1 18-16,-1 18 15,-9 29 1,-9 26-16,-19 20 15,-10 18 1,-18 18-16,-10-19 16,9-26-16,1-20 15,9-18 1,0-9-16,9-18 16,10-10-1,19-9-15,56-28 16,56-46-1,-8-9-15,-1-9 16,-141 92-16</inkml:trace>
  <inkml:trace contextRef="#ctx0" brushRef="#br0" timeOffset="105964.4">21496 14657 0,'0'0'0,"0"0"16,0 0-16,0 0 15,0 0 1,19-10-16,28-26 15,19-20 1,-1 1-16,-8-10 16,-10 19-1,0 9-15,-9 9 16,-10 10-16,-9 9 16,-1 0-1,-8 9-15,-1 0 16,1 9-16,-1 0 15,-9 0 1,0 0-16,0-9 16,0 0-1,10-9-15,18-28 16,19-37 0,19-9-16,-1 0 15,1 19-15,-9 18 16,-1 18-1,-9 9-15,-9 19 16,0 19 0,-1 18-16,-9 27 15,-18 10 1,-10 9-16,-10-18 16,-8-19-16,18-46 15</inkml:trace>
  <inkml:trace contextRef="#ctx0" brushRef="#br0" timeOffset="106129.17">21759 13761 0,'0'0'0,"10"0"16,18-9-16,66 0 15,-94 9 1</inkml:trace>
  <inkml:trace contextRef="#ctx0" brushRef="#br0" timeOffset="106565.08">23998 13697 0,'-9'18'0,"-1"38"16,1 54-16,9 10 15,19-18 1,9-1-16,0-8 16,10-29-1,0-18-15,-10-27 16,-28-19-16</inkml:trace>
  <inkml:trace contextRef="#ctx0" brushRef="#br0" timeOffset="107812.57">23566 14121 0,'0'0'16,"0"0"-16,18-9 15,20-19 1,37-8-16,38-11 15,9 10 1,1 10-16,8 18 16,-36 9-16,-20 18 15,-9 10 1,-19 9-16,-10 9 16,-8 0-1,-20 0-15,-9 0 16,0-9-16,0-9 15,0 0 1,0-19-16,0 0 16,0-9-1,0 0-15,0 0 16,19-28-16,18-46 16,10 1-1,10-10-15,-1 18 16,-9 19-1,0 9-15,-9 18 16,0 10-16,-1 9 16,-9 0-1,1 9-15,-1 10 16,-9 9 0,-10-1-16,1 1 15,-1 9 1,0-9-16,1-10 15,-10-9-15,9 0 16,1-9 0,18-18-16,19-28 15,9-37 1,1-19-16,-10 10 16,-10 18-16,-8 19 15,-1 9 1,-9 18-16,-1 9 15,1 10 1,0 18-16,9 19 16,19 46-1,0 55-15,0 28 16,0-18 0,1-38-16,-1-27 15,0-19-15,9-27 16,10-19-1,9-18-15,10-28 16,-1-28 0,1-18-16,-19 0 15,0-18-15,-19 8 16,-9 1 0,-20 0-16,-8 18 15,-20 9 1,1 19-16,-10 9 15,0 19-15,0 9 16,-9 9 0,0 9-16,0 9 15,0 29 1,9 8-16,9 19 16,29 18-1,19-9-15,28 0 16,28-27-16,9-20 15,29-26 1,0-20-16,-10-26 16,-28-1-1,-9 0-15,-10 0 16,-28 9-16,-9 0 16,-10 10-1,-9 9-15,-10-1 16,0 1-1,1 0-15,-10 9 16,0 0 0,0 0-16,0 0 15,0 0-15,0 0 16,0 0 0</inkml:trace>
  <inkml:trace contextRef="#ctx0" brushRef="#br0" timeOffset="108926.32">19774 16161 0,'0'0'0,"0"0"16,0 0-16,0 9 15,-9 37 1,0 38-16,-1 26 16,10 38-1,10-10-15,8-27 16,1-46-1,0-19-15,0-18 16,0-19-16,9-9 16,19-28-1,19-36-15,-10-10 16,-9-9 0,0 0-16,-9 0 15,-19 18-15,0 28 16,-10 9-1,0 10-15,-9 9 16,0 9 0,0 0-16,0 18 15,-9 28-15,9 10 16,0 8 0,9 1-16,10-10 15,9-18 1,1-18-16,8-1 15,10-18 1,29-37-16,-1-18 16,0-38-16,-9-8 15,-19 9 1,-19 9-16,-9 9 16,-10 0-1,-9 0-15,-9 9 16,0 19-1,-10 9-15,0 10 16,0 8-16,0 10 16,0 9-1,10 0-15,9 0 16</inkml:trace>
  <inkml:trace contextRef="#ctx0" brushRef="#br0" timeOffset="109664.78">21759 16558 0,'0'0'16,"0"0"-16,0 0 16,0 0-1,0 0-15,0 0 16,0 0-16,0 0 15,10 0 1,9-9-16,9-10 16,19-18-1,9-18-15,1 0 16,-1-1 0,-9 10-16,-9 9 15,-1 0-15,1 10 16,-10 8-1,1 10-15,-1 9 16,0 9 0,0 0-16,0 10 15,-9-1 1,0 1-16,-10-1 16,1-9-16,-1 1 15,1-10 1,-1 0-16,10-10 15,9-8 1,10-19-16,9-9 16,-10 0-16,1 9 15,0 0 1,-10 9-16,0 10 16,-9 9-1,0 9-15,0 9 16,-1 9-16,1 28 15,-9 10 1,-10-10-16,-10-18 16,10-28-1</inkml:trace>
  <inkml:trace contextRef="#ctx0" brushRef="#br0" timeOffset="109839.74">22183 15543 0,'0'0'15,"0"0"1,0 0-16,37 0 16,29-9-16,-66 9 15</inkml:trace>
  <inkml:trace contextRef="#ctx0" brushRef="#br0" timeOffset="110380.77">24629 15820 0,'0'0'15,"0"0"-15,18-19 16,20-18 0,0-9-16,-1-9 15,1-1-15,-19 1 16,-10 9 0,-9 9-16,-9 0 15,-1 9 1,-8 10-16,-11 9 15,-18-1-15,-9 20 16,9 17 0,-10 29-16,10 8 15,10 19 1,18 19-16,28 9 16,19-10-1,29 1-15,9-10 16,9-27-16,10-38 15,-85-27 1</inkml:trace>
  <inkml:trace contextRef="#ctx0" brushRef="#br0" timeOffset="110798.75">25710 15358 0,'0'0'0,"0"0"16,-9 19-16,-10 36 15,-9 47-15,-19 27 16,9-9 0,1-19-16,8-27 15,1-28 1,0-27-16,0-19 15,-19-28-15,-10-55 16,1-19 0,18 29-16,10 26 15,9 20 1,10-1-16,9 10 16,0-1-1,9 10-15,19 0 16,38 18-16,28 19 15,29 18 1,18 28-16,-10-1 16,-8-17-1,-1-29-15,-122-27 16</inkml:trace>
  <inkml:trace contextRef="#ctx0" brushRef="#br0" timeOffset="111153.49">26802 15284 0,'0'0'0,"0"0"16,0 0-1,0 0-15,0 0 16,-29 10 0,-27 26-16,-29 29 15,-9 0 1,-9 27-16,28-9 15,18-18-15,19-19 16,20-28 0,18-9-16,0-9 15,9 0 1,29-9-16,37-9 16,19-10-1,-19 19-15,-9 0 16,-19 9-16,10 18 15,-1 28 1,1 10-16,-1-1 16,-56-55-1</inkml:trace>
  <inkml:trace contextRef="#ctx0" brushRef="#br0" timeOffset="111498.04">27441 15220 0,'0'0'0,"0"0"16,-18 18 0,-11 19-16,1 9 15,0 19 1,0 9-16,18 9 15,10 27-15,19-26 16,28-11 0,0-36-16,19-18 15,9-28 1,19-56-16,19-92 16,-19-64-1,-37-19-15,-38 18 16,-19 28-16,9-37 15</inkml:trace>
  <inkml:trace contextRef="#ctx0" brushRef="#br0" timeOffset="112314.42">27912 14435 0,'0'9'16,"0"19"-16,0 27 16,9 47-1,10 36-15,0 19 16,0 0-1,9 0-15,0-28 16,-9-46 0,-10-18-16,-9-28 15,0-9-15,0-19 16,-9 0 0,-10-9-16,-9 0 15,0 9 1,-1 1-16,11-1 15,8-9-15,1 0 16,9 0 0,0-19-16,19-18 15,28-18 1,18-10-16,-8 19 16,-1 9-1,-9 19-15,0 9 16,0 9-16,1 18 15,-11 10 1,-9 0-16,-9-1 16,-9-8-1,-1-1-15,0-9 16,1 1 0,-1-1-16,1-9 15,-1 0-15,10-19 16,0-8-1,9-10-15,10-9 16,-10 18 0,0 0-16,-9 10 15,9 9-15,0-1 16,19 10 0,29 19-16,-1 8 15,9 1 1,20-9-16,-10-19 15,-28-19-15,-19 1 16,-9-19 0,-10-9-16,-9-10 15,-19 1 1,-10 9-16,1 18 16,9 10-1,-10 8-15,10 10 16,-9 19-16,9 45 15,19 93 1,0 46-16,9 56 16,-9-47-1,-1-27-15,-27-75 16,9-110 0</inkml:trace>
  <inkml:trace contextRef="#ctx0" brushRef="#br0" timeOffset="112499.54">29812 15478 0,'0'0'15,"0"0"-15</inkml:trace>
  <inkml:trace contextRef="#ctx0" brushRef="#br0" timeOffset="112848.99">30424 14048 0,'0'0'15,"0"27"-15,-10 47 16,1 92-16,9 46 16,9 28-1,1-55-15,-1-10 16,10-45 0,-10-66-16,-9-27 15,0-37 1</inkml:trace>
  <inkml:trace contextRef="#ctx0" brushRef="#br0" timeOffset="113750.98">30198 14897 0,'0'0'16,"0"0"-16,0 0 15,9-10 1,19-8-16,29-19 15,9 0 1,0 19-16,-10 8 16,0 10-16,10 28 15,-9 9 1,-10 9-16,0 10 16,-19-1-1,-9 0-15,-10-9 16,1-9-1,-10-18-15,0-1 16,0-8 0,0-1-16,0-9 15,0 0-15,9 0 16,19-19 0,10-27-16,0-9 15,-1 9 1,1 9-16,-19 9 15,-1 10-15,1 8 16,0 1 0,0 9-16,-10 0 15,10 9 1,0 10-16,0-1 16,0-9-1,-1 1-15,1-1 16,0 0-16,0-9 15,9 0 1,0-9-16,10-19 16,9-9-1,-9 0-15,-1 10 16,1-1-16,-10 0 16,-9 10-1,0 9-15,9-1 16,0 10-1,19 0-15,19-9 16,0 0-16,19-9 16,-10-10-1,-19 0-15,-9-9 16,-9 0 0,-10-9-16,-9 9 15,-10 0 1,-9 0-16,-9 19 15,-10-1-15,-19 1 16,1 18 0,-10 18-16,9 19 15,10 19 1,19 27-16,18 18 16,47 10-1,57 9-15,57-18 16,37-47-16,-10-46 15,38 10 1</inkml:trace>
  <inkml:trace contextRef="#ctx0" brushRef="#br0" timeOffset="113898.81">32860 14481 0,'0'0'0,"0"0"16,-19 10-16,19-10 16</inkml:trace>
  <inkml:trace contextRef="#ctx0" brushRef="#br0" timeOffset="125336.48">7667 8122 0,'0'0'0,"0"0"0,9 0 16,10 0-16,19-9 15,28 0 1,28-1-16,28 1 16,10 0-16,18 9 15,29-9 1,9-10-16,29-8 16,-10-1-1,9-9-15,0-9 16,-9 9-1,-9 0-15,18 9 16,-9 1 0,10-1-16,-1 0 15,-9 10-15,0 9 16,-10-1 0,10 1-16,-37 9 15,-1 0-15,-9 9 16,-47 1-1,0-1 1,-19-9-16,-19 9 16,-28 0-16,-19-9 15,-9 0 1,-9 0-16,-10 0 16,-29 9-1,29-9-15</inkml:trace>
  <inkml:trace contextRef="#ctx0" brushRef="#br0" timeOffset="125765.07">8645 8657 0,'0'0'16,"29"-9"0,55-9-16,86-10 15,18 0 1,56-9-16,-18 1 15,47-11-15,-10 10 16,1-9 0,18 9-16,-66 10 15,20-1 1,-48 0-16,0 10 16,-28-1-16,-29 10 15,1 0 1,-10 0-16,-9 9 15,-19-19 1,-94 19-16</inkml:trace>
  <inkml:trace contextRef="#ctx0" brushRef="#br0" timeOffset="130119.64">5936 10226 0,'0'0'0,"0"0"0,0 19 15,0 9 1,9 18-16,1 37 16,9 28-1,0-1-15,-1-27 16,11-18-1,8-28-15,10-28 16,19-37 0,28-73-16,-19-19 15,-28-9-15,-18 9 16,-11 27 0,-8 1-16,-1 28 15,-9 17 1,0 20-16,10 8 15,-10 19-15,0 0 16,9 19 0,19 55-16,19 36 15,0 1 1,10 0-16,18-10 16,-9-36-1,-10-28-15,38-37 16,19-37-16,-9-28 15,-38-8 1,-19-11-16,-19-17 16,-28 9-1,-9-1-15,-20 10 16,-8 9-16,8 10 16,1 18-1,9 18-15,1 0 16,8 10-1,10 18-15</inkml:trace>
  <inkml:trace contextRef="#ctx0" brushRef="#br0" timeOffset="130748.83">7968 10291 0,'0'0'0,"0"0"16,0 0-16,0 0 16,0 0-16,0 0 15,0 0 1,19-9-16,19-28 15,18-37 1,10-27-16,0-10 16,0 0-1,-19 19-15,-10 36 16,1 19-16,-1 10 16,-8 8-1,-1 19-15,0 0 16,-9 19-1,0 8-15,-10 10 16,1 0-16,-10 0 16,0-18-1,0-1-15,0-9 16,0-9 0,0 0-16,9-9 15,19-19 1,10-18-16,18-9 15,1 0-15,-1 8 16,1 10 0,8 19-16,-18 18 15,-9 0 1,-10 18-16,-9 10 16,0 37-1,-19 9-15,-19 9 16,-18-10-16,37-73 15</inkml:trace>
  <inkml:trace contextRef="#ctx0" brushRef="#br0" timeOffset="130917.74">8194 9128 0,'0'0'0,"0"0"16,19 0-16,47 0 16,65 0-1,-131 0-15</inkml:trace>
  <inkml:trace contextRef="#ctx0" brushRef="#br0" timeOffset="131203.46">10245 8787 0,'0'0'0,"0"9"15,9 28 1,10 37-16,9 46 15,19 37 1,0-10-16,10 29 16,-10-1-1,0-9-15,-10-28 16,-8-36-16,-11-47 16,-18-55-1</inkml:trace>
  <inkml:trace contextRef="#ctx0" brushRef="#br0" timeOffset="132298.87">10000 9793 0,'0'0'0,"0"0"15,19-19-15,28-18 16,38-9-1,37 0-15,0 9 16,-9 28 0,-9 9-16,-10 9 15,-10 19 1,-18 9-16,-9 18 16,-20-9-16,-9 0 15,-9 0 1,-9 1-16,-1-10 15,0-10 1,-9-8-16,0-10 16,0 0-16,0-9 15,0 0 1,0 0-16,10-28 16,18-36-1,10-28-15,9-1 16,-10 19-1,-8 19-15,-1 9 16,0 18-16,0 10 16,1 9-1,-1 9-15,0 9 16,10 9 0,-1 19-16,1 28 15,-1-1-15,1 1 16,-10-19-1,1-9-15,-11-9 16,1-10 0,0-9-16,0-9 15,9-9 1,0-9-16,10-28 16,0-19-16,-1 0 15,-9 10 1,1 0-16,-11 18 15,1 9 1,0 0-16,-10 10 16,1 9-1,9 9-15,-1 0 16,11 9-16,8 9 16,20 19-1,-1-9-15,1 0 16,18-1-1,-9-17-15,18-20 16,11-8-16,-20-19 16,-9 0-1,-10-18-15,-18-10 16,-10 10 0,-19 8-16,1 1 15,-10 9 1,-10 10-16,1 8 15,0 10-15,-1 0 16,-9 9 0,0 0-16,1 9 15,-1 19 1,0 27-16,19 0 16,19 1-16,18 8 15,29 1 1,19 0-16,28-10 15,0-18 1,-10-9-16,-27-19 16,-29-9-1,-29 0-15,-18 0 16</inkml:trace>
  <inkml:trace contextRef="#ctx0" brushRef="#br0" timeOffset="132802.71">8184 11842 0,'0'0'0,"29"-19"16,93-36-16,76-19 15,65-9 1,57-19-16,18 10 15,20 9 1,-1 0-16,1 0 16,9 9-16,-10 9 15,-37 10 1,-38 0-16,-18 18 16,-48 9-1,-47 0-15,-18 10 16,-48-1-1,-27 10-15,-39 0 16,-8 0-16,-20 9 16,-9 0-1,-28 0-15,28 0 16</inkml:trace>
  <inkml:trace contextRef="#ctx0" brushRef="#br0" timeOffset="133198.93">9436 12137 0,'0'0'0,"0"0"16,0 0-16,28-9 15,38-10 1,75-27-16,56-28 16,20 0-1,56-27-15,18-10 16,29-36-16,28-1 16,10 0-1,-57 0-15,-38 19 16,-56 28-1,-56 18-15,-39 0 16,-46 18-16,-19 19 16,-18 18-1,-11 10-15,-8 8 16,-1 1 0,-9 9-16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3-08-23T03:58:55.5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10319 12753 0,'-141'0'235,"52"0"-220,1 0 1,53 0 0,-18 0-1,18 0 1,17 0 15,0 0-15,-17 0-16,0 0 15,0 18 1,-54-1 15,89 1-15,-35 17-1,-18 18 1,0-35 0,18-1-1,17 1-15,1 0 16,-36 17 0,18 18 15,-18-36 16,53 1-32,-36 53 1,19-71 0,-18 35-1,17-17 1,18-1-1,-18 36 1,1-18 0,-1 1-1,18-19 1,0 1 0,0 17-1,0-17 16,0 17-15,0 18 0,0 18-1,0-19 1,0-34-16,0 17 16,18 18-1,-18-35 1,17 53-1,1-54 1,0 18 0,-1-17-16,18 17 15,1 36 1,17-36 0,52 36-1,-34-36 1,35 0 15,-18 18-15,0 0-1,18-18 1,53-17 0,-89 17-1,1-35 1,-1 18-16,-17 17 15,18-35 1,-53 18 0,35 0-1,-36-18 1,18 0 0,1 17-1,-19-17 1,19 0 15,87 0-15,-70 0-1,35 0 1,-35 0-16,0 0 16,35 0-1,0 0 1,1 0-1,-19 0 1,-17 0 0,18 18-1,-18-18 1,35 0 0,-35 0-1,17 0 1,18 17 15,1-17-15,16 0 15,-34 0-15,0 0-1,-19 0 1,19-17-1,-36 17 1,36 0 0,-36 0-1,18-18 1,-35 18-16,-1 0 16,36 0-1,0 0 16,-18 0-15,36 0 0,-36 0-1,18-17 1,35 17 0,-52 0-1,-19 0-15,1 0 16,53 0-1,-54 0 1,18-18 0,1 18-1,-1 0 1,-17-18-16,-1 18 16,19 0-1,-1-17 16,0 17-15,-17 0 0,-1-18-1,1 0 1,17 18 0,1-17-1,34-19 1,-52 36-1,-1-17 1,36-36 15,0 0 1,-35-18-17,17 18 1,-17-17 15,-18-1-15,0 36-16,0-71 31,0-17-15,0 87-1,0 1 1,-18 0-1,18 17 1,-18 1 0,18-1 62,0 0-78,-17-17 47,-18-35-16,17 52-31,-17-17 16,35 17-16,-36-35 15,19 35 1,-1-17-1,0 18 1,1-19 0,-18 1-1,17 0 1,0-1 0,1 19-1,-36-71 1,17 52 15,19 19 0,-1 17 16,1-36-31,-1 19 31,0 17-32,-17-18 1,-18 0 0,35 18-1,18-17 1,-52 17-16,16 0 31,1 0 0,-36 0-15,36 0 0,-18-18-1,0 18 1,36 0-1,-1 0-15,-17 0 16,17 0 0,-17 0 31,17 0-32,-17 0 1,17 0 15,1 0 0,-36 0 16,17 0-31,19 0-1,-54 0 1,36 0 0,17 0-1,1 0-15,-19 0 16,-34 0 0,17 0-1,-53-17 1,53 17 15,18 0-15,0 0-16,-36-18 15,36 18 1,-18 0 0,-18 0-1,36 0 1,-18 0-1,-35 0 1,53 0 0,-54 0-1,19 0 1,-1 0 0,1 0-1,-36 0 1,88 0 15,1 0-31,-19 0 16,1 0-1,17 0 1,1 0 15,-1 0 0,1 0 32,-19 0-16,19 0-32,-1 0-15,-35 0 32,35 0-17,-17 0 1,0 0 0,-18 0-1,0 0 1,-17 0-1,17 18 1,17-18 0,19 0-1,-19 0 1,19 0 46,-1 0-46,-17 0 0,17 0-1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3-08-23T16:13:11.56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16228 9507 0,'0'0'0,"0"0"0,0 0 0,0 0 0,0 0 15,0 0 1,0 0-16,0 0 16,0 0-16,0 0 15,0 0 1,0 0-16,0 0 15,0 0 1,0 0-16,0 0 16,0 0-1,0 0-15,0 9 16,0 0-16,0 9 16,-10 19-1,1 10-15,0 8 16,9 0-1,-10 1-15,10-1 16,0-9-16,-9 0 16,9 0-1,0-9-15,0-9 16,0 0 0,0-10-16,0 1 15,0-10 1,0-9-16,0 0 15</inkml:trace>
  <inkml:trace contextRef="#ctx0" brushRef="#br0" timeOffset="1462.16">16585 9433 0,'0'0'0,"0"0"15,0 0 1,0 0-16,0 0 16,0 0-1,0 0-15,0 0 16,0 0-16,0 0 16,0 0-1,-9-10-15,-1 10 16,-8-9-1,-1 0-15,-19 9 16,1 0 0,-10 0-16,-10 0 15,-9 9-15,-9 10 16,9-1 0,10 1-16,9 8 15,0 1 1,0 9-16,0 9 15,9 0 1,10 0-16,-1 1 16,1 8-16,9 0 15,10 1 1,0-1-16,9 0 16,0 10-1,9-10-15,0 1 16,10-1-16,0-9 15,9-9 1,0 0-16,1-9 16,8 0-1,10-1-15,-9-8 16,9-1-16,-9-9 16,9 1-1,0-10-15,0 0 16,0 0-1,-10 0-15,10-10 16,1 1 0,8-9-16,-9-1 15,-9 1-15,-1-1 16,-9-8 0,1-10-16,-1 0 15,-9 0 1,0-9-16,-1 0 15,-8 9-15,-10 0 16,0-9 0,0 9-16,-10 0 15,1 0 1,-10-9-16,0-1 16,1 11-1,-1-1-15,0 0 16,-9 0-1,-1 9-15,1 0 16,0 1-16,-10-1 16,1 10-1,-1-1-15,0 10 16,1 0 0,-10 9-16,47 0 15</inkml:trace>
  <inkml:trace contextRef="#ctx0" brushRef="#br0" timeOffset="4077.91">8580 6784 0,'0'0'0,"0"0"16,0 0-1,0 0-15,0 0 16,0 0-16,0 0 16,0 0-1,0 0-15,0-9 16,9-10-1,19-9-15,0 1 16,1-1 0,-1 0-16,0 10 15,0 9-15,-9-1 16,0 10 0,9 0-16,-9 10 15,0 8 1,0 10-16,-1 9 15,-8 0 1,-1 9-16,-9 0 16,0 0-16,-9 9 15,-10-8 1,10-10-16,-1-10 16,1 1-1,-1-10-15,1 1 16,9-10-1,0 0-15,0-9 16,0 0-16,0 0 16,0 0-1,0 0-15,9 0 16,10 0 0,19-9-16,9-9 15,0-1-15,9 1 16,-9-1-1,10 1-15,-10-1 16,0 1 0,-9 9-16,-1-1 15,1 1 1,-1 0-16,-8 0 16,-29 9-16</inkml:trace>
  <inkml:trace contextRef="#ctx0" brushRef="#br0" timeOffset="5211.22">9229 6359 0,'0'0'15,"0"0"-15,-10 0 16,1 0-1,-10-9-15,0 0 16,-9 0-16,0-1 16,-10 1-1,-9 0-15,9 9 16,-9 0 0,-9 9-16,9 0 15,-9 10 1,-1-1-16,1 1 15,-1 8-15,10 10 16,0 0 0,9 0-16,10 9 15,0 0 1,9 10-16,0-10 16,10-9-1,0 0-15,9 9 16,0 0-1,0 9-15,0-8 16,9 8-16,0-9 16,1 0-1,-1-9-15,1 0 16,-1-9-16,10 0 16,0-1-1,-1-8-15,11-1 16,-1-9-1,0 1-15,0-1 16,1 0 0,-1 0-16,9 0 15,1-9-15,0 0 16,-1 0 0,10 0-16,0-9 15,0 0 1,0 0-16,1 0 15,-11-1 1,1-8-16,-1-1 16,1 1-16,-10 0 15,0-10 1,1 9-16,-1-8 16,-9-1-1,0-9-15,-1 0 16,1 0-16,-9 0 15,-1 0 1,0 0-16,-9 1 16,0-11-1,0 1-15,-9 0 16,0 0 0,-10 0-16,0 0 15,0 9-15,-9 0 16,-10 0-1,1 0-15,-10 9 16,0 1 0,-10-1-16,1 9 15,-10 10-15,0 9 16,-47 9 0,113-9-16</inkml:trace>
  <inkml:trace contextRef="#ctx0" brushRef="#br0" timeOffset="7060.94">12098 9497 0,'0'0'16,"0"0"-16,0 0 16,0-9-1,0 0-15,9-10 16,1 1-1,-1-10-15,10 1 16,0-1 0,9 0-16,0 10 15,10-1-15,-10 10 16,0 0 0,1 9-16,-1 0 15,-9 9 1,-1 9-16,1 10 15,-9 9 1,-1 0-16,-9 9 16,-9 10-16,-10 8 15,9 1 1,-8-10-16,-1 1 16,0-10-1,10-9-15,-1-10 16,1 1-16,-1-10 15,10-8 1,0-1-16,0-9 16,0 0-1,0 0-15,0 0 16,10 0 0,9 0-16,9 0 15,0-9-15,0-1 16,10 1-1,-10 9-15,10 0 16,-10 0 0,10 9-16,-1 1 15,1-1-15,-1 9 16,1 1 0,-10-1-16,0 1 15,-9-1 1,0 1-16,-9 8 15,-10 1 1,-10 9-16,-9 0 16,-9 9-16,-10-9 15,-18 9 1,-10-9-16,10 0 16,-1-9-1,1-10-15,9-9 16,-10 1-16,1-10 15,9-10 1,0 1-16,0-9 16,0-19-1,19-9-15,28 46 16</inkml:trace>
  <inkml:trace contextRef="#ctx0" brushRef="#br0" timeOffset="8060.99">13067 9184 0,'0'0'0,"0"0"15,0 0 1,0 0-16,-10-10 15,-8 1 1,-1 0-16,-9 0 16,-10-1-1,-9 1-15,-19 0 16,-19 9 0,-9 0-16,0 9 15,10 19-15,-10 9 16,-10 18-1,19-9-15,10 10 16,9 8 0,0 1-16,19-1 15,10 20-15,-1-1 16,10 0 0,9-10-16,0 11 15,0-11 1,10 1-16,9-9 15,0-19 1,9 0-16,10-9 16,0-9-16,19 9 15,9-10 1,19 1-16,9-9 16,0-1-1,0-9-15,1 0 16,-10-9-16,-1 0 15,1 0 1,0-9-16,-9 0 16,-1 0-1,10-10-15,0-8 16,0-1 0,-1-9-16,1-9 15,-9 0-15,-10 0 16,0-10-1,-10 1-15,-8-1 16,-11 10 0,1-9-16,-9-1 15,-20-8-15,1 9 16,-10-10 0,-9 10-16,-10-1 15,1 10 1,-11 0-16,1 0 15,0 9 1,0 18-16,-9 1 16,-29 18-16,-18 9 15,-29 28 1,132-37-16</inkml:trace>
  <inkml:trace contextRef="#ctx0" brushRef="#br0" timeOffset="10363.43">12286 6230 0,'0'0'15,"0"0"-15,0 0 16,0 0-1,0 9-15,-9 19 16,-1 9 0,-9 18-16,-9 19 15,0 0-15,-10 9 16,10-18 0,0-10-16,9-9 15,10-9 1,-1-9-16,1-10 15,9-9 1,0 1-16,0-1 16,0 0-16,9 0 15,10 1 1,19-1-16,9-9 16,9 0-1,10 0-15,9 0 16,10-9-16,-10-1 15,-9 10 1,-9 0-16,-20 0 16,-9 0-1,1 0-15,-11 0 16,-8 0 0,-1 0-16,-9 0 15,0-9-15,-9 0 16,9 9-1</inkml:trace>
  <inkml:trace contextRef="#ctx0" brushRef="#br0" timeOffset="10662.29">12455 6682 0,'0'0'0,"0"0"16,0 0-16,-9 0 15,9 0 1,-9 0-16,-1 9 15,1 10 1,-1-10-16,10 10 16,0 8-16,0 1 15,0 9 1,0 18-16,0 1 16,10 8-1,-10-8-15,9 8 16,1-8-16,-10-10 15,0 0 1,9-9-16,0-9 16,-9-28-1</inkml:trace>
  <inkml:trace contextRef="#ctx0" brushRef="#br0" timeOffset="11761.52">13048 6350 0,'0'0'0,"0"0"15,0 0 1,0 0-16,-9 0 15,-1 0 1,1 0-16,-10 0 16,-9 0-1,0 0-15,-10 0 16,-9 0-16,9 0 16,-9-9-1,-9 0 1,-1-1-16,1 1 15,-1 0-15,1 9 16,0 0 0,-10 9-16,-10 0 15,1 10-15,0 8 16,0 10 0,18 0-16,-9 9 15,1 19 1,-1 0-16,19-1 15,0 1-15,9-10 16,10 19 0,9 0-16,19 0 15,9-19 1,10 10-16,9-10 16,10-9-1,9 10-15,0-1 16,10-9-16,-1-9 15,19 9 1,-9-9-16,0-9 16,-10 0-1,10-10-15,0-9 16,9 0 0,10-18-16,-19 0 15,9-19-15,-9 1 16,0-10-1,-10-9-15,1-10 16,-1-8 0,-9-10-16,0 0 15,-9 0-15,-10-9 16,0 9 0,-9 0-16,-9 10 15,-10-1 1,0 10-16,-10 9 15,-9-1 1,-9-8-16,-10 18 16,-9-9-16,-9 9 15,-10 0 1,-9 9-16,-10 10 16,-9 9-1,19 18-15,-19 0 16,0 19-16,-19 18 15,113-46 1</inkml:trace>
  <inkml:trace contextRef="#ctx0" brushRef="#br0" timeOffset="13014.92">15804 6359 0,'0'0'0,"0"0"15,0 0 1,0 0-16,0 0 16,0 0-1,0 0-15,0 0 16,-9 9-1,0 1-15,-10 8 16,-9 10-16,-1 0 16,11-1-1,-1-8-15,9-1 16,1 1 0,9-10-16,0 0 15,9 0-15,10 1 16,9-1-1,19 0-15,0-9 16,10 0 0,-1 9-16,1 10 15,-10-1-15,-10 10 16,1-1 0,-10 10-16,-9 0 15,-9 9 1,-1 10-16,-18-1 15,-1 1 1,-9-10-16,-9 0 16,0-9-16,0-9 15,-1-10 1,1 0-16,0 1 16,0-10-1,9-9-15,0 0 16,10 0-1,-1-18-15,1-10 16,9 28-16</inkml:trace>
  <inkml:trace contextRef="#ctx0" brushRef="#br0" timeOffset="13378.12">15983 6544 0,'0'0'0,"0"0"15,0 0 1,0 0-16,0 0 15,0 0 1,0 0-16,10 0 16,18 0-16,9 0 15,20 0 1,-1 0-16,-9 0 16,-9 0-1,0 0-15,-1 0 16,10-9-1,0-1-15,-47 10 16</inkml:trace>
  <inkml:trace contextRef="#ctx0" brushRef="#br0" timeOffset="14444.39">16915 6359 0,'0'0'0,"0"0"16,0 0-16,0 0 15,0 0 1,-10-9-16,1 0 16,-10-10-1,-19-8-15,1-1 16,-20-9-16,1 0 15,-1 0 1,-9 0-16,1 10 16,-11-10-1,-8 9-15,-1 10 16,0-1-16,-9 19 16,10 0-1,-10 19-15,9-1 16,0 19-1,1 18-15,-1 10 16,10 9 0,9 9-16,9 0 15,1 9 1,18 0-16,10-9 16,0 10-16,9-19 15,10 18 1,9-27-16,9-1 15,0 1 1,20-1-16,-1-8 16,19-1-16,19 10 15,-10-10 1,10-9-16,28 0 16,-9-9-1,-1 0-15,1-9 16,-19-10-1,28 1-15,-19-10 16,1 0-16,-1-18 16,-9 0-1,-1 0-15,11-10 16,-10-9 0,-10 1-16,-9-10 15,0 0-15,0-9 16,-19 9-1,10-9-15,-10-10 16,0-8 0,-9-10-16,0 0 15,-10 0 1,1 0-16,-1 1 16,-9-1-16,-9 0 15,-10 9 1,0 10-16,0 0 15,-9-1 1,-9 10-16,-10 9 16,-19 0-1,-28 0-15,-38 19 16,132 18-16</inkml:trace>
  <inkml:trace contextRef="#ctx0" brushRef="#br0" timeOffset="16878.38">9210 9728 0,'0'0'0,"0"0"16,0 0-16,0 0 15,0 0 1,0 0-16,0 0 16,0 0-1,0 0-15,0 0 16,0 0-1,0 0-15,0 0 16,0 0-16,0 0 16,0 0-1,0 0-15,0 0 16,-10 19 0,1-1-16,0 10 15,-20 18-15,1 9 16,0 1-1,-10 8-15,1 1 16,8-10 0,11-9-16,8-9 15,1-9 1,-1 0-16,10-10 16,0 10-16,0-10 15,10 1 1,-1-10-16,1 0 15,-1 0 1,10 1-16,0-1 16,0 0-1,-1 0-15,1 1 16,-9-1-16,8 0 16,-8 0-1,-1 0-15,10 1 16,-10-10-1,1 0-15,-1 0 16,1 0 0,-1 0-16,0 0 15,1 0-15,-1 0 16,1-10 0,-10 10-16,9-9 15,-9 9 1,0 0-16,0-9 15,0 9-15,0 0 16,0-9 0,0 9-16,0-9 15,0 9 1,-9-10-16,-1 10 16,1-9-16,-1 9 15,-8-9 1,-1 0-16,19 9 15</inkml:trace>
  <inkml:trace contextRef="#ctx0" brushRef="#br0" timeOffset="17743.88">9059 10217 0,'0'0'16,"0"0"-16,0 0 15,10-9-15,-1 9 16,1 0 0,8 0-16,1 0 15,0 9 1,9 0-16,0 10 16,1 9-1,-1 9-15,0 18 16,0 0-1,-28-55-15</inkml:trace>
  <inkml:trace contextRef="#ctx0" brushRef="#br0" timeOffset="19095.03">9454 9433 0,'0'0'0,"0"0"15,0 0 1,-9 0-16,0 0 15,-10 0 1,0 0-16,-9 0 16,-10 0-16,-9 9 15,-9 0 1,-1 19-16,-9 0 16,-9 18-1,9 18-15,-9 19 16,9 10-16,10-1 15,-1 28 1,20 0-16,8-19 16,20 1-1,9 0-15,9-10 16,1-18 0,9-10-16,9-8 15,9 8-15,1-18 16,9 1-1,0-11-15,28 1 16,1-18 0,-10-10-16,9-18 15,19 0 1,0-19-16,-9 0 16,-10 1-16,-9-10 15,0-10 1,-1-17-16,11-10 15,-10 0 1,-19 10-16,-10 8 16,-9-8-1,1-10-15,-20 0 16,0 0-16,-9 9 16,-9 1-1,-10-1-15,-9 1 16,0-10-1,-10 9-15,-9 10 16,-9-1-16,-1 20 16,-27-1-1,-29 18-15,-28 19 16,-38 37 0,-28 46-16,-9 9 15</inkml:trace>
  <inkml:trace contextRef="#ctx0" brushRef="#br0" timeOffset="22078.28">18918 6590 0,'0'0'0,"-9"0"15,-1 0 1,-8 9-16,-1-9 15,0 0 1,10 0-16,-10 0 16,0 0-1,10 0-15,-1 0 16,1 0-16,-1 0 16,1 0-1,0 0-15,9 0 16,0 0-1,0 0-15,0 0 16,0 0 0,9 0-16,29-9 15,18 0-15,10 0 16,0-10 0,0 10-16,-10 0 15,0-1 1,-8 1-16,-11 0 15,-9 9-15,-9 0 16,0 0 0,0 0-16,-10 0 15,1 0 1,-10 0-16,0 0 16,9 0-16,-9 0 15,0 0 1,0 0-16,0 0 15,0 0 1,0 9-16,0 19 16,0 9-1,0 18-15,-9 0 16,-1 1 0,-9 8-16,1 10 15,-1-9-15,0-10 16,10 1-1,-1-19-15,1 0 16,-1-10 0,10-8-16,0-10 15,0-9-15,0 0 16,0 0 0,0 0-16</inkml:trace>
  <inkml:trace contextRef="#ctx0" brushRef="#br0" timeOffset="23179.39">19671 6175 0,'0'0'16,"0"0"-16,0 0 15,0 0-15,0 0 16,-10-10-1,1 1-15,-10-9 16,0 8 0,-18-8-16,-20 0 15,-18 8 1,-19 10-16,9 10 16,-28 8-16,-18 10 15,18 9 1,9 9-16,20 9 15,8 1 1,1 8-16,19 1 16,9-1-1,9 1-15,19-10 16,10 10-16,-1-10 16,10 1-1,10-10-15,9 9 16,9-9-1,10 1-15,9 8 16,0-18-16,9 9 16,1-9-1,8-9-15,11-1 16,-11-8 0,1-10-16,0 0 15,0 0 1,0-9-16,0-9 15,0 0-15,-10 0 16,0 0 0,1-19-16,-10 9 15,-9-8 1,-1-1-16,1-9 16,-10 9-16,-9 1 15,0-10 1,0-9-16,-1-1 15,-8-8 1,-1-10-16,-9 10 16,0 0-1,-9-1-15,-1 1 16,-8 18-16,-1-9 16,0 9-1,-9 0-15,-1 9 16,-8 1-1,-20-1-15,-8 10 16,-1-1 0,-19 10-16,-28 0 15,113 9-15</inkml:trace>
  <inkml:trace contextRef="#ctx0" brushRef="#br0" timeOffset="36281.98">5880 6562 0,'0'0'0,"0"0"15,0 0-15,0 0 16,0 0-1,0 0-15,0 0 16,0 0 0,0 0-16,0 0 15,0 0-15,0 0 16,-10-9 0,1 0-16,-10 0 15,-9-1 1,0-8-16,-10 9 15,-9-1-15,-10 10 16,1 0 0,0 0-16,-1 10 15,1 8 1,9 10-16,9 0 16,10-1-1,9 1-15,10 0 16,9-1-16,9 1 15,10 0 1,28 9-16,9-1 16,-9-8-1,0 9-15,-9-9 16,0 9-16,-10 0 16,-9 0-1,-1-1-15,1 1 16,-9-9-1,-10 9-15,0-9 16,-10-1-16,1 1 16,-1-9-1,-8-1-15,-1 0 16,-9-8 0,-1-1-16,1-9 15,0 0 1,0-9-16,-1-10 15,1-8 1,0-1-16,9-18 16,10-10-16,9-8 15,9-1 1,10-9-16,9 0 16,10 10-1,0 8-15,-1 10 16,1 9-16,9 0 15,0 10 1,0 8-16,0 1 16,-47 18-1</inkml:trace>
  <inkml:trace contextRef="#ctx0" brushRef="#br0" timeOffset="37444.11">5983 6415 0,'0'0'0,"0"0"16,0 0-16,0 0 16,0 0-1,0 0-15,-9-10 16,-1 1-1,-9 0-15,1-10 16,-11-8-16,-8-1 16,-10-9-1,9 9-15,-9 1 16,-9 8 0,-1 1-16,-18 18 15,0 9 1,9 10-16,0 8 15,0 10-15,0 19 16,0 17 0,10 1-16,0 19 15,9-1 1,9 9-16,0 1 16,19-10-16,1 10 15,8-19 1,10-19-16,10 1 15,-1-10 1,19 1-16,0-1 16,10-9-16,0 0 15,-1-9 1,10-9-16,19 0 16,0-10-1,9 10-15,-9-10 16,9-8-1,-9-10-15,10-10 16,-1-17-16,0-1 16,10-27-1,-19-1-15,-10 1 16,1-1 0,-10-17-16,0 8 15,-10-18 1,-9 18-16,-9-9 15,-9 10-15,-10-1 16,0-9 0,-10 1-16,-18-1 15,0 9 1,-10 10-16,1-1 16,-20 1-16,-9 0 15,0 8 1,-9 11-16,-28 17 15,-38 19 1,-10 28-16,-18 27 16,-29 47-1,-9-1-15</inkml:trace>
  <inkml:trace contextRef="#ctx0" brushRef="#br0" timeOffset="39465.58">19323 9673 0,'0'0'0,"0"0"16,0-10-1,0 1-15,0 0 16,0-9-16,0-1 16,-10 1-1,1-10-15,-10 0 16,0 1-1,-9-1-15,-9 0 16,-1 10 0,-19-1-16,-8 10 15,-11 9-15,10 9 16,1 10 0,8-1-16,10 10 15,0 0 1,9 8-16,10-8 15,19 0 1,-1 0-16,20 8 16,-1-8-16,10 0 15,19 0 1,9-10-16,9-18 16,1 0-1,-1-18-15,10-1 16,-19-9-1,0 1-15,0-10 16,-9 9-16,-10 10 16,-9-1-1,0 10-15,-10 0 16,0-1 0,1 1-16,-10 9 15,0 0-15,0 0 16,0 0-1,0 0-15,0 0 16,0 19 0,-10 36-16,1 28 15,0 9 1,-1 10-16,1 18 16,-1-28-16,1 10 15,-1-28 1,1-10-16,9 1 15,0-10 1,0-18-16,0-9 16,0-10-1,9-9-15,1-9 16,-1 0-16,20-18 16,18-19-1,-47 37-15</inkml:trace>
  <inkml:trace contextRef="#ctx0" brushRef="#br0" timeOffset="40412.92">19709 9488 0,'0'0'0,"0"0"16,0 0-16,0 0 15,0-9 1,-10-10-16,-9-8 15,0-1 1,-9-9-16,-9 0 16,-10 0-16,-10 0 15,-9 10 1,-9-1-16,9 10 16,-9-1-1,0 10-15,-19 9 16,9 9-16,10 10 15,-1 17 1,-8 11-16,8 8 16,1 10-1,9-1-15,10 19 16,-1 10 0,20-1-16,9 0 15,9 0-15,9 19 16,20-19-1,-1-18-15,10-9 16,9 9 0,10-19-16,9 10 15,9-1 1,1-8-16,-1-10 16,20 0-16,-1-9 15,28-9 1,-9-1-16,0-17 15,10-1 1,-10-18-16,9-10 16,-18-9-16,19-18 15,-1-9 1,1-19-16,-20 9 16,-18-8-1,0-10-15,-28 9 16,-1 0-16,-9 0 15,-9 0 1,-9 0-16,-10 0 16,-10 1-1,-9 8-15,1 10 16,-20-1 0,-18-8-16,-20 8 15,-18 10-15,-9 9 16,-20 10-1,-8 17-15,8 20 16,-27 26 0,-1 11-16,151-47 15</inkml:trace>
  <inkml:trace contextRef="#ctx0" brushRef="#br0" timeOffset="42095.3">5607 9710 0,'0'0'16,"0"0"-16,0 0 15,0 0 1,0 0-16,0 0 16,0 0-1,0 0-15,0 0 16,0 0-16,0 0 15,0 0 1,-10 0-16,1 9 16,0 9-1,-10 19-15,0 19 16,10-1 0,-10 19-16,9 9 15,1 9-15,0-18 16,-1-9-1,10-10-15,0-9 16,0-9 0,10 0-16,-10-9 15,9-1-15,0 1 16,1-10 0,-1-8-16,-9-10 15</inkml:trace>
  <inkml:trace contextRef="#ctx0" brushRef="#br0" timeOffset="42795.03">6275 9820 0,'0'0'16,"0"0"-16,0 0 16,0 0-1,0 0-15,0 0 16,-10 0-1,1 0-15,-10 10 16,0-1 0,-9 9-16,0 1 15,-10 18-15,10 0 16,0 9 0,0 0-16,9 9 15,0 1 1,10-10-16,9 0 15,0-9 1,9 0-16,0-10 16,10 1-16,9-9 15,1-1 1,-1-9-16,0-9 16,10 0-16,-1-9 15,10-9 1,0-19-16,-9 0 15,0-9 1,-10-10-16,-9 10 16,-10 9-1,-9 0-15,0 0 16,-9 10 0,-1-1-16,1 9 15,-1 1-15,-8 0 16,-11-1-1,-18 10-15,0 0 16,0 9 0,10 9-16,-1-9 15,38 0-15</inkml:trace>
  <inkml:trace contextRef="#ctx0" brushRef="#br0" timeOffset="44095.18">6482 9184 0,'0'0'15,"0"0"-15,0 0 16,-10 0 0,-9 0-16,-9 0 15,-9 0 1,-10 0-16,-10 9 16,1-9-16,-1 9 15,-18 0 1,-19 0-16,9 10 15,10-1 1,-10 10-16,10 0 16,0 9-1,0 0-15,-1-1 16,29-8-16,0 18 16,0 0-1,10 10-15,8 8 16,1 10-1,9-9-15,10 9 16,-1 9-16,10 9 16,0-9-1,10 0-15,-1-9 16,10 0 0,0 0-16,9 0 15,0-10 1,19 10-16,-9-19 15,9 1-15,10-1 16,-10-9 0,9 0-16,10 1 15,0-10 1,9 9-16,-9-19 16,0 1-16,-10-10 15,1-8 1,8-1-16,1-9 15,10-9 1,-1-19-16,-9 0 16,-10 1-1,1-10-15,-1-9 16,0-1-16,1-8 16,-1-10-1,10-27-15,-19 0 16,-9 18-1,-10-9-15,0-9 16,-9 9 0,-10 9-16,-9 9 15,0 10-15,-9-1 16,0 1 0,-10-10-16,-9 1 15,-1 8 1,-18 1-16,0 9 15,-9 0-15,-1 9 16,1 9 0,-29 10-16,-18 8 15,-10 10 1,-19 28-16,-9 18 16,0 28-16,141-74 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3-08-24T07:58:36.0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6613 13485 0,'0'0'0,"0"0"0,0 0 0,0 0 16,0 0-16,0 0 16,0 0-1,0 0-15,0 0 16,0 0 0,0 0-16,0 0 15,0 9 1,0 9-16,0 19 15,10 28-15,-1 9 16,1 18 0,8 0-16,-8 0 15,-1 1 1,1-29-16,-1-17 16,0-11-16,1-8 15,-10 0 1,9-19-16,1 0 15,-10-9 1</inkml:trace>
  <inkml:trace contextRef="#ctx0" brushRef="#br0" timeOffset="1065.98">6980 13448 0,'0'0'16,"0"0"-16,0 0 15,0 0 1,0 0-16,0 0 15,0 0 1,0 0-16,-9-19 16,-10-9-16,-9-18 15,0 0 1,-1 9-16,1 0 16,0 0-1,0 19-15,0-1 16,-1 10-1,1 0-15,-10 9 16,-18 9-16,-19 28 16,9 9-1,0 10-15,0 8 16,10 10 0,9 9-16,9 0 15,0 10 1,10-10-16,9 9 15,1 19-15,8-19 16,10 0 0,10-18-16,-1 0 15,10 0 1,9-19-16,0 1 16,10-10-16,9 0 15,0-9 1,0-19-16,19 1 15,-10-10 1,10 0-16,0-9 16,9-28-1,1 1-15,-1-10 16,-19 0-16,1-9 16,-1 0-1,-18 9-15,-1-19 16,-8 10-1,-11 0-15,1-9 16,-9-1 0,-1 1-16,-9-10 15,-9-27-15,-1 0 16,-9-1 0,1 10-16,-11 0 15,11 28 1,-11 0-16,-8-10 15,-1 19-15,0 0 16,1 9 0,-10 9-16,-10 10 15,10 18 1,-19 9-16,66-9 16</inkml:trace>
  <inkml:trace contextRef="#ctx0" brushRef="#br0" timeOffset="2103.54">9454 13974 0,'0'0'15,"0"0"-15,0 0 16,0 0 0,0 0-16,0 0 15,0 0-15,0 0 16,0 0-1,0 0-15,0 0 16,0 0 0,0 0-16,-18 9 15,-1 0-15,0 0 16,0 10 0,-9-1-16,9 1 15,0 8 1,10-8-16,0-1 15,-1 1 1,10-10-16,0 0 16,10 1-16,8-1 15,11 9 1,-1 1-16,9-10 16,1 9-1,0 1-15,-10-1 16,-9 1-16,0-1 15,-1 10 1,-8 0-16,-10 8 16,-10 1-1,1 0-15,-10 0 16,-9-9 0,0-10-16,-1 1 15,1-10-15,0-9 16,28 0-1</inkml:trace>
  <inkml:trace contextRef="#ctx0" brushRef="#br0" timeOffset="3165.21">9454 14131 0,'0'0'16,"0"0"-16,10-10 15,18-8 1,10-1-16,-1 1 16,10 0-1,10-10-15,-10 0 16,0-9-16,-9 0 15,-10 0 1,0-9-16,-9 9 16,-10 10-1,1-10-15,-1 0 16,-9 9 0,0 0-16,0 10 15,0 0-15,-9-1 16,-1 1-1,1-10-15,-10 9 16,0 1 0,0 0-16,-18-10 15,-1 9-15,-9 1 16,-9-1 0,-20 10-16,1 9 15,0 19 1,0 8-16,-1 10 15,10 28 1,-9 18-16,0 18 16,18 1-16,10 9 15,10 27 1,18-27-16,10-9 16,9-10-1,0 9-15,9-27 16,10-9-16,0-10 15,-1-9 1,11 10-16,8-10 16,1 0-1,0-9-15,9 0 16,0-10 0,18-8-16,20-1 15,9 1-15,-9-10 16,9-9-1,0-9-15,-9-10 16,-10 1 0,-9-1-16,-10-8 15,-9-1 1,-9 0-16,-10 1 16,0-1-16,-9 0 15,0-9 1,9-36-16,-9 8 15,0-37 1,-19 10-16,-10 0 16,1-19-16,-10 47 15,0-10 1,1 9-16,-11-9 16,1 0-1,0 19-15,0 0 16,-1 18-1,1 0-15,0 9 16,0 0-16,-10-8 16,1-1-1,37 37-15</inkml:trace>
  <inkml:trace contextRef="#ctx0" brushRef="#br0" timeOffset="4266.16">12136 13752 0,'0'0'0,"0"0"16,0 0 0,0 9-16,-10 28 15,-18 19 1,0 8-16,-19 29 15,9-10-15,-9 0 16,0-19 0,9-17-16,10-11 15,9-8 1,0-9-16,10-10 16,0 0-16,-1 0 15,10-9 1,0 0-16,0 0 15,19 0 1,19 0-16,9 0 16,19 0-1,9 0-15,0-9 16,-18 9 0,-10 0-16,-10 0 15,-9 0-15,-9 0 16,-9 0-1,-1 0-15,-9 0 16,0 0-16,0-9 16,-9-19-1,-10 0-15,0-8 16,0 8 0,0 0-16,10 19 15,0 0 1,-1-1-16,1 1 15,9 9-15,0 0 16,0 9 0,0 28-16,9 19 15,1 45 1,8-8-16,-8-1 16,-1-28-1,1-17-15,-1-10 16,0-10-16,1-8 15,-1-10 1,1-9-16,-10 0 16</inkml:trace>
  <inkml:trace contextRef="#ctx0" brushRef="#br0" timeOffset="5051.81">12625 13614 0,'0'0'0,"0"0"15,0 0 1,0 0-16,0 0 15,0 0-15,-10-9 16,-8-1 0,-20-8-16,-9 9 15,-19-1 1,-9 1-16,-1 0 16,1 9-16,9 9 15,1 0 1,-11 28-16,1 9 15,-10 37 1,1 19-16,8 46 16,20-10-1,0 28-15,27-18 16,10-10 0,10-36-16,9-10 15,9-27-15,1-19 16,9 0-1,18 0-15,10-9 16,10 0-16,9-9 16,18-10-1,29 1-15,0-19 16,0-19 0,-19-8-16,19-10 15,-10-10 1,-18 1-16,-10-9 15,-9 0-15,-9-1 16,-10-18 0,-10 1-16,-8-20 15,-20 1 1,-9 0-16,0 9 16,-9 9-16,-1 18 15,-9 1 1,1 0-16,-11 8 15,-8 1 1,-20 9-16,10 19 16,-9-1-1,9 19-15,9 0 16,38 0-16</inkml:trace>
  <inkml:trace contextRef="#ctx0" brushRef="#br0" timeOffset="141419.71">15174 13964 0,'0'0'0,"0"0"15,0 0-15,10-9 16,8-9-16,1-1 15,0 1 1,9-10-16,10 0 16,-1 10-1,-8 9-15,-1 0 16,-9-1 0,0 10-16,-1 10 15,1-1 1,-9 9-16,-1 19 15,-9 19-15,-9-1 16,-20 10 0,-8 8-16,-1-17 15,0-10 1,10 0-16,9-18 16,1-10-16,8 1 15,1-10 1,9 0-16,0-9 15,9 9 1,10-9-16,28 0 16,10-9-1,-1 0-15,10 9 16,-19 0-16,-19 9 16,0-9-1,-9 9-15,-9 1 16,-1 8-1,-9 10-15,-9 9 16,-10 0-16,-19 18 16,-9 0-1,-9 1-15,-1-10 16,-9 0 0,0-9-16,1 0 15,8 0 1,1-19-16,-10-9 15,0-9 1,10 0-16,-1-18 16,1-10-16,9 10 15,9-1 1,-9-18-16,9 1 16,1-11-1,8-8-15,1-19 16,19 10-16,9-10 15,9-19 1,10 20-16,9-10 16,19-19-1,29 10-15,8-1 16,10-8-16,10 9 16,-20 36-1,20 1-15,-1 18 16,-8 9-1,-1 10-15,0 18 16,-10 18 0,-8 10-16,-11 18 15,-8 19-15,-10 8 16,-9-8 0,-1 9-16,-9 0 15,-9-10 1,0 1-16,-10 0 15,-9-10-15,0-9 16,-9 0 0,0 0-16,-10 19 15,0-10 1,-19 10-16,-18-10 16,-19 19-1,-1-28-15,1-9 16,-19 0-1,-9-9-15,9 0 16,18-10-16,10-9 16,10-18-1,56 9-15</inkml:trace>
  <inkml:trace contextRef="#ctx0" brushRef="#br0" timeOffset="143318.37">19332 14121 0,'0'0'0,"0"0"15,0 0-15,0 0 16,0 0 0,0 0-16,0 0 15,0 0 1,0-9-16,10-9 15,-1-1 1,10 10-16,9-9 16,10-10-16,-10 9 15,0 10 1,0 0-16,-9 9 16,0 9-1,-10 0-15,-9 38 16,-18 8-16,-20 10 15,-28 27 1,0-9-16,0 0 16,10-18-1,18-19-15,10-19 16,9-8-16,10-10 16,-1 10-1,1-10-15,9-9 16,0 0-1,9 0-15,10 0 16,28 0 0,19-9-16,9-10 15,1-9-15,-10 10 16,-10-1 0,0 1-16,1 0 15,-10-1 1,-9 1-16,-1-10 15,1 0 1,-1-9-16,-8 0 16,-11 19-16,-8 0 15,-1-10 1,1 9-16,-10 1 16,0-1-1,-10-17-15,1 17 16,-1-18-1,-8-9-15,-1 28 16,-9-19-16,-1 0 16,1 9-1,0 10-15,-10-19 16,1 18 0,-10 1-16,-10-1 15,-18 10-15,0 18 16,-1 0-1,1 19-15,-9 9 16,8 0 0,-8 18-16,18 1 15,9-1-15,10 1 16,10-10 0,8 18-16,11-18 15,8 1 1,1 8-16,9-9 15,0-9 1,9 0-16,1 18 16,8-9-1,-8-18-15,9 9 16,-1-18-16,1 8 16,9 1-1,1 0-15,-1-1 16,0 1-1,0 0-15,1-1 16,8 1-16,1-10 16,-1 1-1,1-1-15,9-8 16,0-1 0,10-9-16,-1-9 15,-9 9 1,0 0-16,0-10 15,0-8-15,0 9 16,10-10 0,-10-8-16,0 8 15,0-9 1,0 1-16,-10-19 16,1 9-16,-10 0 15,-9 9 1,-9 10-16,-1 8 15,0 1 1,-9 0-16,0 0 16,0-10-1,0-18-15,0-9 16,-9-18-16,9-29 16,0 93-1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1-22T08:42:14.3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16905 12755 0,'0'0'16,"0"0"-16,0 0 16,0 0-1,0 0-15,0 0 16,0 10-16,0 17 16,10 38-1,-1 27-15,-9 37 16,19 1-1,-10-1-15,1-18 16,-1-10 0,0-27-16,1-19 15,-1-18-15,-9-18 16,0-19 0,0 0-16</inkml:trace>
  <inkml:trace contextRef="#ctx0" brushRef="#br0" timeOffset="297.89">16294 12931 0,'0'0'16,"18"-9"-16,20-10 16,37-9-1,48-9-15,-1 1 16,-9-1-16,-10 9 16,20 0-1,-11 10-15,1-10 16,0-9-1,-113 37-15</inkml:trace>
  <inkml:trace contextRef="#ctx0" brushRef="#br0" timeOffset="681.07">17931 11943 0,'0'0'15,"0"0"-15,0 0 16,0 0 0,0 0-16,0 9 15,0 19 1,0 27-16,-10 29 16,-18 36-1,-10 27-15,-9-18 16,0 19-16,0 9 15,0-19 1,9 1-16,10-10 16,19-18-1,9 0-15,19-1 16,9-8-16,10-10 16,9-9-1,9 0-15,10-9 16,28-9-1,0-28-15,-94-37 16</inkml:trace>
  <inkml:trace contextRef="#ctx0" brushRef="#br0" timeOffset="1251.83">18580 13106 0,'0'0'0,"0"0"15,0 9 1,0 28-16,9 28 16,0 9-16,-9 9 15,0 0 1,0-19-16,0-17 15,0-20 1,0-8-16,0-10 16,0 0-16,0-9 15,0 0 1,0 0-16,0-9 16,0-9-1,0-19-15,10-37 16,18-19-1,0 10-15,1 19 16,8 8-16,10 10 16,10 0-1,-10 18-15,0 10 16,0 18 0,-10 0-16,10 18 15,0 19 1,0 19-16,-9 18 15,-10 18-15,-9 0 16,-9 0 0,-10-18-16,0-18 15,0-19 1,0-19-16,0-18 16,0 0-16</inkml:trace>
  <inkml:trace contextRef="#ctx0" brushRef="#br0" timeOffset="1571.44">19567 12239 0,'0'0'16,"10"9"-1,27 18-15,29 38 16,10 27-16,-11 10 16,-8 46-1,-20 18-15,-8 18 16,-29 10 0,-19-19-16,0-18 15,0-37 1,0-37-16,10-36 15,9-20-15,0-27 16,0 0 0</inkml:trace>
  <inkml:trace contextRef="#ctx0" brushRef="#br0" timeOffset="1765.39">20217 13272 0,'0'0'0,"0"0"15,0 0 1,0 0-16,0 0 15,9 0 1,0 0-16,20 0 16,18 0-16,28-9 15,38-9 1,18-10-16,-18 9 16,-113 19-1</inkml:trace>
  <inkml:trace contextRef="#ctx0" brushRef="#br0" timeOffset="1981.63">20574 13651 0,'0'0'0,"0"0"15,0 0-15,0 9 16,0-9-1,19 9-15,18 0 16,39-9 0,46-27-16,29-38 15,-10-36 1,-141 101-16</inkml:trace>
  <inkml:trace contextRef="#ctx0" brushRef="#br0" timeOffset="2797.7">21900 11399 0,'0'0'15,"0"0"-15,0 0 16,0 0-1,0 0-15,-9 0 16,-38 37-16,-38 46 16,-37 46-1,19-9-15,27 0 16,20-9 0,28-28-16,18-28 15,20 0-15,8-8 16,20 8-1,28 0-15,0 10 16,0-10 0,-1 10-16,-17-10 15,-1 28 1,-19 10-16,-28 27 16,-28 36-16,-29 11 15,-28 8 1,-18-9-16,18-27 15,10-38 1,19-18-16,18-27 16,19-29-16,0-8 15,10-10 1,9-9-16,0 0 16,9 9-1,10 0-15,9 1 16,19-1-16,10 0 15,-1 10 1,10 17-16,0 11 16,-10 8-1,1 37-15,-1 28 16,-18 9 0,0 47-16,-29 8 15,-9 10 1,-9 46-16,-10-9 15,-9-10-15,-1-8 16,11-10 0,8-56-16,10-17 15,19-1 1,9-37-16,29-9 16,27-9-16,48-9 15,0-38 1,37-45-16,66-10 15</inkml:trace>
  <inkml:trace contextRef="#ctx0" brushRef="#br0" timeOffset="3668.54">22945 11629 0,'0'0'0,"0"0"16,0 0-16,0 0 15,0 0 1,0 0-16,0 0 16,-10-9-16,1 0 15,-1 0 1,1-1-16,-10 1 16,-9 9-1,-10 0-15,-37 28 16,0 9-16,-19 18 15,19 1 1,-1 17-16,29-8 16,10 0-1,8-10-15,20-18 16,9-9 0,9-10-16,1-9 15,18 1-15,28-10 16,1-10-1,-1-8-15,1-10 16,-10-9 0,0-9-16,9-19 15,-9-8-15,0-10 16,0 9 0,-9 9-16,-10 28 15,-9 10 1,0 17-16,0 10 15,0 10-15,-1 8 16,11 28 0,-1 28-16,-9 18 15,-1 19 1,11-19-16,-1-18 16,9 0-1,20-9-15,46-1 16,48-27-1,-151-37-15</inkml:trace>
  <inkml:trace contextRef="#ctx0" brushRef="#br0" timeOffset="4733.63">28551 12008 0,'0'0'0,"0"0"16,0 0 0,10-9-16,9-1 15,28-17 1,19-29-16,28-27 15,19-37 1,-19-18-16,-10-10 16,-18 19-1,0-10-15,-19 47 16,-19 18-16,-9 10 16,0 18-1,-10 18-15,-9 9 16,0 10-1,0 9-15,-9 0 16,-19 19-16,-29 36 16,-9 56-1,10 18-15,9 19 16,19 9 0,28-28-16,18-28 15,11-18 1,27 0-16,19-27 15,10-29-15,9-27 16,-9-18 0,18-28-16,-18-28 15,-10-9 1,-75 83-16</inkml:trace>
  <inkml:trace contextRef="#ctx0" brushRef="#br0" timeOffset="5098.29">29916 11057 0,'0'0'0,"0"0"16,0 9-16,9 19 16,19 9-1,29 9-15,37 0 16,9-9-1,1-9-15,-10-10 16,-19-8-16,-28-1 16,-19 0-1,-9 0-15,-10-9 16,-9 0 0,-9 19-16,-19 18 15,-29 27 1,-27 19-16,-39 19 15,29-19-15,19-9 16,19-19 0,18-18-16,19-19 15,19-18 1</inkml:trace>
  <inkml:trace contextRef="#ctx0" brushRef="#br0" timeOffset="5687.67">31242 10254 0,'0'0'0,"0"0"15,9 19-15,1 36 16,9 47-16,-10 54 16,-9 11-1,-19 36-15,0-19 16,-9-18 0,9-27-16,10-38 15,0-45 1,9-19-16,0-10 15,0-17-15,0-1 16,0-9 0,0 0-16,9 0 15,10-19 1,0-8-16,9-29 16,9-18-16,10 1 15,1 8 1,-11 19-16,-9 18 15,-9 10 1,0 8-16,0 10 16,0 0-1,9 19-15,0-1 16,0 19-16,10 9 16,0 1-1,9 8-15,0-9 16,9-9-1,29-19-15,18-27 16,-103 9-16</inkml:trace>
  <inkml:trace contextRef="#ctx0" brushRef="#br0" timeOffset="7186.66">22484 14832 0,'0'0'15,"0"0"-15,0 0 16,0 0 0,0 0-16,0 0 15,0 0-15,0 0 16,0 0-1,0 0-15,0 0 16,0 9 0,0 19-16,0 18 15,9 28-15,1 18 16,-1 28 0,10 9-16,-10-18 15,1-9 1,-1-10-16,-9-18 15,0-10 1,0-64-16</inkml:trace>
  <inkml:trace contextRef="#ctx0" brushRef="#br0" timeOffset="7549.38">21938 15100 0,'0'0'0,"0"0"16,0 0-16,0 0 16,0 0-1,0 0-15,19 0 16,37-19-1,20-18-15,27-9 16,10-9 0,-10-1-16,1 10 15,-29 9-15,-9 10 16,-10 8 0,-8 1-16,-20 9 15,0 9 1,0 0-16,-9 0 15,-19 0-15</inkml:trace>
  <inkml:trace contextRef="#ctx0" brushRef="#br0" timeOffset="7997.74">23434 13900 0,'0'0'16,"0"0"-16,0 9 16,0 28-1,-10 28-15,-8 27 16,-1 19-1,-9 27-15,-1 28 16,1-18 0,9 18-16,1-18 15,8-28-15,10-10 16,10-8 0,8-19-16,1-9 15,9-9 1,1-10-16,8 0 15,10 1-15,-9-10 16,0-9 0,-10-10-16,0 1 15,0-9 1,0-1-16,-28-18 16</inkml:trace>
  <inkml:trace contextRef="#ctx0" brushRef="#br0" timeOffset="11265.22">24741 14297 0,'0'0'0,"0"0"15,0 0 1,0 9-16,0 0 16,10 19-16,-1 9 15,1 18 1,-1 1-16,1-10 16,-10-9-1,0-10-15,0 1 16,0-19-16,0 0 15,0 1 1,0-10-16,0 0 16,0 0-1,0 0-15,0 0 16,0 0 0,0-10-16,0-17 15,9-10-15,0 0 16,1 0-1,-1 9-15,1 1 16,-1 8 0,0 1-16,1 8 15,-1 1-15,1 0 16,8 0 0,1 9-16,0 0 15,0 0 1,0 0-16,-1 9 15,1 0 1,10 19-16,-11 0 16,1 18-16,0 0 15,-10-9 1,1 9-16,-1-9 16,1 0-1,-10-37-15</inkml:trace>
  <inkml:trace contextRef="#ctx0" brushRef="#br0" timeOffset="11626.66">25494 13992 0,'0'0'0,"0"0"16,0 19-16,9 36 15,-9 37-15,-9 38 16,0 36 0,-1-28-16,10-9 15,-9-9 1,-1-18-16,10-28 15,0-28-15,0-9 16,0-10 0,0 1-16,0-9 15,0-10 1,0-9-16,0 0 16,0 0-1</inkml:trace>
  <inkml:trace contextRef="#ctx0" brushRef="#br0" timeOffset="12241.51">25701 14786 0,'0'0'16,"0"0"-1,0 0-15,0 0 16,9-9-16,10-1 16,9-8-1,1-10-15,-1 1 16,10-1 0,-1 0-16,-9 10 15,1-1 1,-11 10-16,1 0 15,0 9-15,0 0 16,0 9 0,-10 19-16,1 9 15,-10 0 1,-10 9-16,-9 9 16,0 1-1,1-20-15,-1-8 16,9 0-16,1-10 15,0 1 1,-1-10-16,10 0 16,0 0-1,0-9-15,0 0 16,0 0-16,10 10 16,-1-1-1,19 0-15,10-9 16,28-9-1,0-10-15,-10 1 16,0-1 0,1 1-16,-10-10 15,0-9-15,0-9 16,-47 46 0</inkml:trace>
  <inkml:trace contextRef="#ctx0" brushRef="#br0" timeOffset="13867.24">26632 13180 0,'0'0'0,"0"0"15,10 9 1,18 19-16,19 18 16,9 19-1,20 18-15,8 18 16,1 28-16,-28-27 16,-1 18-1,-9 0-15,-9-9 16,-20-10-1,1 1-15,0 8 16,-19 10-16,-9 10 16,-10-20-1,-19 29-15,-9-19 16,-9 0 0,-1-28-16,1-18 15,18-19 1,1-8-16,18-20 15,9-8-15,1-10 16,0 0 0,9-9-16,0 0 15,9 9 1,10 1-16,-19-10 16</inkml:trace>
  <inkml:trace contextRef="#ctx0" brushRef="#br0" timeOffset="14261.84">27658 13974 0,'0'0'16,"0"0"-1,0 0-15,9 9 16,1 0 0,-1 19-16,10 18 15,0 19 1,-10 8-16,0 11 15,1 8-15,-10 0 16,0-18 0,0-9-16,0-19 15,0-9 1,-10-10-16,10-8 16,0-10-16,0-9 15</inkml:trace>
  <inkml:trace contextRef="#ctx0" brushRef="#br0" timeOffset="14515.17">27281 14564 0,'0'0'15,"0"0"-15,0 0 16,0 0-16,10 0 15,18-9 1,38-9-16,28-10 16,10 0-1,18-9-15,19-9 16,0 0 0,-19 9-16,-122 37 15</inkml:trace>
  <inkml:trace contextRef="#ctx0" brushRef="#br0" timeOffset="15286.83">28514 13577 0,'0'0'0,"0"0"16,0 9-16,9 46 16,1 38-1,-10 36-15,0 37 16,0-37-16,0 28 15,0-28 1,-10-36-16,1-19 16,9-19-1,0-9-15,0-18 16,0-1 0,0-17-16,0-1 15,0 0-15,0-9 16,0 0-1,0 0-15,0 0 16,0 0 0,0 0-16,9-9 15,1-19-15,8 1 16,11-10 0,-1 0-16,10 0 15,9 0 1,-10 9-16,10 0 15,0 10 1,0 9-16,-9 0 16,0 9-16,-10 0 15,0 9 1,-9 0-16,0 0 16,-10 0-1,0 1-15,1-1 16,-10 9-1,-10 10-15,-18 9 16,-19 9-16,-9 0 16,-19-9-1,-10 0-15,0-18 16,10-1 0,18-9-16,10-9 15,10 0-15,18-9 16,19 9-1</inkml:trace>
  <inkml:trace contextRef="#ctx0" brushRef="#br0" timeOffset="17249.75">30706 13946 0,'0'0'0,"0"0"16,0 0 0,9 9-16,1 0 15,18 10-15,9-1 16,10-8 0,10-10-16,-10-10 15,0-8 1,-9-1-16,-10 1 15,0 0-15,-9-10 16,0 0 0,-10 10-16,1-1 15,-10 1 1,0-1-16,-10 1 16,1-1-1,-10 10-15,-9 0 16,-10 9-16,0 9 15,-9 19 1,-18 18-16,-1 28 16,0 18-1,19-9-15,9-9 16,19-19-16,10-8 16,9-10-1,19-1-15,18-8 16,20-9-1,18-10-15,10-18 16,18-28 0,1-19-16,-10-8 15,0-19-15,-9-10 16,-20 1 0,1 0-16,-9-1 15,-10 10 1,-10 0-16,-8 9 15,-1 10 1,-9-1-16,-10 28 16,0 10-16,-9 8 15,0 1 1,0 8-16,-9 1 16,0 0-1,-1 9-15,-9 0 16,-18 18-1,-10 10-15,0 18 16,-10 19-16,1 27 16,9 1-1,19-10-15,-1 9 16,20 0 0,9 0-16,0 1 15,19-19-15,0-1 16,18-17-1,1-1-15,-1-18 16,10-9 0,-9-10-16,0-9 15,-1-9-15,20-18 16,-1-10 0,1-18-16,9-18 15,-1 8 1,-8-8-16,-10 8 15,-10 10 1,-18 9-16,0 9 16,-9 10-1,-1 9-15,-9 0 16,0 9-16,-9-10 16,-10 10-1,-10 0-15,1 10 16,0-1-16,0 0 15,9 0 1,10 0-16,9 1 16,0 8-1,9 10-15,10 9 16,9 9 0,0 0-16,0 19 15,1-10-15,-10 19 16,-1-19-1,-8-9-15,-1-9 16,-9 0 0,0-9-16,-9-10 15,-1 10 1,1-9-16,0-10 16,-1 0-16,1 0 15,9-9 1,0 0-16,0 0 15,9-9 1,10-19-16,28-18 16,19-18-16,9-10 15,-9 9 1,19 1-16,-20-1 16,-18 10-1,1 8-15,-20 10 16,0 10-1,-9-1-15,-10 0 16,1 10-16,-10 9 16,0-1-1,0 1-15,-10 0 16,1 0 0,-10 9-16,-9 18 15,9 10-15,-9 18 16,9 9-1,19 1-15,19 8 16,28 1 0,37 0-16,10-28 15,10-37 1,28-47-16,75-36 16</inkml:trace>
  <inkml:trace contextRef="#ctx0" brushRef="#br0" timeOffset="17382.55">33556 13752 0,'0'0'0,"0"0"0,-19 19 0,19-19 0</inkml:trace>
  <inkml:trace contextRef="#ctx0" brushRef="#br0" timeOffset="19626.43">31139 15137 0,'0'0'0,"0"0"15,0 0 1,0 0-16,0 18 15,0 28 1,0 37-16,0 10 16,9-1-1,0-9-15,1-18 16,-1-29-16,1-8 16,-1-9-1,10-10-15,9-9 16,10-19-1,9-18-15,0-9 16,0-9-16,0 0 16,-19 18-1,-9 9-15,0 10 16,-1 8 0,-8 10-16,9 10 15,9 8-15,0 19 16,10 9-1,-1 0-15,-8-9 16,-1-9 0,0-10-16,0-9 15,0 1 1,-9-10-16,-9 0 16,-1-10-16,1 1 15,-1-9 1,-9-10-16,0-9 15,0 10 1,0-1-16,0 9 16,0 1-1,0-1-15,9 1 16,10 0-16,19-1 16,9 1-1,9-10-15,-9 9 16,-9 1-1,9-10-15,-9 1 16,-1-10-16,-9-9 16,1-1-1,-11-8-15,1 0 16,-9-10 0,-10 10-16,0 9 15,-10 18-15,10 9 16,0 10-1,-9 0-15,9 9 16,0 0 0,0 0-16,-10 18 15,-8 29 1,-11 36-16,1 46 16,9 37-16,19-9 15,10-28 1,9-27-16,-1-19 15,11-28 1,-1-18-16,0-9 16,0-19-1,1 0-15,-1-18 16,0 0-16,0-19 16,10-18-1,-10 0-15,10-1 16,-1 1-1,-8 9-15,-11 10 16,1-1 0,0 10-16,0 8 15,-10 10-15,1 0 16,8 19 0,11 27-16,-1 0 15,0 0 1,0-18-16,1 0 15,-1-10-15,9-9 16,1-18 0,9-9-16,-9-10 15,9-18 1,0-10-16,-10 1 16,1-74-16,-38 46 15,-9 27 1,-1 19-16,-9 19 15,-9 18 1,-9 18-16,8 10 16,1 28-1,9 17-15,0 10 16,19 1-16,10-20 16,-1-18-1,20 0-15,-1-18 16,9-19-1,10-9-15,76-27 16,-76 8-16,-10-9 16,1 1-1,-19 8-15,-19 19 16,9-9 0,-9 9-16,0 0 15,19 0 1,0 19-16,18 8 15,-8 10-15,-10-9 16,-1-10 0,-8 1-16,9-10 15,-10-9 1,-9 0-16,0 0 16,0 0-16</inkml:trace>
  <inkml:trace contextRef="#ctx0" brushRef="#br0" timeOffset="19768.09">33528 15598 0,'0'0'0,"0"0"0,0 0 0</inkml:trace>
  <inkml:trace contextRef="#ctx0" brushRef="#br0" timeOffset="23376.01">7150 11020 0,'0'0'15,"18"-9"-15,29-9 16,19-10-16,0 0 16,9-9-16,-18 10 15,-1-1 1,1 0-16,-10 10 16,-19 8-1,-9 1-15,-10 9 16,-9 0-1,0 0-15,0 0 16,-9 9-16,-10 10 16,-19 18-1,-18 0-15,9-10 16,-10 1 0,10 0-16,-9 0 15,9-10-15,0 0 16,0 1-1,19-10-15,-1 0 16,11 1 0,8-10-16,1 0 15,9 0 1,0 0-16,0 0 16,0 0-16</inkml:trace>
  <inkml:trace contextRef="#ctx0" brushRef="#br0" timeOffset="24077.93">10358 11149 0,'0'0'0,"0"0"16,0 0 0,0 0-16,0 0 15,0 0 1,0 0-16,0 0 16,0 0-1,0 0-15,9 0 16,19 0-16,0 0 15,1 0 1,8 0-16,-9 0 16,1 0-1,-10 0-15,-10 0 16,0 0-16,-9 0 16,0 0-1,0 0-15,-9 0 16,-19 10-1,-29 8-15,-27 10 16,-39 18 0,123-46-16</inkml:trace>
  <inkml:trace contextRef="#ctx0" brushRef="#br0" timeOffset="49732.03">24158 14075 0,'0'0'0,"0"0"16,-9 0-1,-1 0-15,1 0 16,-10 0 0,10 0-16,-1 0 15,1 0 1,0 0-16,-1 9 16,1-9-16,-1 10 15,10-1 1,0 0-16,0 10 15,0 8 1,0 10-16,10 19 16,-1 8-1,1 10-15,18 18 16,-9 10 0,-1-10-16,1 10 15,0 8-15,0-8 16,-10-10-1,1-18-15,-1 0 16,0 0-16,-9-10 16,0-8-1,0-10-15,0-9 16,0 0 0,0-10-16,10 1 15,-1 0 1,-9-1-16,0-8 15,10-1-15,-10 1 16,0-10 0,0 0-16,9 1 15,-9-10 1,0 0-16,0 9 16,10 0-1,-1 0-15,0-9 16,10 0-16,9 0 15,10 0 1,0 0-16,9-9 16,19 0-1,-1 0-15,1-1 16,-9 1-16,-10 0 16,0 0-1,-10-1-15,1 1 16,0 0-1,-1 0-15,10-1 16,0 1-16,0 0 16,10 0-1,-1-10-15,-56 19 16</inkml:trace>
  <inkml:trace contextRef="#ctx0" brushRef="#br0" timeOffset="50665.23">26585 13688 0,'0'0'15,"0"0"-15,0 0 16,0 0 0,0 0-16,0 0 15,0 18 1,0 10-16,0 9 15,10 18-15,-1 10 16,1 8 0,-1 1-16,10 0 15,0-9 1,-1-1-16,-8 1 16,-1 0-16,10-1 15,-10 1 1,1-1-16,9-8 15,-10-1 1,0 1-16,1-10 16,-10 9-1,9 0-15,1-8 16,-10-1-16,0-9 16,0-10-1,0 1-15,0 0 16,0-10-1,0 1-15,0-1 16,0 1-16,0-1 16,9 0-1,1 1-15,-10-1 16,9 1 0,-9-10-16,0 0 15,0 1-15,0-1 16,0 0-1,0 0-15,0 0 16,-9 10 0,-1-1-16,1 1 15,-10-1 1,-19 10-16,-9 0 16,-37-1-16,-67 10 15,-65-9 1,-20 9-16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1-22T08:44:06.8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6406 15247 0,'0'0'0,"0"0"16,0 0 0,0 0-16,0 0 15,0 0-15,0 0 16,0 10 0,0 8-16,0 10 15,0 18 1,0 19-16,0 8 15,0 20 1,0 8-16,0 28 16,10 10-16,-10 9 15,9 27 1,1-27-16,-1 8 16,0 1-1,1-27-15,-1-10 16,-9-28-16,10 0 15,-10-27 1,0-19-16,0-9 16,0-19-1,0-8-15,0-1 16,0-9-16,0 0 16</inkml:trace>
  <inkml:trace contextRef="#ctx0" brushRef="#br0" timeOffset="2374.06">6350 15358 0,'0'0'0,"0"0"16,0 0 0,0 0-16,19-9 15,18 0 1,20-1-16,9-8 16,28 0-1,19 8-15,-10 1 16,10-9-16,9 8 15,10 1 1,0 0-16,-1 0 16,11-10-1,-11 10-15,10-9 16,29 8-16,-20 1 16,10 0-1,10 9-15,8-9 16,10-1-1,-18 10-15,37 0 16,0 0-16,-19 0 16,19 0-1,0-9-15,19 9 16,-29 0 0,29 9-16,-29 1 15,1-1 1,-10-9-16,10 9 15,-10 0-15,-9-9 16,28 10 0,-29-1-16,20 0 15,-10 0 1,10-9-16,8 0 16,-27 0-1,38 0-15,-39-9 16,29 9-1,-37-9-15,18 9 16,-9 0-16,-20 0 16,1 0-1,-19 0-15,-18 0 16,-10 0 0,-19 0-16,0 0 15,-19 9-15,-18 0 16,-10-9-1,0 9-15,-10 1 16,1-1 0,-1 0-16,-8 0 15,-1 10-15,0-1 16,0 1 0,1 8-16,-1 10 15,-9 0 1,9 19-16,0-1 15,-9 10 1,0 8-16,0 11 16,-1 8-16,1 0 15,0-9 1,-10-9-16,1 18 16,-1-9-1,1-18-15,-1-10 16,-9-8-16,0-11 15,0 1 1,0-18-16,0-1 16,0-8-1,0-1-15,0 0 16,0 0 0,0 0-16,0 1 15,0-1-15,0-9 16,0 9-1,-9 0-15,-1 1 16,-9-1 0,-9 9-16,-9 1 15,-11-1-15,-8 1 16,-10-1 0,0 1-16,-9-1 15,-19 1 1,0-1-16,0 0 15,9-8 1,-9 8-16,-9 1 16,-1-10-16,1 0 15,-10 9 1,9-8-16,-9-1 16,1 0-1,-1 0-15,0 1 16,-19-1-1,19 0-15,0 0 16,-18 1-16,8-1 16,10-9-1,-9 9-15,-10 0 16,19-9 0,1 0-16,-1 0 15,-10 0-15,11 0 16,8 0-1,-9 0-15,0 0 16,0 0 0,0-9-16,1 9 15,-11 0-15,10-9 16,10 9 0,-10 0-16,-9 0 15,9 0 1,9 0-16,-9 0 15,1 0 1,8 0-16,10 0 16,-19 0-16,10 0 15,-10-9 1,19 9-16,0 0 16,0 0-1,-19 0-15,19 0 16,0 0-1,-1 0-15,1 0 16,-19 0-16,29 0 16,-10 0-1,0 0-15,-10 9 16,10 0 0,0 0-16,0 0 15,9 1-15,1-1 16,8-9-1,11 9-15,-1 0 16,0-9 0,0 10-16,0-1 15,0 0 1,0-9-16,10 0 16,0 0-16,-1 9 15,-9 1 1,0-1-16,1 0 15,-1 0 1,0 0-16,0 1 16,0-1-16,0 0 15,-9 0 1,0 1-16,9-10 16,9 0-1,1 0-15,0 9 16,-1 0-1,-9 0-15,10-9 16,-1 0-16,1 0 16,-1 0-1,10 0-15,0 10 16,-9-10 0,9 0-16,0 0 15,0 0-15,9 0 16,1 0-1,-1 0-15,10 0 16,0 0 0,9 0-16,0 0 15,0 9-15,-9 0 16,28-9 0</inkml:trace>
  <inkml:trace contextRef="#ctx0" brushRef="#br0" timeOffset="194377.34">6717 17176 0,'0'0'0,"0"0"0,0 0 16,0 0-16,0 0 15,0 0 1,0 0-16,9 0 16,1 0-1,9 0-15,9 0 16,9 0 0,10 0-16,0 0 15,10 0-15,9 0 16,9 0-1,0-9-15,-9 0 16,-9 0 0,8 9-16,-8-10 15,-1 10 1,10-9-16,0 9 16,0 0-16,0 0 15,0 0 1,9 0-16,9 0 15,1 0 1,0 0-16,-10 0 16,0 0-16,1 0 15,8 0 1,1-9-16,0 0 16,-1 0-1,1-1-15,9 1 16,-9 0-1,-10 0-15,0-1 16,0 1-16,10-9 16,0 8-1,-10 1-15,-9 0 16,0 0 0,0 0-16,9-1 15,0 1-15,0 9 16,1-9-1,-1 0-15,0-1 16,0 1 0,1 0-16,-1 0 15,-9-1 1,0 1-16,-1 9 16,1-9-16,10 0 15,-11 0 1,1-1-16,0 10 15,-9 0 1,-1-9-16,10 9 16,9-9-16,-9 9 15,9 0 1,-9 0-16,-9 0 16,8-9-1,1-1-15,10 1 16,-11 0-16,1 0 15,-9 9 1,-1 0-16,1 0 16,8-9-1,-8 9-15,9-10 16,0 10 0,-1 0-16,1-9 15,0 0-15,0 9 16,9-9-1,-9 9-15,0 0 16,0-10 0,-10 10-16,1-9 15,-1 0 1,10 9-16,0 0 16,0 0-16,-10 0 15,1 0 1,-1-9-16,0 9 15,1 0 1,-1 0-16,1 0 16,-1 0-16,-9 0 15,-9 0 1,0 0-16,9 0 16,-10 0-1,10 0-15,-9 0 16,9 0-1,0 0-15,0 0 16,0 0-16,0 0 16,0 0-1,-9 0-15,-1 0 16,1 0 0,9 0-16,0 0 15,-9 0-15,9 0 16,0 0-1,0 0-15,-10 0 16,10 0 0,0 0-16,-9-10 15,9 10 1,10-9-16,-1 0 16,0 9-16,1 0 15,-10 0 1,0 0-16,0 0 15,9 0 1,1 0-16,-10 0 16,9 0-1,-9 0-15,0 0 16,-9 0-16,0 0 16,-1 0-1,-8 0-15,-1 0 16,0 0-1,-9 0-15,0 0 16,-1 0-16,1 0 16,-9 0-1,-1 0-15,1 0 16,18 9 0,-28-9-16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1-22T08:45:48.6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4111 7485 0,'0'0'0,"0"0"15,0 0 1,9 0-16,10 0 15,9 0 1,20 0-16,8 0 16,19 9-1,10 1-15,0-1 16,-1 0-16,10-9 16,0 0-1,0 0-15,1 0 16,-11-9-1,10 9-15,19 0 16,0-9-16,-9-1 16,27 1-1,10-9-15,0-1 16,29 1 0,-10-1-16,-10 1 15,1 9 1,18-1-16,-9 1 15,9 0-15,1 0 16,-1 0 0,-9-1-16,9 1 15,1 0 1,18 0-16,-19-1 16,0-8-1,1 0-15,-1 8 16,19-8-16,-28 9 15,19-1 1,0-8-16,-10 9 16,10-1-1,-10 10-15,0-9 16,10 0-16,-10 0 16,20 9-1,-20-9-15,10 9 16,18-10-1,-37 10-15,28 0 16,-18 0-16,-1 0 16,19 0-1,-19 0-15,29 0 16,-29 0 0,29 0-16,-10 10 15,-19-10 1,38 0-16,-19 0 15,10 0-15,0 0 16,-1 0 0,10 0-16,-28 0 15,28 0 1,-10 0-16,20 0 16,-10 0-1,18 0-15,-18 9 16,19-9-16,-19 9 15,10-9 1,-1 0-16,-28 0 16,38 0-1,-29 0-15,10 0 16,0 0-16,10 0 16,-10 9-1,37 0-15,-46-9 16,46 0-1,-27 0-15,9 0 16,-19 10 0,18-1-16,-18-9 15,10 0-15,-10 9 16,-10-9 0,10 9-16,-28 1 15,18-1 1,-18 0-16,0 0 15,9 1-15,-19-1 16,-9 9 0,-28-9-16,-10 1 15,1-1 1,-11-9-16,-27 9 16,-10-9-1,-9 0-15,-19 0 16,0 0-16,-9 0 15,-10 0 1,-9 0-16,-19 0 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1-22T08:46:40.6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6642 11168 0,'0'0'0,"0"0"0,0 0 15,0 0-15,9 0 16,0 9 0,10 10-16,9-1 15,10 10-15,0-1 16,-1-8-1,10 9-15,-9-10 16,9 0 0,10 1-16,-1-10 15,19 10 1,0-10-16,-9 0 16,0-9-1,9 9-15,10-9 16,0 0-16,9 0 15,-9 0 1,9 0-16,9 0 16,10 0-1,-19 10-15,10-1 16,18 0-16,0-9 16,-9 9-1,0-9-15,-10 0 16,10 0-1,-19 0-15,0-9 16,10 0-16,-10 0 16,0-1-1,0-8-15,-9 9 16,9-1 0,0-8-16,-9 9 15,9-10-15,9 1 16,10 9-1,0-1-15,-19-8 16,19 9 0,9-1-16,0 1 15,-9 0 1,0 0-16,-9 9 16,-1-10-16,-9 10 15,-9 0 1,-10-9-16,10 0 15,-10 9 1,0-9-16,-9 9 16,-9 0-1,-1-9-15,-9 9 16,10 0-16,-10 0 16,0 0-1,-10 0-15,1 0 16,0 0-1,-1 0-15,10 0 16,66 27-16,-113-27 16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1-22T09:26:44.08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8065 6769 0,'0'0'16,"0"0"-16,0 18 16,0 17-1,0 16-15,8 27 16,1 17-16,0 17 15,0 9 1,0-18-16,0-17 16,-18-16-1,9-27-15,-9-9 16,0-8 0,0-9-16,-8-17 15,17 0 1</inkml:trace>
  <inkml:trace contextRef="#ctx0" brushRef="#br0" timeOffset="284.27">7406 7020 0,'0'0'0,"0"0"16,0 0-16,0 0 15,0 0 1,0 0-16,17-9 16,54-17-16,78-25 15,17-18 1,-7 8-16,-9 10 16,-36 8-1,0 8-15,-17 9 16,-9 1-1,-88 25-15</inkml:trace>
  <inkml:trace contextRef="#ctx0" brushRef="#br0" timeOffset="617.41">8909 6330 0,'0'0'15,"0"0"-15,-9 8 16,-9 19 0,-17 32-16,-9 37 15,-18 24 1,2 19-16,-2 16 15,9-17-15,18 0 16,17-26 0,9-26-16,9-8 15,9-18 1,26-8-16,0-26 16,-35-26-1</inkml:trace>
  <inkml:trace contextRef="#ctx0" brushRef="#br0" timeOffset="1149.54">8847 7106 0,'0'0'15,"0"18"-15,0 25 16,0 26 0,9 8-16,-9-8 15,0-9 1,0-16-16,0-10 16,0-16-16,0-10 15,0 0 1,0-8-16,0 0 15,0 0 1,0 0-16,0-8 16,0-18-16,18-26 15,8-17 1,18-8-16,0 8 16,8-1-1,10 2-15,-18 25 16,9 9-1,-9 16-15,-9 9 16,9 18-16,-9 9 16,1 25-1,-2 34-15,-8 18 16,-16 0-16,-10-9 16,0-17-1,0-8-15,0-27 16,0-34-1</inkml:trace>
  <inkml:trace contextRef="#ctx0" brushRef="#br0" timeOffset="1439.15">9497 6485 0,'0'0'15,"0"0"-15,0 0 16,10 9 0,7 8-16,36 26 15,8 17 1,19 27-16,-10 25 16,-18 9-1,-16 8-15,-18 9 16,-10-9-1,-16-7-15,-2-20 16,2-41-16,-1-18 16,9-43-1</inkml:trace>
  <inkml:trace contextRef="#ctx0" brushRef="#br0" timeOffset="1710.07">10624 6968 0,'8'0'16,"18"-8"-16,10-1 15,8 0-15,-9 1 16,0-1 0,-9 9-16,1 0 15,-27 0 1</inkml:trace>
  <inkml:trace contextRef="#ctx0" brushRef="#br0" timeOffset="1903.36">10624 7374 0,'0'0'15,"0"0"-15,0 0 16,0 0-16,8 0 16,28 0-1,25-9-15,62-17 16,44-17-1,44-9-15</inkml:trace>
  <inkml:trace contextRef="#ctx0" brushRef="#br0" timeOffset="3439.57">12170 6916 0,'0'0'16,"0"0"-16,0 0 16,0 0-16,0 0 15,0 0 1,0 0-16,0-8 16,10-19-1,16-16-15,26-8 16,10-10-1,9 18-15,-19 9 16,1 17-16,-18 9 16,1 8-1,-10 8-15,-8 17 16,-18 19 0,-10 34-16,-34 16 15,-26 18 1,-9-8-16,0-10 15,18-15-15,17-19 16,8-17 0,18-17-16,10-9 15,0-8 1,8-1-16,0-8 16,16 9-16,20-9 15,26 0 1,8 0-16,9-9 15,17 1 1,10-10-16,0 1 16,-106 17-1</inkml:trace>
  <inkml:trace contextRef="#ctx0" brushRef="#br0" timeOffset="4524.45">13604 6166 0,'0'0'0,"0"0"15,0 0-15,0 0 16,0 0 0,0 0-16,0 0 15,0 0-15,0 0 16,0 0-1,0 0-15,0 0 16,0 0 0,0 0-16,-9 0 15,9 0 1,-9 0-16,1 0 16,8 0-16,0 0 15,0 0 1,-9 0-16,0 0 15,0 0 1,0 0-16,0 0 16,-8 0-16,-1 9 15,1-1 1,-9 9-16,-1 1 16,-8 7-1,-1 1-15,2 0 16,-2 9-1,1 0-15,0 8 16,0 0-16,8 8 16,10 1-1,-1 0-15,10-1 16,-1 18 0,18 0-16,8 17 15,1 1 1,8-1-16,0 18 15,-8 0-15,0-1 16,-1-16 0,10 7-16,-10-8 15,0-17 1,1-8-16,0-18 16,0 0-16,8-9 15,18-7 1,17-11-16,-61-16 15</inkml:trace>
  <inkml:trace contextRef="#ctx0" brushRef="#br0" timeOffset="5603.31">13859 6968 0,'0'0'15,"0"0"1,0 0-16,0 0 15,0 0-15,0 0 16,0 0 0,0 0-16,0-8 15,9-10 1,8 1-16,1-9 16,8 8-16,1 2 15,-1 7 1,0 1-16,1 8 15,-9 0 1,-1 8-16,-8 17 16,-9 10-1,-9 26-15,-26 16 16,-9 9-16,0-8 16,9-9-1,8-17-15,10-17 16,8-10-1,0-7-15,9-1 16,0-9-16,9 2 16,26-2-1,35-16-15,27-19 16,17-24 0,-114 51-16</inkml:trace>
  <inkml:trace contextRef="#ctx0" brushRef="#br0" timeOffset="5870.01">14729 6726 0,'0'0'0,"0"0"16,0 0-16,0 10 15,9 15 1,-9 27-16,9 16 16,0 19-16,0 17 15,-9-9 1,0-9-16,0-34 16,-9-18-1,9-34-15</inkml:trace>
  <inkml:trace contextRef="#ctx0" brushRef="#br0" timeOffset="6133.92">14255 6753 0,'0'0'0,"0"0"15,8 0-15,19-9 16,34 1 0,54-10-16,17 1 15,17-9 1,-17 0-16,0 1 16,-18-2-16,-17 10 15,-97 17 1</inkml:trace>
  <inkml:trace contextRef="#ctx0" brushRef="#br0" timeOffset="6473.24">15723 6175 0,'0'0'0,"0"0"15,0 0-15,0 0 16,0 0-1,0 0-15,0 8 16,-9 18-16,-8 17 16,-19 17-1,-16 9-15,-10 17 16,1-8 0,-1 9-16,9-1 15,10-9-15,7 9 16,28-7-1,8 7-15,16 0 16,20-8 0,26-1-16,8-16 15,27-18 1,8-17-16,-105-26 16</inkml:trace>
  <inkml:trace contextRef="#ctx0" brushRef="#br0" timeOffset="7006.26">16154 6667 0,'0'0'16,"0"0"-1,0 8-15,0 18 16,-10 9-16,2 16 16,0 0-1,-2-8-15,2-8 16,-2-9 0,2-8-16,8-10 15,0-8 1,0 0-16,0 0 15,0 0-15,0-8 16,0-18 0,0-9-16,8-8 15,10-9 1,8 9-16,-8 8 16,9-8-1,-1 9-15,1 9 16,-1 7-16,0 9 15,1 1 1,8 16-16,-9 9 16,9 1-16,1 17 15,-10-1 1,0 18-16,0-1 16,1 1-1,-10-17-15,-17-35 16</inkml:trace>
  <inkml:trace contextRef="#ctx0" brushRef="#br0" timeOffset="7321.09">17024 6278 0,'0'0'15,"0"0"-15,0 9 16,0 26 0,-9 51-16,-8 26 15,-1 25 1,-8 10-16,8-17 16,-8 8-16,8-17 15,0-35 1,10 0-16,-1-26 15,9-17 1,0-16-16,9-2 16,-1-16-16,-8-9 15</inkml:trace>
  <inkml:trace contextRef="#ctx0" brushRef="#br0" timeOffset="7922.26">17331 7167 0,'0'0'15,"0"0"-15,0 0 16,0 0 0,0 0-16,0 0 15,0 0 1,10-9-16,7 1 16,10-10-16,8 1 15,0-1 1,-9 10-16,1 0 15,-1 8 1,-8 0-16,-1 8 16,1 0-16,-9 10 15,-1 17 1,-8 16-16,-8 1 16,-10 8-1,0-8-15,1 0 16,-1-9-1,1-17-15,8-1 16,0-7-16,9-9 16,0-1-1,0 0-15,9 2 16,0-2 0,8-8-16,10 0 15,8-8-15,18-2 16,8-6-1,0-11-15,19-16 16,-80 43 0</inkml:trace>
  <inkml:trace contextRef="#ctx0" brushRef="#br0" timeOffset="8483.58">17604 6606 0,'0'0'0,"0"0"16,0 0-16,0 0 16,0 0-1,10 0-15,-2 0 16,18 0 0,0 0-16,1 0 15,-10 0 1,1 8-16,0 2 15,-10-2-15,2 9 16,-2 1 0,-8 7-16,0 1 15,0 0 1,-8-1-16,-2 1 16,2 1-16,8-1 15,0-9 1,0-9-16,0 0 15,8 2 1,2-2-16,7 1 16,10-9-16,25-9 15,1-9 1,43-7-16,-96 25 16</inkml:trace>
  <inkml:trace contextRef="#ctx0" brushRef="#br0" timeOffset="9508.17">18088 5829 0,'0'0'0,"0"0"16,0 0-16,0 0 15,17 0 1,10 9-16,26 0 16,35 17-16,26 9 15,9 16 1,-17 9-16,-10 9 16,-25 0-1,-1 9-15,-18 25 16,-16 26-1,-28 28-15,-16-12 16,-28 2-16,-8 18 16,-16-19-1,-2-8-15,0 0 16,18-34 0,18-27-16,17-34 15,18-8-15,-9-35 16</inkml:trace>
  <inkml:trace contextRef="#ctx0" brushRef="#br0" timeOffset="9850.09">19978 5951 0,'0'0'0,"0"0"15,10 25-15,-2 27 16,0 17-16,2 17 15,-10 18 1,8-10-16,-8-8 16,0-16-1,0-18-15,0-9 16,0-43 0</inkml:trace>
  <inkml:trace contextRef="#ctx0" brushRef="#br0" timeOffset="10067.24">19574 6424 0,'0'0'16,"0"0"-16,9 0 15,25-8 1,46-18-16,61-17 15,17-9 1,-18 9-16,10-17 16,53-18-16</inkml:trace>
  <inkml:trace contextRef="#ctx0" brushRef="#br0" timeOffset="10683.51">21033 5390 0,'0'0'0,"0"0"16,0 17-1,0 35-15,9 42 16,0 27-1,-9 9-15,0 17 16,-9-27 0,0 1-16,1-18 15,-1-33-15,9-19 16,0-16 0,0-9-16,0-9 15,0-9 1,0-8-16,0 0 15,0 0 1,0 0-16,9-8 16,8-9-16,10-18 15,25-26 1,10-8-16,-10 9 16,2 8-1,-20 18-15,2 8 16,-1 9-16,-9 8 15,-8 1 1,0 8-16,-1 8 16,0 9-1,-7 9-15,-2 17 16,-16 18 0,-2 0-16,-7-10 15,-9-8-15,-9 0 16,-10-8-1,1-18-15,-8-17 16,8-17 0,44 17-16</inkml:trace>
  <inkml:trace contextRef="#ctx0" brushRef="#br0" timeOffset="11250.53">21534 4976 0,'0'0'16,"10"0"-16,7-10 15,26 2 1,19 0-16,9-1 16,-1 1-1,-8-2 1,-10 10-16,-8 10 0,-8-2 16,-2 9-1,-7 9-15,0 9 16,-1 16-1,-8 18-15,-1 9 16,-8 8 0,8 26-16,-8 10 15,0 7-15,9 9 16,-1 9 0,1-27-16,-9 35 15,-1-16 1,-8-19-16,0 1 15,-8-9-15,-19-26 16,1-9 0,-9-7-16,-9-1 15,-1-17 1,-15 0-16,-2-9 16,0-17-1,62-26-15</inkml:trace>
  <inkml:trace contextRef="#ctx0" brushRef="#br0" timeOffset="11567.83">23064 5329 0,'0'0'0,"0"8"16,0 27 0,10 26-16,-2 25 15,1 0 1,0-8-16,-9 0 15,8 8-15,-8-17 16,-8 0 0,8-69-16</inkml:trace>
  <inkml:trace contextRef="#ctx0" brushRef="#br0" timeOffset="11766.73">22687 5752 0,'0'0'0,"0"0"16,17 0-16,44-9 16,98-8-1,87-35-15,-35 9 16</inkml:trace>
  <inkml:trace contextRef="#ctx0" brushRef="#br0" timeOffset="12385.64">24084 4760 0,'0'0'15,"0"0"-15,0 0 16,0 17 0,9 35-16,9 17 15,-1 43 1,1 26-16,-9-17 16,-9 17-16,0-18 15,-9-24 1,0-19-16,0-16 15,1-10 1,-1-16-16,0-9 16,9-18-1,0 1-15,0-1 16,0-8-16,0 0 16,0 0-1,0 0-15,0 0 16,9-8-1,8-18-15,27-26 16,9-8-16,-9 0 16,0 7-1,0 10-15,-9 9 16,-8 9 0,-1 7-16,-8 9 15,-1 1 1,1-1-16,-1 9 15,1 0 1,8 9-16,-8-1 16,-1 1-16,1 17 15,0 0 1,-10-1-16,-8 2 16,-8 7-1,-54 26-15,-114 44 16,-17-1-16</inkml:trace>
  <inkml:trace contextRef="#ctx0" brushRef="#br0" timeOffset="13883.38">11520 8719 0,'0'0'16,"0"0"-16,0 0 15,0 0 1,0 0-16,0 0 16,0 0-1,18 0-15,17-8 16,26-19 0,36-6-16,-1-2 15,-7 1-15,-89 34 16</inkml:trace>
  <inkml:trace contextRef="#ctx0" brushRef="#br0" timeOffset="14079.29">11599 8935 0,'0'0'0,"0"0"15,0 0 1,9 0-16,26 0 16,45-9-16,-80 9 15</inkml:trace>
  <inkml:trace contextRef="#ctx0" brushRef="#br0" timeOffset="15037.84">12663 8986 0,'0'0'0,"0"0"16,0 0 0,0 0-16,18-8 15,8-9-15,27-1 16,8 1-1,10 9-15,-1 8 16,-8 0 0,-18 8-16,-9 1 15,-9 9 1,-8 7-16,-10 1 16,-8 9-16,-8-1 15,-1 9 1,-9-8-16,1-1 15,8-8 1,0-9-16,0-8 16,1-1-1,8 1-15,0-9 16,0 0-16,0 0 16,8 9-1,19-9-15,25 0 16,28-18-1,34-25-15,-114 43 16</inkml:trace>
  <inkml:trace contextRef="#ctx0" brushRef="#br0" timeOffset="15490.39">13147 8280 0,'0'0'16,"0"0"-16,0 0 15,0 0 1,17 0-16,18-10 16,1 10-16,-1 10 15,-9-2 1,1 9-16,-9 9 16,-10 9-1,-8 16-15,-8 1 16,-20 0-1,2 9-15,9-27 16,8-9-16,0-7 16,9-9-1,9-1-15,17 0 16,44-24 0,124-54-16,9-7 15</inkml:trace>
  <inkml:trace contextRef="#ctx0" brushRef="#br0" timeOffset="17454.12">14588 8771 0,'0'0'16,"0"9"-16,0 8 16,10 26-16,-2 17 15,1 9 1,0 1-16,-9-1 15,0-9 1,0 0-16,0-8 16,-9-18-16,0-8 15,9-26 1</inkml:trace>
  <inkml:trace contextRef="#ctx0" brushRef="#br0" timeOffset="17734.27">14079 8771 0,'0'0'0,"0"0"15,0 0-15,26-8 16,26-10-1,63-16-15,43-18 16,-8 9 0,-10-1-16,-7 11 15,-29 6-15,2 1 16,-18 0 0,-88 26-16</inkml:trace>
  <inkml:trace contextRef="#ctx0" brushRef="#br0" timeOffset="18372.5">15705 7934 0,'0'0'15,"0"0"-15,0 0 16,0 0 0,-8 9-16,-10 8 15,-8 18 1,-10 16-16,-8 36 16,0 7-1,1 10-15,7 8 16,1 9-16,18-1 15,7-7 1,10-1-16,18-25 16,0-1-1,17 0-15,9-17 16,9-17-16,17-1 16,1-24-1,-71-27-15</inkml:trace>
  <inkml:trace contextRef="#ctx0" brushRef="#br0" timeOffset="19017.39">16136 8280 0,'0'0'16,"0"0"-16,0 8 16,0 9-16,0 17 15,0 19 1,-8 7-16,8 0 15,0-8 1,0-18-16,0 1 16,0-9-1,0-9-15,0-9 16,0 2-16,0-10 16,0 0-1,0 0-15,0 0 16,0-18-1,8-17-15,10-16 16,0 0-16,-1-2 16,0 2-1,1 8-15,0 8 16,-1 9 0,1 0-16,-1 9 15,1 9 1,8-2-16,1 10 15,8 10-15,8 7 16,-7 0 0,0 17-16,-2 10 15,2 7 1,-19 1-16,0 0 16,-7-1-16,7 2 15,-8-20 1,-9-33-16</inkml:trace>
  <inkml:trace contextRef="#ctx0" brushRef="#br0" timeOffset="19319.18">17261 8003 0,'0'0'16,"0"0"-16,0 26 16,-8 35-1,-10 33-15,0 27 16,-8 26 0,0-1-16,0 10 15,-1-10 1,9-34-16,10-8 15,-1-18-15,9-25 16,9-27 0,-1-8-16,-8-26 15</inkml:trace>
  <inkml:trace contextRef="#ctx0" brushRef="#br0" timeOffset="19873.09">17622 8806 0,'0'0'16,"0"0"-1,0 0-15,0 0 16,0 0-16,8-9 16,2 0-1,8 1-15,-2-1 16,11 1 0,0 8-16,-10 0 15,0 0-15,1 8 16,0 1-1,0 8-15,-1 9 16,-8 17 0,-9 9-16,-9-1 15,-8 1 1,-10-8-16,0-1 16,1-9-16,8-8 15,10-9 1,-1 0-16,9-8 15,0-9 1,0 0-16,9 9 16,9-9-1,16 0-15,28-9 16,17-17-16,18-17 16,0-9-1,-97 52-15</inkml:trace>
  <inkml:trace contextRef="#ctx0" brushRef="#br0" timeOffset="20323.34">18009 8193 0,'0'0'0,"0"0"16,8-9-16,2 1 15,7 0-15,10-2 16,-1 2 0,9 8-16,-8 8 15,-1 10 1,0 8-16,-8 17 15,-18 9 1,-9 8-16,-9 0 16,1 1-16,-1-10 15,10-16 1,-2-9-16,10-9 16,0 1-1,0-10-15,18 0 16,8 2-16,27-10 15,9-10 1,0 2 0,26-27-16,8-8 15,-96 43-15</inkml:trace>
  <inkml:trace contextRef="#ctx0" brushRef="#br0" timeOffset="20689.59">18563 7813 0,'0'0'0,"0"0"15,9 0 1,17 9-16,27 8 15,17 26 1,26 18-16,-8 17 16,-8 8-1,-27 0-15,-9 26 16,-9 26-16,-26-26 16,-18 9-1,-18 0-15,1-26 16,-9-1-1,-1-25-15,10-8 16,8-18-16,1-8 16,17-35-1</inkml:trace>
  <inkml:trace contextRef="#ctx0" brushRef="#br0" timeOffset="21134.1">20066 7788 0,'0'0'0,"0"0"15,0 0-15,0 0 16,0 8-16,9 27 15,0 8 1,-1 26-16,10 17 16,0 10-1,-10-2-15,2 10 16,-2-1-16,1-17 16,0-26-1,-1-25-15,-8-35 16</inkml:trace>
  <inkml:trace contextRef="#ctx0" brushRef="#br0" timeOffset="21400.28">19723 8366 0,'0'0'16,"9"0"-16,26-9 15,36-9 1,43-16-16,9 9 16,18-10-1,0 1-15,-1-1 16,-8 0-16,-132 35 15</inkml:trace>
  <inkml:trace contextRef="#ctx0" brushRef="#br0" timeOffset="22023.9">21271 7632 0,'0'0'0,"0"0"16,0 0-16,8-8 15,10-1 1,8 1-16,10-1 15,-1 0-15,-9 1 16,1 8 0,-10 0-16,1 8 15,-10 18 1,2 0-16,-10 17 16,-18 17-1,-8-8-15,-1 0 16,1-9-16,8-9 15,9-16 1,0-1-16,9 1 16,9-10-1,9 1-15,8-1 16,18 1-16,26 8 16,0 0-1,-8 1-15,-18-1 16,-8 0-1,-10 10-15,-8 6 16,-18 2 0,-9 9-16,-18 7 15,-25 9-15,-1-8 16,0-17 0,1-1-16,-10-8 15,0-9 1,1-25-16,61 8 15</inkml:trace>
  <inkml:trace contextRef="#ctx0" brushRef="#br0" timeOffset="22650.44">22317 7175 0,'0'0'16,"0"0"-16,0 8 16,0 19-1,9 25-15,-9 25 16,0 9-1,0 18-15,0-1 16,0 1-16,-9-9 16,0-1-1,1-7-15,-1-18 16,9-25 0,-9-11-16,9 2 15,0-17 1,0-2-16,0-6 15,0-10-15,0 0 16,0 0 0,0 0-16,9-26 15,26-44 1,17-33-16,10 8 16,0 26-16,-1 17 15,-8 9 1,0 17-16,-9 9 15,-9 8 1,0 9-16,1 9 16,-10 8-1,0 18-15,-17-1 16,-9 26-16,-18 10 16,-8 7-1,-19-8-15,-15 9 16,-28-17-1,88-61-15</inkml:trace>
  <inkml:trace contextRef="#ctx0" brushRef="#br0" timeOffset="22780.98">22493 7701 0,'0'0'16,"0"0"-16,0 0 15,0 0-15</inkml:trace>
  <inkml:trace contextRef="#ctx0" brushRef="#br0" timeOffset="27184.31">11274 10893 0,'0'0'0,"0"0"0,0 0 16,9 0-16,8-9 15,9 1 1,28-18-16,-2 0 15,-8 9 1,0-1-16,-44 18 16</inkml:trace>
  <inkml:trace contextRef="#ctx0" brushRef="#br0" timeOffset="27379.81">11274 11092 0,'0'0'16,"0"0"-16,0 0 16,0 0-1,0 0-15,9 0 16,8 0 0,27 0-16,26-9 15,-70 9 1</inkml:trace>
  <inkml:trace contextRef="#ctx0" brushRef="#br0" timeOffset="27900.43">11933 10815 0,'0'0'0,"0"0"16,0 0-16,0 0 15,0 0 1,0 0-16,0 0 16,0 0-16,18-8 15,17-18 1,9-9-16,0 1 16,0 8-1,-8 9-15,-10 8 16,0 1-1,-8 8-15,-1 8 16,-8 1-16,-1 17 16,-8 17-1,-17 26-15,-18 25 16,-9 10 0,8-26-16,2-1 15,-2-8-15,10-26 16,8-8-1,10-9-15,-1-9 16,9-8 0,0-9-16,9 9 15,17-9 1,9 0-16,18-9 16,26-8-16,9-18 15,0-8 1,0-8-16,-88 51 15</inkml:trace>
  <inkml:trace contextRef="#ctx0" brushRef="#br0" timeOffset="28434.31">12250 10134 0,'0'0'15,"0"0"-15,0 0 16,0 0 0,8-8-16,19-10 15,8 1-15,9 9 16,0-2 0,-9 10-16,-9 10 15,1-2 1,-10 9-16,-7 17 15,-10 1 1,0 8-16,-10 0 16,2 1-16,-1-10 15,9-17 1,0 0-16,0-8 16,0 0-1,9-1-15,-1-8 16,28 0-1,26-8-15,34-10 16,18-16-16,-114 34 16</inkml:trace>
  <inkml:trace contextRef="#ctx0" brushRef="#br0" timeOffset="28867.22">13445 10626 0,'0'0'0,"0"0"15,0 0-15,0 17 16,10 9-16,-2 17 15,1 26 1,-9 0-16,9 8 16,-9-7-1,0-1-15,0-18 16,0-8 0,0-17-16,0-26 15</inkml:trace>
  <inkml:trace contextRef="#ctx0" brushRef="#br0" timeOffset="29150.48">12910 10660 0,'0'0'0,"0"0"16,0 0-16,17-8 15,18-18 1,61-17-16,37-9 16,25 0-1,0 0-15,-9 9 16,-17 0-16,-132 43 15</inkml:trace>
  <inkml:trace contextRef="#ctx0" brushRef="#br0" timeOffset="29500.49">14738 10013 0,'0'0'0,"0"0"16,-9 17-1,-17 26-15,-35 44 16,-10 16 0,-8 18-16,0 26 15,17-18 1,18-8-16,9 9 15,8-28-15,19 11 16,16-18 0,19-9-16,17 1 15,26-19 1,10-16-16,34-17 16,0-27-1,-114-8-15</inkml:trace>
  <inkml:trace contextRef="#ctx0" brushRef="#br0" timeOffset="30067.8">15257 10358 0,'0'0'0,"0"0"16,0 9-16,0 17 16,0 17-1,9 34-15,-9-7 16,0-10 0,0-17-16,0-8 15,0-10 1,0-7-16,0-10 15,0 1-15,0-9 16,0 0 0,0 0-16,0-9 15,0-25 1,0-27-16,8-7 16,10-10-16,8-9 15,0 18 1,1 9-16,8 8 15,-9 9 1,1 8-16,8 10 16,0 7-1,-8 10-15,8 8 16,0 8-16,0 10 16,9 17-1,0 16-15,-8 18 16,-10 0-1,-8 9-15,-1 0 16,0-27-16,1 1 16,-18-52-1</inkml:trace>
  <inkml:trace contextRef="#ctx0" brushRef="#br0" timeOffset="30434.14">16497 9849 0,'0'0'0,"0"0"16,0 9-16,0 16 15,0 19 1,0 42-16,-10 35 16,-16 8-1,-18 44-15,0-10 16,0-7-16,1 0 16,-10-10-1,0 1-15,9-36 16,18-24-1,0-9-15,-1-9 16,10-18-16,17-51 16</inkml:trace>
  <inkml:trace contextRef="#ctx0" brushRef="#br0" timeOffset="33652.06">12452 10281 0,'0'0'0,"0"0"16,0 0 0,0 0-16,0 0 15,0 0 1,0 0-16,0 0 15,0 0 1,0 0-16,0 0 16,0-9-16,0-8 15,0 0 1,0-1-16,9-7 16,-1-1-1,2 8-15,-2 1 16,1 0-16,0-1 15,-1 10 1,2 0-16,-2-2 16,1 10-1,0 0-15,-1 10 16,2 6 0,-2 11-16,0 7 15,-8 9-15,0 9 16,0-9-1,-8 0-15,0-9 16,-2 1 0,2-9-16,-1-8 15,9-10 1,0 0-16,0 1 16,0-9-16,0 0 15,0 0 1,0 0-16,9 0 15,9 0 1,8 0-16,0 0 16,0 0-16,1 0 15,-1 0 1,1 8-16,-10 2 16,1-2-1,-1 9-15,1 9 16,-1 0-1,-8-1-15,-9 10 16,0 0-16,-9-1 16,-8 1-1,-9-1-15,-10 1 16,-8-1 0,0-7-16,-8-2 15,-1-7-15,0-2 16,1-7-1,52-9-15</inkml:trace>
  <inkml:trace contextRef="#ctx0" brushRef="#br0" timeOffset="34675.15">16699 10729 0,'0'0'15,"9"-8"-15,8-1 16,18 0-16,27 1 16,17-1-1,-8 0-15,-19 18 16,-8 0 0,-9 8-16,-8 17 15,-10 18-15,-17 18 16,-26 24-1,-9 1-15,-9-9 16,0-8 0,8-17-16,10-18 15,8-18 1,10-7-16,8-2 16,0-6-16,8-2 15,19 1 1,17-9-16,17-9 15,19-17 1,25-25-16,-105 51 16</inkml:trace>
  <inkml:trace contextRef="#ctx0" brushRef="#br0" timeOffset="35235.94">17271 10040 0,'0'0'0,"8"-10"16,10 2-1,16-9-15,2-1 16,-1 10 0,0-1-16,-8 9 15,-1 9-15,-8-1 16,-10 10 0,1 17-16,-9-2 15,0 11 1,-9-1-16,1-8 15,-1-10 1,9 1-16,0-9 16,9 1-16,8-1 15,10 0 1,8 0-16,8 1 16,11-1-1,-2 9-15,-8 0 16,-8 9-1,-10-2-15,-17 11 16,-9-1-16,-9 9 16,-9-9-1,-8 0-15,0-17 16,-1-9 0,0-8-16,27-9 15</inkml:trace>
  <inkml:trace contextRef="#ctx0" brushRef="#br0" timeOffset="35601.08">18079 9651 0,'0'0'16,"9"8"-16,26 18 15,27 35 1,8 25-16,1 0 16,-1 44-1,-18-1-15,2 35 16,-28 8-1,-18-8-15,-16 17 16,-10-26-16,0 2 16,0-55-1,10-32-15,0-18 16,8-52 0</inkml:trace>
  <inkml:trace contextRef="#ctx0" brushRef="#br0" timeOffset="35889.54">19846 9961 0,'0'0'15,"0"0"1,9 26-16,0 27 16,9 33-16,-1 26 15,-8 8 1,9 1-16,-10-17 16,-8-35-1,0-9-15,0-17 16,0-43-16</inkml:trace>
  <inkml:trace contextRef="#ctx0" brushRef="#br0" timeOffset="36101.17">19477 10548 0,'0'0'0,"0"0"15,9 0-15,18-8 16,25-1 0,36-9-16,53-16 15,17-9-15,18-9 16,35-17 0</inkml:trace>
  <inkml:trace contextRef="#ctx0" brushRef="#br0" timeOffset="36537.96">20761 9771 0,'0'0'16,"0"0"-16,0 0 15,0 0 1,9 0-16,25 0 16,20-8-1,16 0-15,0-1 16,1-9 0,-19 10-16,-16 0 15,-2 8-15,-16 0 16,0 0-1,-10 0-15,2 8 16,-2 0 0,1 19-16,0 16 15,-1 8-15,-8 18 16,0 18 0,-8-1-16,8-17 15,0 9 1,8-9-16,2-9 15,-2-17 1,-8-43-16</inkml:trace>
  <inkml:trace contextRef="#ctx0" brushRef="#br0" timeOffset="37167.71">22079 9030 0,'0'0'0,"0"0"16,10 9-16,-2 17 16,10 25-1,8 35-15,-8 44 16,-9-1-1,-9 9-15,0-17 16,0-26 0,0-17-16,-9-18 15,9-17-15,0-9 16,0-16 0,0-1-16,0-9 15,0-8 1,0 0-16,0 0 15,0 0-15,0 0 16,9-8 0,8-17-16,10-28 15,17-16 1,0 9-16,-10 8 16,10 9-1,-8 8-15,-1 10 16,0 7-1,0 10-15,0 8 16,1 8-16,8 10 16,-9-1-1,-9 18-15,0-1 16,-8 1 0,-9 8-16,-18 0 15,-9 8-15,-26 1 16,-79 34-1,-123 10-15,44-19 16</inkml:trace>
  <inkml:trace contextRef="#ctx0" brushRef="#br0" timeOffset="41274.65">18458 4768 0,'0'0'0,"0"0"16,8-8-16,18-10 16,36-7-1,43-18-15,19-18 16,16-8-16,-140 69 15</inkml:trace>
  <inkml:trace contextRef="#ctx0" brushRef="#br0" timeOffset="41569.04">18598 4699 0,'0'0'0,"0"0"16,0 0-1,18-8 1,52-9-16,53-26 16,97-44-16,-9 1 15</inkml:trace>
  <inkml:trace contextRef="#ctx0" brushRef="#br0" timeOffset="42601.54">21333 8780 0,'0'0'0,"0"0"16,0 0-16,17-9 15,18 1 1,27-18-16,25-9 16,19 1-1,-9-1-15,26-8 16,-8 8-16,-19 1 15,9-1 1,-25 9-16,-2 9 16,-16 0-1,-18 0-15,-8 0 16,-36 17 0</inkml:trace>
  <inkml:trace contextRef="#ctx0" brushRef="#br0" timeOffset="42937.01">21482 8823 0,'0'0'0,"8"-9"16,19-8 0,34-9-16,37-8 15,16-9 1,17-10-16,-7 10 16,-1 0-1,-9 9-15,-8-1 16,-10 9-16,-17 1 15,-17-1 1,-10-1-16,-8 2 16,-44 25-1</inkml:trace>
  <inkml:trace contextRef="#ctx0" brushRef="#br0" timeOffset="43608.33">21323 10695 0,'0'0'0,"0"0"16,0 0-16,0 0 16,0 0-1,10 0-15,16-9 16,27-8 0,35-9-16,16 0 15,2 0-15,9-9 16,-1 10-1,-18-1-15,-7 0 16,-28 9 0,-8-1-16,0 1 15,-18 0 1,-9 8-16,-16 1 16,-10 8-16</inkml:trace>
  <inkml:trace contextRef="#ctx0" brushRef="#br0" timeOffset="43884.09">21517 10893 0,'0'0'0,"9"0"16,17-9-1,44 1-15,27-18 16,26 0-16,18-9 16,-27 10-1,-26 7-15,-9 1 16,1 0 0,-10 0-16,-18-1 15,1 10 1,-53 8-16</inkml:trace>
  <inkml:trace contextRef="#ctx0" brushRef="#br0" timeOffset="45450.27">26617 8366 0,'0'0'0,"0"0"15,0 8 1,0 18-16,-9 9 16,0 25-16,-9 27 15,10-1 1,-10 0-16,9 0 15,0-26 1,9-7-16,-8-28 16,8-7-1,0-18-15</inkml:trace>
  <inkml:trace contextRef="#ctx0" brushRef="#br0" timeOffset="45803.18">27004 8392 0,'0'0'0,"0"0"16,0 0-1,0 0-15,-10 8 16,-7 9 0,0 18-16,-10 8 15,10 9 1,-1-9-16,9-8 15,9 8-15,9-9 16,9 1 0,8-1-16,0-8 15,10 8 1,-19-16-16,0-1 16,-7 9-16,-2 0 15,-8-1 1,-8 1-16,-10 1 15,-8-11 1,-18 2-16,44-18 16</inkml:trace>
  <inkml:trace contextRef="#ctx0" brushRef="#br0" timeOffset="45949.86">26793 8539 0,'0'0'16,"0"0"-1,17-10-15,10-7 16,43-26-16,53-17 16,17-35-1,-140 95-15</inkml:trace>
  <inkml:trace contextRef="#ctx0" brushRef="#br0" timeOffset="46501.39">27882 7676 0,'0'0'15,"0"0"1,0 8-16,-8 35 16,8 26-16,0 52 15,-8 34 1,8-8-16,0 0 15,-10-27 1,-8-8-16,10-16 16,0-19-1,-2-34-15,2-8 16,-1-9-16,9-9 16,0-9-1,0 1-15,0 0 16,0-9-1,0 0-15,0 0 16,0 0-16,9-9 16,9-8-1,8-18-15,8 1 16,20-9 0,-2 8-16,10 9 15,-1 9 1,1 9-16,-10 8 15,2 0-15,-20 8 16,-7 9 0,-1 9-16,-17 0 15,-9 17 1,-18 26-16,-34 1 16,-54 16-1,106-86-15</inkml:trace>
  <inkml:trace contextRef="#ctx0" brushRef="#br0" timeOffset="52041.37">8645 12549 0,'0'0'0,"0"0"0,0 0 16,0 0-16,0 0 16,0 0-1,0 0-15,0 9 16,0 0 0,-8 8-16,-2-9 15,2 10-15,-2-1 16,10 0-1,0-8-15,0-1 16,0 2 0,0-2-16,0 0 15,0 1 1,0-1-16,0 2 16,0-10-16,0 0 15,0 0 1,0 0-16,0 0 15,0 0 1,0 0-16</inkml:trace>
  <inkml:trace contextRef="#ctx0" brushRef="#br0" timeOffset="52608.59">10869 13360 0,'0'0'0,"0"0"16,0 0-16,0 0 15,0 0 1,0 0-16,9 0 16,18-8-1,25-1-15,10 0 16,0 1 0,-62 8-16</inkml:trace>
  <inkml:trace contextRef="#ctx0" brushRef="#br0" timeOffset="52799.93">10905 13913 0,'0'0'0,"0"0"16,0 0-16,0 0 15,0 8 1,17 0-16,18-8 15,53-16-15,9-19 16,-97 35 0</inkml:trace>
  <inkml:trace contextRef="#ctx0" brushRef="#br0" timeOffset="53341.01">11775 13499 0,'0'0'0,"0"0"15,8-10-15,10-15 16,8-1-1,18-17-15,10 8 16,-2 1-16,10-1 16,-9 9-1,-9 18-15,-10-1 16,2 9 0,-10 9-16,-8 8 15,-10 9 1,-16 26-16,-18 25 15,-10 1-15,-8 0 16,-8 8 0,8-26-16,8-17 15,10-8 1,17-18-16,1 0 16,8-8-16,0-9 15,8 0 1,10 0-16,17 0 15,27-17 1,16-9-16,20 0 16,-2-9-1,9-8-15,-17-8 16,-88 51-16</inkml:trace>
  <inkml:trace contextRef="#ctx0" brushRef="#br0" timeOffset="53700.44">12373 12420 0,'0'0'0,"0"0"16,0 0-16,-9 8 15,0 19 1,0 16-16,1 17 16,-1 26-16,9-16 15,9-1 1,-1-9-16,1-17 15,9-9 1,8-8-16,1-9 16,-1-17-16,-26 0 15</inkml:trace>
  <inkml:trace contextRef="#ctx0" brushRef="#br0" timeOffset="54126.8">12628 12178 0,'0'0'0,"0"-8"16,-9-1-16,1 1 16,-2-1-1,2 0-15,-2 1 16,2-1 0,0 1-16,8 8 15,0 0-15,0 0 16,-10 8-1,10 1-15,0-1 16,0 1 0,0 0-16,0-9 15,10 0 1,6 0-16,2 0 16,9-9-16,0-8 15,-10 0 1,0-1-16,-8 1 15,0 8 1,0-8-16,-9 9 16,0-1-1,0 9-15,0 0 16,-9 0-16,-9 9 16,1 16-1,17-25-15</inkml:trace>
  <inkml:trace contextRef="#ctx0" brushRef="#br0" timeOffset="54568.49">13604 13024 0,'0'0'0,"0"0"16,0 0-16,0 0 15,0 0 1,0 8-16,9 18 16,8 34-1,1 19-15,8 24 16,-8 0-1,0-17-15,-10 1 16,-8-18-16,0-26 16,0-43-1</inkml:trace>
  <inkml:trace contextRef="#ctx0" brushRef="#br0" timeOffset="54835.37">13085 13265 0,'0'0'0,"9"0"16,17-8-16,45-19 15,25-16 1,45-16-16,17 6 15,-26 10 1,26-8-16,-17 8 16,-1 8-16,-7 1 15,-133 34 1</inkml:trace>
  <inkml:trace contextRef="#ctx0" brushRef="#br0" timeOffset="55135.09">14632 12584 0,'0'0'0,"-8"8"16,-10 27-16,-17 25 15,-8 36-15,-11 16 16,2 25-1,16 2-15,1-1 16,26-18 0,9 1-16,9-9 15,26-17-15,9-35 16,9-8 0,18-26-16,17-43 15,-88 17 1</inkml:trace>
  <inkml:trace contextRef="#ctx0" brushRef="#br0" timeOffset="55638.45">15134 12851 0,'0'0'0,"0"0"15,0 9 1,0 8-16,0 9 16,8 9-1,1-1-15,0 1 16,-9-1-16,0-8 16,0-8-1,0-10-15,0-8 16,0 0-1,0 0-15,0 0 16,0-8 0,0-19-16,0-24 15,9-36-15,8 1 16,1 9 0,0 16-16,0 9 15,-1 18 1,0 8-16,9 9 15,2-1 1,-2 10-16,8 8 16,-7 8-16,8 18 15,1 9 1,-1 16-16,-9 2 16,0-2-1,1-8-15,-1 0 16,-26-43-16</inkml:trace>
  <inkml:trace contextRef="#ctx0" brushRef="#br0" timeOffset="55918.11">16144 12187 0,'0'0'0,"0"0"15,0 0-15,10 9 16,-2 17 0,2 42-16,-20 54 15,-16 50 1,-18 9-16,0 17 16,0-25-16,9 0 15,0-53 1,8-7-16,10-19 15,8-25 1,9-69-16</inkml:trace>
  <inkml:trace contextRef="#ctx0" brushRef="#br0" timeOffset="56387.33">16224 13585 0,'0'0'16,"0"0"-16,0 0 16,0 0-1,9 0-15,0-9 16,8 0 0,10-8-16,-1 0 15,9-1-15,0-8 16,0 9-1,1 0-15,-10 8 16,0 9 0,-8 0-16,0 9 15,-10 8-15,1 10 16,-9 7 0,-17 26-16,-1 18 15,0-1 1,0-16-16,2-18 15,6-17 1,2-9-16,8 1 16,0-10-16,8 0 15,10 1 1,18-9-16,16-9 16,10-7-1,25-28-15,10-16 16,-97 60-1</inkml:trace>
  <inkml:trace contextRef="#ctx0" brushRef="#br0" timeOffset="56725.14">16822 12800 0,'0'0'15,"0"0"-15,-9 8 16,0 10 0,1 16-16,-1 18 15,0 17 1,0 8-16,9-17 15,9 1-15,0-18 16,8 0 0,9-17-16,1-8 15,17-18 1,0-26-16,-44 26 16</inkml:trace>
  <inkml:trace contextRef="#ctx0" brushRef="#br0" timeOffset="57055.81">16910 12524 0,'0'0'0,"0"0"16,0 0-1,0 0-15,0 8 16,0 1-1,8 8-15,10 0 16,0 0 0,0-8-16,-1 0 15,0-9-15,1 0 16,-9 0 0,0 0-16,-9 0 15,0 0 1,0 0-16,0 0 15,0 0 1,-9-9-16,9 9 16</inkml:trace>
  <inkml:trace contextRef="#ctx0" brushRef="#br0" timeOffset="57356.2">17042 12041 0,'0'0'0,"8"0"16,1 0-16,9 0 16,8 0-1,18 0-15,26 16 16,44 19 0,-8 17-16,-9 26 15,-9 25-15,-18 35 16,-17-9-1,-26 18-15,-19 9 16,-16-10 0,-19-25-16,0-9 15,1-17-15,8-35 16,2-17 0,16-43-16</inkml:trace>
  <inkml:trace contextRef="#ctx0" brushRef="#br0" timeOffset="57641.3">18686 12247 0,'0'0'0,"0"0"15,0 0 1,9 10-16,8 15 16,10 27-1,-1 26-15,-8 24 16,-10 20 0,2-1-16,-2-1 15,-8-25-15,0-26 16,0-69-1</inkml:trace>
  <inkml:trace contextRef="#ctx0" brushRef="#br0" timeOffset="57887.65">18440 12765 0,'0'0'15,"0"0"-15,0 0 16,0 0 0,8 0-16,18 0 15,28-8 1,34-10-16,8-7 16,27-2-16,18-7 15,0-1 1,-141 35-16</inkml:trace>
  <inkml:trace contextRef="#ctx0" brushRef="#br0" timeOffset="58600.58">20541 12506 0,'0'0'0,"0"0"16,0 0-16,0 0 16,0 0-16,0 0 15,0 0 1,18-8-16,8-10 15,35-7 1,27-10-16,0 9 16,-18 9-1,10-1-15,-19 18 16,1 0-16,-27 10 16,-8-2-1,-9 9-15,-2 1 16,-6 16-1,-20 26-15,-24 18 16,-10-1-16,-9-8 16,0 1-1,0-10-15,18-17 16,8-18 0,10-7-16,8-1 15,9-8 1,0-9-16,0 0 15,9 9-15,18-1 16,25-8 0,19-8-16,25-10 15,18-17 1,1-16-16,-115 51 16</inkml:trace>
  <inkml:trace contextRef="#ctx0" brushRef="#br0" timeOffset="58951.21">21517 11359 0,'0'0'0,"0"0"16,0 0-1,0 0-15,-9 9 16,-9 17 0,1 25-16,8 18 15,1 1-15,8-2 16,8-16-1,10-9-15,0-8 16,8-18 0,9-8-16,-35-9 15</inkml:trace>
  <inkml:trace contextRef="#ctx0" brushRef="#br0" timeOffset="59330.18">21666 11013 0,'0'0'16,"0"0"-16,0 0 15,0 0 1,0 0-16,0 0 16,-8 10-1,8 15-15,0 1 16,0 9-1,8-9-15,2-1 16,-2-7-16,10-1 16,-1-8-1,1 0-15,-1-9 16,-8 0 0,0 0-16,0 0 15,0-9-15,-1 0 16,-8 9-1,0 0-15,0 0 16,0 0 0,0 0-16,-17 0 15,17 0-15</inkml:trace>
  <inkml:trace contextRef="#ctx0" brushRef="#br0" timeOffset="59770.74">21781 12627 0,'0'0'0,"0"0"16,0 0 0,0 0-16,17 0 15,18 0-15,19 0 16,34 0 0,8 0-16,1-9 15,17 1 1,-8-1-16,-106 9 15</inkml:trace>
  <inkml:trace contextRef="#ctx0" brushRef="#br0" timeOffset="60068.4">22809 11937 0,'0'0'16,"0"0"-1,0 0-15,0 8 16,10 18-16,-2 35 16,10 25-1,-10 9 1,1-9-16,0 0 15,-9 9-15,9-26 16,0-26 0,-1-17-16,-8-26 15</inkml:trace>
  <inkml:trace contextRef="#ctx0" brushRef="#br0" timeOffset="60401.51">23205 11057 0,'0'0'0,"27"9"16,25 17-16,27 25 15,9 27 1,26 51-16,-16 9 16,-11 35-1,-34-1-15,-26 36 16,-27-10 0,-36 26-16,-25-34 15,-36 26-15,-8-44 16,-45-8-1,1 0-15</inkml:trace>
  <inkml:trace contextRef="#ctx0" brushRef="#br0" timeOffset="60801.25">20303 11584 0,'0'0'0,"0"0"15,0 0 1,-8 16-16,-10 45 15,-17 77 1,0 26-16,17 60 16,1 17-1,8-16-15,18-9 16,17-44-16,27 9 16,17-34-1,27-35-15,35-17 16,70-26-1,27-35-15,52-59 16,-61-1-16</inkml:trace>
  <inkml:trace contextRef="#ctx0" brushRef="#br0" timeOffset="61537.31">24313 11031 0,'0'0'16,"0"0"-16,0 0 15,8 17 1,20 35-16,15 52 16,1 51-1,-9 0-15,0 61 16,-8-52-1,-18 8-15,-1-34 16,-8-34-16,0-27 16,0-25-1,-8-26-15,8-9 16,0-8 0,0 0-16,0-9 15,0 0-15,0 0 16,0 0-1,8-9-15,1-17 16,18-17 0,8-26-16,0 8 15,9-7 1,8 16-16,-8 9 16,10 0-16,7 8 15,9 9 1,0 9-16,0 9 15,-8 16 1,0 0-16,0 10 16,-19-1-1,-7 9-15,-10-1 16,-17 10-16,-9 17 16,-18 0-1,-17 8-15,-26 0 16,-81 9-1,-68-8-15,-1 8 16</inkml:trace>
  <inkml:trace contextRef="#ctx0" brushRef="#br0" timeOffset="68922.98">14466 15414 0,'0'0'0,"0"0"0,0 0 15,0 0 1,0 0-16,8 0 16,10-10-1,8-7-15,18 0 16,9 0 0,0-9-16,-1 9 15,1-1 1,0 1-16,-9 9 15,-9-1-15,1 0 16,-36 9 0</inkml:trace>
  <inkml:trace contextRef="#ctx0" brushRef="#br0" timeOffset="69166.07">14729 15732 0,'0'0'0,"0"0"16,0 0-16,0 0 16,0 0-1,9 0-15,26-8 16,53-10-16,0 1 15,35-9 1,-123 26-16</inkml:trace>
  <inkml:trace contextRef="#ctx0" brushRef="#br0" timeOffset="71568.23">2183 8788 0,'0'0'0,"0"0"16,0 0-1,0 0-15,0 0 16,0 9 0,8 25-16,19 44 15,8 9 1,9 7-16,0-7 16,0-1-1,-18-26-15,-8-16 16,0-19-16,-10-7 15,-8-10 1,0 0-16,0-8 16,0 0-1,0 0-15,-8-16 16,-10-19-16,9-17 16,0-51-1,18-19-15,8 10 16,10 9-1,17 0-15,9 17 16,-1 17 0,-7 26-16,-1 16 15,0 11-15,0 16 16,8 16 0,1 27-16,0 10 15,-18 15 1,0 27-16,-9 0 15,-8-8-15,-1-18 16,-17 17 0,0-86-16</inkml:trace>
  <inkml:trace contextRef="#ctx0" brushRef="#br0" timeOffset="71819.06">3765 8684 0,'0'0'0,"-17"18"16,-19 34-16,-52 69 16,-34 51-1,-37 35-15,-17 26 16,18-8-1,-1-1-15,19-18 16,17-16 0,17-25-16,-16 15 15</inkml:trace>
  <inkml:trace contextRef="#ctx0" brushRef="#br0" timeOffset="72384.67">2798 10781 0,'0'0'16,"0"0"-1,0 0-15,0 0 16,0 0-16,8-9 15,2-17 1,7-8-16,0-9 16,10-9-1,8 9-15,1 0 16,-10 17-16,0 8 16,-8 10-1,-1-1-15,1 9 16,-9 9-1,0 17-15,-1 43 16,-16 17 0,-10 18-16,-8 0 15,-1-18-15,10-9 16,-1-8 0,1-26-16,8-8 15,9-18 1,0 1-16,0-10 15,0-8-15,9 0 16,8-8 0,18-10-16,27-17 15,9-16 1,7-18-16,10-26 16,-9 0-16,-17 0 15,-62 95 1</inkml:trace>
  <inkml:trace contextRef="#ctx0" brushRef="#br0" timeOffset="72750.89">3273 9858 0,'0'0'0,"0"0"16,0 0-16,0 0 16,0 0-1,0 9-15,0 17 16,0 8 0,0 26-16,8 1 15,2-10 1,7 1-16,0-18 15,1-7-15,0-10 16,-1-8 0,1-9-16,8-9 15,-8 0 1,0-8-16,8-9 16,0-25-1,-26 51-15</inkml:trace>
  <inkml:trace contextRef="#ctx0" brushRef="#br0" timeOffset="72932.81">3203 9659 0,'0'0'0,"0"0"16,0 0-1,0 0-15,8 0 16,45-17-16,-53 17 16</inkml:trace>
  <inkml:trace contextRef="#ctx0" brushRef="#br0" timeOffset="73688.98">4117 8305 0,'0'0'0,"0"0"15,0 0 1,9-17-16,26-9 15,35-25 1,19-10-16,15 1 16,-104 60-1</inkml:trace>
  <inkml:trace contextRef="#ctx0" brushRef="#br0" timeOffset="73934.72">4240 8806 0,'0'0'0,"0"0"15,0 0 1,18-9-16,34-17 15,54-43-15,8-26 16,-114 95 0</inkml:trace>
  <inkml:trace contextRef="#ctx0" brushRef="#br0" timeOffset="74151.09">5005 7598 0,'0'0'0,"0"0"0,0 0 15,9 34 1,9 53-16,26 50 16,0 62-1,16-17-15,29 67 16,-10-51-1</inkml:trace>
  <inkml:trace contextRef="#ctx0" brushRef="#br0" timeOffset="75372.63">2772 11825 0,'0'0'16,"0"0"-16,0 0 16,8 17-1,2 9-15,6 8 16,11 18-1,-10-8-15,1 7 16,0 0 0,-9-7-16,0-10 15,-9 1-15,0-18 16,0 0 0,0-7-16,0-10 15,-9 0 1,0 0-16,-9-10 15,0-15-15,1-19 16,0-24 0,7-28-16,10 10 15,10 26 1,7 0-16,0 8 16,1 17-16,9 0 15,8 19 1,9 7-16,9 9 15,-1 9 1,2 25-16,-2 18 16,10 17-1,-10 8-15,-8-8 16,-9 9-16,9 0 16,-8-27-1,-36-51-15</inkml:trace>
  <inkml:trace contextRef="#ctx0" brushRef="#br0" timeOffset="75617.83">3835 11471 0,'0'0'15,"0"0"-15,0 0 16,0-9 0,10 1-16,24-27 15,20-8 1,-2 0-16,18-8 16,-8-2-16,-62 53 15</inkml:trace>
  <inkml:trace contextRef="#ctx0" brushRef="#br0" timeOffset="75806.12">3985 11790 0,'0'0'15,"0"0"-15,0 0 16,8 0-1,10-8-15,35-44 16,44-60-16,-97 112 16</inkml:trace>
  <inkml:trace contextRef="#ctx0" brushRef="#br0" timeOffset="76257.28">4583 10962 0,'0'0'0,"0"0"16,0 0-16,0 0 15,0 0 1,18-8-16,8-10 16,18-7-16,8-10 15,10 9 1,0 9-16,-18 8 15,-9 9 1,-9 9-16,0 8 16,-8 17-1,-9 18-15,-9 25 16,-18 10-16,1-1 16,-10-8-1,1 0-15,8-26 16,1-9-1,8-18-15,9-7 16,0-1-16,0-8 16,9-1-1,8-8-15,19-8 16,25-18 0,45-43-16,16-35 15,2-33 1,-124 137-16</inkml:trace>
  <inkml:trace contextRef="#ctx0" brushRef="#br0" timeOffset="76601.78">5190 9841 0,'0'0'0,"0"0"16,0 0-16,0 0 15,0 0 1,-10 8-16,10 1 16,-8 16-1,0 10-15,8 17 16,8 0-1,10-1-15,-1-16 16,10-1 0,-10-16-16,10-9 15,8-9-15,9-18 16,-44 18 0</inkml:trace>
  <inkml:trace contextRef="#ctx0" brushRef="#br0" timeOffset="76933.06">5092 9314 0,'0'0'15,"0"0"1,0 0-16,0 0 15,0 0 1,0 0-16,0 0 16,10 0-16,16 0 15,0-8 1,0-1-16,1-8 16,-10 8-1,-7 1-15,-2-1 16,-8 0-1,0 9-15,0 0 16,-8-8-16,8 8 16</inkml:trace>
  <inkml:trace contextRef="#ctx0" brushRef="#br0" timeOffset="77470.25">3440 12920 0,'0'0'0,"-9"18"16,-8 33 0,-1 45-16,0 16 15,10 17-15,8-17 16,8-17-1,1-9-15,9-26 16,8-16 0,9-10-16,1-17 15,8-25-15,26-35 16,-70 43 0</inkml:trace>
  <inkml:trace contextRef="#ctx0" brushRef="#br0" timeOffset="77675.25">3440 12601 0,'0'0'0,"0"0"16,0 0-16,0 0 15,0 0 1,0 0-16,26-17 15,27-18 1,-53 35-16</inkml:trace>
  <inkml:trace contextRef="#ctx0" brushRef="#br0" timeOffset="77874.28">3915 13032 0,'0'0'16,"0"0"-16,0 0 16,0 0-1,0 0-15,8 0 16,28-17 0,16-17-16,19-27 15,-71 61 1</inkml:trace>
  <inkml:trace contextRef="#ctx0" brushRef="#br0" timeOffset="78045.5">4099 13265 0,'0'0'0,"0"0"15,0 0 1,0 0-16,9-8 15,35-44 1,-44 52-16</inkml:trace>
  <inkml:trace contextRef="#ctx0" brushRef="#br0" timeOffset="79039.78">4759 11808 0,'0'0'0,"0"0"16,0 17-1,0 26-15,0 17 16,8 44 0,2 17-16,-2-9 15,1 0 1,8-9-16,1-25 15,0-26-15,-1-18 16,1-17 0,-1-7-16,1-10 15,0 0 1,-1-10-16,9-7 16,1-9-16,0-8 15,-10-1 1,0 0-16,1-8 15,0 9 1,0 9-16,-10 7 16,0 9-1,2 1-15,8 8 16,-2 0-16,11 0 16,8 0-1,9-8-15,18-10 16,8-17-1,1-8-15,-19-8 16,-8 7-16,-8 1 16,-10 0-1,-9 0-15,1 0 16,-9 8 0,-9 1-16,-9 8 15,0 9 1,-9-1-16,-8 10 15,-9 16-15,-9 18 16,-9 26 0,9-8-16,9-1 15,18-18 1,8-7-16,9-18 16,26-9-16,53-43 15,35-34 1,1-9-16,-19 9 15,-34 26 1,-10 16-16,-16 10 16,-10 16-1,-8 2-15,-9 6 16,0 10 0,-9 0-16,0 0 15,0 10-15,8 6 16,1 2-1,0 7-15,0 2 16,8-1 0,1-1-16,8 10 15,1-1-15,8 9 16,-8 0 0,-1 9-16,-8 0 15,-10 17 1,-8 9-16,-8-9 15,-10-8-15,18-61 16</inkml:trace>
  <inkml:trace contextRef="#ctx0" brushRef="#br0" timeOffset="79471.98">6808 11048 0,'0'0'0,"0"0"16,0 0-1,8 9-15,1 0 16,0 8-16,-1 9 16,1 0-1,-9-1-15,0 1 16,0-8-1,0-9-15,0-1 16,0-8 0,0 0-16,0 0 15,0 0-15,0-17 16,0-17 0,18-19-16,8-7 15,1 8 1,-1 17-16,1 10 15,-1 7-15,-8 10 16,8 8 0,0 8-1,0 27-15,0 34 16,-16 26-16,-10-95 16</inkml:trace>
  <inkml:trace contextRef="#ctx0" brushRef="#br0" timeOffset="79821.03">6684 11773 0,'0'0'0,"0"0"16,0 0-1,9-9-15,0 1 16,9-1-1,8 1-15,0-1 16,0 9 0,1 0-16,-10 9 15,1 25-15,0 26 16,-18 9 0,-9 9-16,0-9 15,0-18 1,9-16-16,9-9 15,9-9-15,43-17 16,89-43 0,184-112-16,-149 69 15</inkml:trace>
  <inkml:trace contextRef="#ctx0" brushRef="#br0" timeOffset="82138.48">16180 15275 0,'0'0'0,"0"0"15,0 0-15,0 0 16,0 0-16,0 0 16,9 17-1,8 18-15,1 17 16,0 16-1,-1 1-15,-8-8 16,0-18-16,-9-8 16,0-9-1,0-9-15,0-9 16,0-8 0,0 0-16,0 0 15,0 0 1,0-8-16,0-27 15,9-34-15,17-43 16,0 0 0,9 17-16,1 26 15,-2 18 1,2 8-16,0 8 16,-2 9-1,-8 8-15,1 10 16,8 8-16,-8 8 15,8 18 1,0 17-16,0 18 16,-8 8-1,-1 9-15,0-1 16,-8-25-16,0 0 16,-1-17-1,0-10-15,10-7 16,-27-18-1</inkml:trace>
  <inkml:trace contextRef="#ctx0" brushRef="#br0" timeOffset="83451.61">18115 14947 0,'0'0'0,"0"0"16,0 0-1,0 0-15,0 0 16,0 0-1,0 0-15,0-8 16,-10-1 0,2-8-16,-10 0 15,-8-1-15,-27 1 16,-17 9 0,8 8-16,0 17 15,1 9 1,0 8-16,17 26 15,0 18 1,17-9-16,10 0 16,17-17-16,17 0 15,1-17 1,17-10-16,27-8 16,16-17-1,2-17-15,-1-17 16,-9-10-16,-17-7 15,-9 8 1,-9 0-16,-9 8 16,-8 9-1,-9 9-15,0 8 16,-1 0-16,-8 1 16,0 8-1,0 0-15,9 8 16,9 19-1,17 24-15,9 1 16,27 17 0,43-9-16,79-42 15,27 7-15</inkml:trace>
  <inkml:trace contextRef="#ctx0" brushRef="#br0" timeOffset="85034.28">20014 14430 0,'0'0'16,"0"0"-16,0 0 15,0 0 1,0 0-16,0 0 15,8 9 1,2-1-16,6 18 16,2 17-16,0 17 15,0 27 1,-10-9 0,1-1-16,0-8 15,-1-9-15,-8 1 16,0-18-1,-8-17-15,8-26 16</inkml:trace>
  <inkml:trace contextRef="#ctx0" brushRef="#br0" timeOffset="85292.11">19723 15025 0,'0'0'16,"9"0"-16,18 0 15,17-9 1,35-17-16,43-17 16,20-8-16,7 8 15,-35 0 1,9-1-16,-9 9 15,-16 2 1,-98 33-16</inkml:trace>
  <inkml:trace contextRef="#ctx0" brushRef="#br0" timeOffset="86434.21">21921 14344 0,'0'0'0,"0"0"16,0 0-16,0 0 15,0 8 1,10 18-16,-2 26 15,10 25-15,0 10 16,-10-9 0,0-27-16,-8-8 15,0-8 1,0-9-16,0-9 16,0-8-16,0-1 15,0-8 1,0 0-16,0 0 15,0 0 1,-8-17-16,0-26 16,8-9-1,8 1-15,0-2 16,2 19-16,-2-1 16,10 1-1,0 8-15,8 0 16,0 9-1,10 0-15,-10 8 16,9 1 0,0 8-16,0 0 15,1 8-15,8 9 16,-10 1 0,-7 7-16,0 10 15,-1-1 1,-8 19-16,-1-2 15,-8-8-15,-1 0 16,1-8 0,-9-35-16</inkml:trace>
  <inkml:trace contextRef="#ctx0" brushRef="#br0" timeOffset="86684.54">22968 14602 0,'0'0'16,"0"0"-16,9 0 16,-1 0-1,10 0-15,8-8 16,19 0-1,15-10-15,28-8 16,10-9-16,-98 35 16</inkml:trace>
  <inkml:trace contextRef="#ctx0" brushRef="#br0" timeOffset="88000.22">23996 13921 0,'0'0'0,"0"0"15,0 0 1,0 0-16,0 0 15,0 0 1,0 0-16,0 0 16,0 0-16,0 0 15,0 0 1,0 0-16,0 8 16,0 1-1,0 17-15,10 9 16,-2 25-1,1 26-15,0 0 16,-1 0-16,-8 10 16,0-10-1,9-9-15,0-16 16,-9-26 0,0-9-16,0-18 15,0-8 1</inkml:trace>
  <inkml:trace contextRef="#ctx0" brushRef="#br0" timeOffset="88355.17">24234 13464 0,'0'0'16,"0"0"-16,9 0 15,17 0 1,10 8-16,16 27 16,36 16-1,0 10-15,0 17 16,-18 16-1,-26 10-15,-27 26 16,-17 25-16,-44 9 16,-43 60-1,-10-43-15,-35 26 16,9-69 0,123-138-16</inkml:trace>
  <inkml:trace contextRef="#ctx0" brushRef="#br0" timeOffset="88690.25">21385 13921 0,'0'0'16,"0"0"-16,0 0 16,0 8-16,-9 19 15,-17 59 1,-9 87-16,9 42 16,8 43-1,26 19-15,19-36 16,34 0-1,19-68-15,61-9 16,34-60-16,63-78 16,-19 0-1</inkml:trace>
  <inkml:trace contextRef="#ctx0" brushRef="#br0" timeOffset="89292.76">25492 13611 0,'0'0'0,"0"0"15,0 0 1,0 0-16,0 0 16,0 8-16,0 18 15,0 43 1,0 34-16,-10 18 16,2 0-1,8-18-15,-10-34 16,10-17-16,0-18 15,0-7 1,0-10-16,0-8 16,0-1-1,0-8-15,0 0 16,0 0 0,10-17-16,16-9 15,26-26-15,10-8 16,17-1-1,1 18-15,-2 17 16,-16 9 0,-9 9-16,-9 16 15,-9 9-15,-9 1 16,-8 8 0,-9 9-16,-9 8 15,-18-9 1,-35 18-16,-61-1 15,-106-16 1,1-1-16</inkml:trace>
  <inkml:trace contextRef="#ctx0" brushRef="#br0" timeOffset="91101.83">19460 16534 0,'0'0'16,"0"0"-16,0 0 16,0 0-16,0 0 15,0 0 1,8 0-16,19-8 15,8-1 1,9-7-16,-1-2 16,1 9-16,10-8 15,-10 0 1,-18 8-16,-26 9 16</inkml:trace>
  <inkml:trace contextRef="#ctx0" brushRef="#br0" timeOffset="91318.03">19557 16958 0,'0'0'0,"8"0"15,1 0-15,8 8 16,19-8-1,26-8-15,25-10 16,19-17 0,16-8-16,-122 43 15</inkml:trace>
  <inkml:trace contextRef="#ctx0" brushRef="#br0" timeOffset="94901.43">21359 16242 0,'0'0'0,"0"0"16,0 0-16,8 17 16,1 9-1,9 25-15,8 10 16,-8 8 0,0-9-16,-10-8 15,1-18 1,-9-8-16,0-8 15,0-10-15,0-8 16,0 0 0,0 0-16,0 0 15,0-18 1,9-16-16,-1-26 16,10-1-1,18-8-15,-2 9 16,20 8-16,-10 9 15,-1 18 1,-8 7-16,1 10 16,-1 16-1,0 10-15,9 25 16,-1 17-16,1 26 16,-8 27-1,-10-11-15,-17-32 16,0-27-1,-9-43-15</inkml:trace>
  <inkml:trace contextRef="#ctx0" brushRef="#br0" timeOffset="95252.02">22775 15577 0,'0'0'0,"0"0"15,0 0 1,0 0-16,0 9 16,-10 17-1,-16 34-15,-18 35 16,-8 17-16,8-8 15,-1-1 1,19-8-16,17-9 16,9-17-1,27 0-15,26 0 16,35 9-16,44 8 16,-10-25-1,-122-61-15</inkml:trace>
  <inkml:trace contextRef="#ctx0" brushRef="#br0" timeOffset="96103.72">23724 15931 0,'0'0'0,"0"0"15,0 0-15,0 0 16,0 0-1,0-9-15,0 1 16,0-1-16,0 0 16,-9 1-1,-9-9-15,-8 8 16,-9 0 0,0 9-16,-1 9 15,-8 8-15,10 9 16,-2 9-1,10 8 1,8 8-16,1 1 16,17-8-16,9-1 15,-1-18 1,10-7-16,17-10 16,0-8-16,19-17 15,6-9 1,2-9-16,-9-16 15,-9 8 1,-9 8-16,-8 1 16,-10 16-16,-8 1 15,-1 9 1,2-1-16,-10 9 16,0 0-1,0 0-15,0 0 16,0 0-1,0 9-15,8 16 16,1 18-16,8 26 16,19 18-1,-2-35-15,11-9 16,8-17 0,-53-26-16</inkml:trace>
  <inkml:trace contextRef="#ctx0" brushRef="#br0" timeOffset="96618.32">24621 15292 0,'0'0'16,"0"0"-16,0 0 16,0 0-1,0 0-15,0 0 16,0 0 0,9 18-16,-1 17 15,10 24-15,0 19 16,-1 17-1,0-9-15,-7 10 16,-2-19 0,1-17-16,-9-16 15,0-10-15,0-8 16,-9-18 0,-9 1-16,18-9 15</inkml:trace>
  <inkml:trace contextRef="#ctx0" brushRef="#br0" timeOffset="96802.34">24287 15871 0,'0'0'0,"0"0"16,8 0-16,18 0 16,18-9-1,44-8-15,36-10 16,-1-7-16,9-9 15,9-17 1,-27-9-16,-114 69 16</inkml:trace>
  <inkml:trace contextRef="#ctx0" brushRef="#br0" timeOffset="97352.3">25456 14827 0,'0'0'15,"0"0"-15,0 0 16,0 0 0,0 0-16,8 17 15,2 26-15,8 43 16,-2 43 0,2 18-16,-8 8 15,-10-25 1,0-26-16,0-36 15,0-24 1,0-19-16,0-7 16,0-9-16,0-1 15,0-8 1,0 0-16,8-8 16,0-19-1,19-16-15,0-8 16,7-10-1,19 0-15,9 2 16,8 16-16,0 16 16,-8 11-1,0 16-15,-10 8 16,1 27 0,-17-1-16,-10 9 15,-8 9-15,-18 8 16,-10-8-1,-24 0-15,-11 0 16,-7-9 0,-18-9-16,-1-17 15,10-8 1,-1-18-16,62 9 16</inkml:trace>
  <inkml:trace contextRef="#ctx0" brushRef="#br0" timeOffset="97772.54">26124 14688 0,'0'0'0,"0"0"15,0 0 1,9 0-16,8 0 16,10 10-1,17 7-15,9-1 16,-1 19 0,1 0-16,0-1 15,-9 9-15,0 9 16,-9 0-1,-9 17-15,-8 9 16,-18 42 0,-9 45-16,-17-36 15,-9 17-15,0-17 16,-1-42 0,1-18-16,9-9 15,8-25 1,9-27-16,9-8 15</inkml:trace>
  <inkml:trace contextRef="#ctx0" brushRef="#br0" timeOffset="98555.31">27092 15163 0,'0'0'15,"0"0"-15,0 0 16,0 0-1,0 0-15,0 0 16,0 0-16,0 0 16,0 0-1,0 0-15,8 0 16,18-8 0,10-2-16,25-6 15,1-11 1,8 2-16,-8 7 15,-10 2-15,-16-2 16,-18 1 0,-18 17-16</inkml:trace>
  <inkml:trace contextRef="#ctx0" brushRef="#br0" timeOffset="99236.1">27654 14137 0,'0'0'16,"9"8"-16,8 1 15,10 17 1,-1 17-16,1 17 16,-10 1-1,1-1-15,-1 0 16,-7 9 0,-2-8-16,0-10 15,-8-8 1,0 0-16,0-8 15,0 9-15,0-1 16,-8 0 0,0 0-16,-2-9 15,10-7 1,0-11-16,0-7 16,0-1-1,0-8-15,0 0 16,0 0-16,0 0 15,0 0 1,10-8-16,6-9 16,12-18-1,15-8-15,18 0 16,-8 9-16,27-1 16,16 18-1,10 17-15,-36 9 16,-17 8-1,-18 0-15,-9 9 16,-8 8-16,-18 1 16,-18-1-1,-26 9-15,-52 0 16,-124-16 0,0-1-16</inkml:trace>
  <inkml:trace contextRef="#ctx0" brushRef="#br0" timeOffset="100885.47">23952 17346 0,'0'0'0,"0"-9"16,0 1 0,10-18-16,6-1 15,12-7 1,-11 9-16,9-2 15,1 1-15,-1 9 16,9 9 0,0-1-16,0 18 15,9 8 1,0 0-16,-8 0 16,8 0-1,-10-7-15,10-10 16,1-10-16,-1-15 15,0-10 1,0-17-16,-10-8 16,-7-1-1,-10 10-15,-7-1 16,-10 0-16,-10 9 16,-7-9-1,8 27-15,9 25 16</inkml:trace>
  <inkml:trace contextRef="#ctx0" brushRef="#br0" timeOffset="101187.58">25271 16940 0,'0'0'0,"0"0"15,0 0-15,0 0 16,0 0 0,0 0-16,0 0 15,-8 18 1,-19 16-16,-44 34 16,-25 28-1,0 16-15,7-8 16,11-10-16,16-16 15,-18 34 1,37-51-16,25-27 16,-26 44-1</inkml:trace>
  <inkml:trace contextRef="#ctx0" brushRef="#br0" timeOffset="101758.31">25975 16474 0,'0'0'0,"0"0"15,0 0-15,0 0 16,0 9 0,0-1-16,-9 18 15,-8 9 1,-10 34-16,0 9 16,10 8-1,8 26-15,18-8 16,8-27-16,10-25 15,0-9 1,17-17-16,-1-18 16,28-25-1,8-43-15,0-26 16,-26 16-16,-9 1 16,-9 0-1,-9-8-15,-8 17 16,-9 7-1,-9 2-15,-9 16 16,-9-8-16,1 17 16,-10 1-1,-16-1-15,-11 8 16,-7 10 0,-10 16-16,-16 27 15,17 17 1,70-52-16</inkml:trace>
  <inkml:trace contextRef="#ctx0" brushRef="#br0" timeOffset="102135.25">27021 15871 0,'0'0'0,"0"0"16,0 8-16,-9 9 16,1 1-1,-10 8-15,0 8 16,-8 9-1,0 35-15,8 8 16,0 18-16,18-1 16,9 53-1,9-27-15,8-34 16,1-35 0,7-17-16,10-26 15,0-17 1,-44 0-16</inkml:trace>
  <inkml:trace contextRef="#ctx0" brushRef="#br0" timeOffset="102586.39">27487 16155 0,'0'0'0,"0"0"15,0 9 1,8 8-16,2 9 15,-2 26 1,2 8-16,-2-8 16,-8-1-1,0-7-15,0-19 16,0-7-16,0-10 16,0 1-1,0-9-15,0 0 16,-8-25-1,8-36-15,8-17 16,10-8-16,8 8 16,9 10-1,0 7-15,9 9 16,0 18 0,-9 16-16,1 10 15,8 16 1,8 18-16,1 35 15,0 42-15,-18 9 16,-9-8 0,-17-18-16,0-26 15,-9-60 1</inkml:trace>
  <inkml:trace contextRef="#ctx0" brushRef="#br0" timeOffset="102836.4">28138 15457 0,'0'0'15,"9"0"-15,8 8 16,10 18-1,17 17-15,8 35 16,1 51-16,-18 104 16,-53 164-1,10-208-15</inkml:trace>
  <inkml:trace contextRef="#ctx0" brushRef="#br0" timeOffset="131288.69">26423 17509 0,'0'0'15,"0"0"-15,0 0 16,0 0-16,18-8 16,8-1-16,27-17 15,26-8 1,17-9-16,19-9 16,35-17-1,-10 8-15,10-16 16,8-1-1,0 0-15,0 1 16,18-9-16,-26 8 16,17 1-1,0-1-15,-9 1 16,10 7 0,-28 10-16,9 8 15,-8 0-15,-27 9 16,-17 8-1,-26 10-15,-71 25 16</inkml:trace>
  <inkml:trace contextRef="#ctx0" brushRef="#br0" timeOffset="131820.09">26793 17621 0,'0'0'15,"0"0"-15,0 0 16,0 0 0,0 0-16,26-17 15,18-9-15,35-17 16,27-8-1,-36 8-15,35-9 16,63-43 0,7 0-16,19-9 15,26-25 1,8 9-16,-17 16 16,8-8-16,-16 16 15,-9 10 1,-28 17-16,-25 9 15,0 8 1,-36 17-16,-17 1 16,1 0-16,-89 34 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1-27T08:42:25.153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31280 12035 0,'0'0'0,"0"0"15,0 0-15,0 0 16,0 0-1,0 0-15,0 0 16,0 0 0,0 0-16,0 0 15,0 0-15,0 0 16,0 0 0,0 0-16,0 0 15,0 0 1,0 0-16,9-9 15,0 9-15,10 0 16,-9 0 0,-1 0-16,0 0 15,1 0 1,-1 9-16,1 1 16,-1 17-1,-9 1-15,0 9 16,-9 0-16,-1 0 15,-9 0 1,1 0-16,-1-10 16,0 1-1,0-9-15,10-1 16,-1-9 0,10 0-16,0 1 15,0-10-15,0 0 16,0 0-1,29 0-15,46-19 16,75-18 0,-150 37-16</inkml:trace>
  <inkml:trace contextRef="#ctx0" brushRef="#br0" timeOffset="1183.53">31270 12192 0,'0'0'15,"0"0"-15,0 0 16,0 0-16,0 0 15,0 0 1,0 0-16,0 0 16,0-9-1,0 0-15,10-10 16,8 1 0,1 0-16,0 8 15,0 1 1,0 0-16,-10 9 15,1 0-15,-1 0 16,0 0 0,1 9-16,-1 0 15,-9 1-15,0 8 16,0 10 0,-9-10-16,-1 10 15,1 0 1,-10-1-16,0-8 15,10-1 1,-1 1-16,1-10 16,0 0-16,-1 0 15,10 1 1,0-10-16,0 0 16,0 0-1,0 0-15,0 0 16,10 9-16,8 0 15,1 0 1,19-9-16,0 0 16,9 0-1,0-9-15,0 0 16,0 0 0,9-1-16,-56 10 15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1-28T04:04:24.9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15851 6110 0,'0'0'0,"10"0"15,28 0-15,27-9 16,11 0-1,18-1-15,-94 10 16</inkml:trace>
  <inkml:trace contextRef="#ctx0" brushRef="#br0" timeOffset="1839.74">19398 4144 0,'0'0'0,"0"0"16,0 0 0,-9 9-16,-10 1 15,19-10 1</inkml:trace>
  <inkml:trace contextRef="#ctx0" brushRef="#br0" timeOffset="5465.95">18994 5676 0,'9'-9'0,"10"-9"16,28-19-16,0 0 16,28-9-1,0-1-15,1 1 16,-1 9 0,-9 10-16,0-1 15,-66 28-15</inkml:trace>
  <inkml:trace contextRef="#ctx0" brushRef="#br0" timeOffset="5747.92">19088 5538 0,'0'0'16,"9"-9"-16,19-10 16,57-9-16,37-9 15,1 10 1,8-1-16,-18 10 15,-113 18 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1-01-28T04:23:56.6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21844 286 0,'0'0'0,"0"0"0,-9 28 15,-1 18 1,1 74-16,9 28 15,0-10 1,0 84-16,9 73 16,19 19-16,10 36 15,-10 20 1,0 36-16,-18 0 16,-1-19-1,-18 66-15,-1-38 16,-18 28-1,-9 19-15,8 18 16,20-28-16,0 9 16,9-18-1,9 0-15,10 19 16,9-38 0,-19 19-16,1-27 15,-1-38-15,1 28 16,-1-55-1,0 27-15,10-55 16,0 28 0,9-65-16,1-18 15,-11 0-15,-8-38 16,-10 1 0,0-37-16,0 0 15,-10-28 1,-8 0-16,-1 0 15,9-46 1,-8 0-16,-1-9 16,0-19-16,9-27 15,10-28 1,0-37-16</inkml:trace>
  <inkml:trace contextRef="#ctx0" brushRef="#br0" timeOffset="725.83">22644 2806 0,'0'0'16,"0"0"-16,-10 18 16,1 10-1,-1 27-15,10 47 16,0 27 0,10 10-16,-1 8 15,-9-18 1,10-36-16,-10-38 15,0-18 1,0-37-16</inkml:trace>
  <inkml:trace contextRef="#ctx0" brushRef="#br0" timeOffset="893.4">21853 3267 0,'0'0'0,"0"-9"16,10-9-16,37-19 16,47-19-1,66-8-15,66-10 16,18 9-16,-27 10 16,8-10-1</inkml:trace>
  <inkml:trace contextRef="#ctx0" brushRef="#br0" timeOffset="1208.08">23688 2298 0,'0'0'0,"0"0"15,0 0 1,0 0-16,-19 19 15,-9 18-15,-29 27 16,-27 47 0,-10 27-16,0 10 15,9 18 1,19 0-16,28-36 16,20-10-16,18-19 15,18-36 1,20-10-16,28-18 15,28-19 1,-94-18-16</inkml:trace>
  <inkml:trace contextRef="#ctx0" brushRef="#br0" timeOffset="1694.15">23537 3267 0,'0'0'0,"0"10"15,0 17-15,0 10 16,0 9 0,0-9-16,0 0 15,0-18-15,0-10 16,0 0-1,0-9-15,0 0 16,0 0 0,0-9-16,10-10 15,-1-18 1,10-9-16,0-9 16,9 9-16,0-10 15,10 10 1,-1 9-16,11 10 15,-1 8 1,9 10-16,-9 9 16,-9 9-1,9 19-15,-10 27 16,-8 19 0,-11 18-16,-8 19 15,-10-19-15,0-18 16,0-9-1,9-28-15,-9-37 16</inkml:trace>
  <inkml:trace contextRef="#ctx0" brushRef="#br0" timeOffset="2025.02">24027 2400 0,'0'0'16,"0"0"-16,9 0 15,10 9 1,37 19-16,48 36 16,18 38-1,-28 9-15,-19 18 16,-28 28-16,-28-10 15,-19 19 1,-28 1-16,-10-20 16,1-8-16,-10-29 15,18-26 1,11-29-16,8-27 16,10-28-1</inkml:trace>
  <inkml:trace contextRef="#ctx0" brushRef="#br0" timeOffset="2442.14">25155 3018 0,'0'0'0,"0"0"15,0 0-15,0 0 16,10 0 0,27 0-16,29-9 15,19 0 1,0-10-16,-1 1 16,-8-1-16,-20 10 15,-28 0 1,-18 9-16,-10 0 15,-10 18 1,-27 28-16,-39 28 16,-18 0-1,0-9-15,19-10 16,18 0-16,29-18 16,19-9-1,18-9-15,19-1 16,48 0-1,84-18-15,65 0 16</inkml:trace>
  <inkml:trace contextRef="#ctx0" brushRef="#br0" timeOffset="2845.96">26256 2437 0,'0'0'0,"0"9"16,0 19-16,0 18 15,0 28 1,-9 36-16,-10 1 15,0 0 1,0 0-16,0-38 16,10-8-16,9-10 15,0-18 1,9-9-16,10 0 16,9-1-1,10-8-15,28-1 16,9-8-1,19-10-15,-9 0 16,-10-10-16,0-17 16,-75 27-1</inkml:trace>
  <inkml:trace contextRef="#ctx0" brushRef="#br0" timeOffset="3093.22">26397 3083 0,'0'0'0,"0"0"16,0 18 0,10 28-16,-1 28 15,10 37 1,0 27-16,-1-8 15,11-10 1,-11-28-16,1-37 16,-19-55-16</inkml:trace>
  <inkml:trace contextRef="#ctx0" brushRef="#br0" timeOffset="3429.6">27404 2492 0,'0'0'0,"0"18"16,0 38-16,0 36 15,0 0-15,-10 10 16,1-10 0,9 1-16,-9-29 15,-1-8 1,1-20-16,9-36 15</inkml:trace>
  <inkml:trace contextRef="#ctx0" brushRef="#br0" timeOffset="3641.51">26726 2621 0,'0'0'0,"0"0"15,10-9 1,37-19-16,47-9 16,66-9-1,47-9-15,0-10 16,-19 1 0,38-10-16</inkml:trace>
  <inkml:trace contextRef="#ctx0" brushRef="#br0" timeOffset="3912.11">28316 1800 0,'0'0'0,"0"0"15,0 0-15,0 0 16,0 0 0,-9 18-16,-1 28 15,-18 47 1,-9 27-16,-20 46 15,10 9-15,0 10 16,19-19 0,18 0-16,20-37 15,9-36 1,9-10-16,28-19 16,10-27-1,9-28-15,-75-9 16</inkml:trace>
  <inkml:trace contextRef="#ctx0" brushRef="#br0" timeOffset="4392.38">28608 2538 0,'0'0'0,"0"9"15,0 28-15,0 28 16,0 9 0,9 0-16,-9-1 15,0-17-15,0-19 16,0-19 0,0-9-16,0 1 15,0-10 1,0 0-16,0 0 15,0-10 1,10-17-16,9-29 16,9-27-16,9 0 15,1 19 1,9 8-16,-9 10 16,-1 18-1,1 1-15,-10 17 16,0 10-16,1 10 15,-1 27 1,0 18-16,-9 19 16,0 27-1,0-8-15,-10-20 16,10-26 0,-19-47-16</inkml:trace>
  <inkml:trace contextRef="#ctx0" brushRef="#br0" timeOffset="4658.83">29633 1874 0,'0'0'0,"0"0"16,0 37-16,-9 64 15,-10 65 1,0 56-16,-18 27 16,-10 0-16,9-37 15,-9 1 1,9-75-16,10-36 16,9-29-1,19-73-15</inkml:trace>
  <inkml:trace contextRef="#ctx0" brushRef="#br0" timeOffset="5114.95">29784 3101 0,'0'0'0,"0"0"16,0 0-1,0 0-15,0 0 16,0 0-16,9-9 16,1 0-1,18-10-15,19 1 16,0 9 0,0-1-16,-9 10 15,-1 10 1,-9-1-16,-9 9 15,-9 19-15,-10 19 16,-19 17 0,-19 1-16,1 0 15,-10-9 1,9-10-16,19-18 16,0-9-1,19-19-15,0 0 16,10 0-16,37-9 15,47-9 1,28-19-16,10-18 16,18-18-1,-27-29-15,-123 93 16</inkml:trace>
  <inkml:trace contextRef="#ctx0" brushRef="#br0" timeOffset="5450.87">30235 1984 0,'10'0'15,"37"10"1,66 36-16,18 28 15,1 36-15,-28 20 16,-20 45 0,-37 10-16,-37 18 15,-29 18 1,-38-18-16,-18-28 16,0-18-1,9-37-15,19-37 16,19-36-16,9-20 15,19-27 1,0 0-16</inkml:trace>
  <inkml:trace contextRef="#ctx0" brushRef="#br0" timeOffset="5746.42">31806 2123 0,'0'0'16,"0"0"0,0 18-16,10 28 15,-1 37-15,1 37 16,8 19-1,-8-10-15,-1-9 16,-9-18 0,0-29-16,0-8 15,0-28 1,0-37-16</inkml:trace>
  <inkml:trace contextRef="#ctx0" brushRef="#br0" timeOffset="5943.07">31317 2870 0,'0'0'16,"0"0"-16,28 0 16,38-9-1,47-9-15,28-1 16,29-8-1,-10-10-15,65-9 16</inkml:trace>
  <inkml:trace contextRef="#ctx0" brushRef="#br0" timeOffset="6763.06">27874 5289 0,'0'9'16,"-9"46"-16,9 37 15,-10 28-15,1-9 16,0-28-1,-1-18-15,1-19 16,-1-18 0,10-10-16,-9 1 15,9-19-15,0 0 16,0 0 0,0 0-16,0-19 15,9-18 1,1-18-16,18-19 15,0 0 1,29-18-16,-10 9 16,18 0-16,-8 9 15,9 9 1,-10 19-16,-18 28 16,-10-1-1,0 19-15,1 10 16,-11 17-1,1 29-15,-9 36 16,-20 19-16,1 9 16,-10-19-1,10-27-15,9-19 16,0-18 0,0-37-16</inkml:trace>
  <inkml:trace contextRef="#ctx0" brushRef="#br0" timeOffset="7158.86">28373 4375 0,'0'0'0,"19"-9"15,9-10 1,19 1-16,9 8 16,1 10-16,-1 10 15,-9 17 1,-9 10-16,-19 9 16,-19 10-1,-10-1-15,-9 1 16,1-1-16,-1-9 15,0-18 1,10-1-16,9-8 16,0-10-1,18 0-15,48 10 16,66-19 0,37-19-16,1-8 15,55-10-15</inkml:trace>
  <inkml:trace contextRef="#ctx0" brushRef="#br0" timeOffset="8171.21">29567 4301 0,'0'0'16,"0"9"-16,-9 47 15,-10 36 1,0 46-16,-18 47 16,-10 9-16,9-10 15,-9-27 1,19-28-16,9-36 15,10-19 1,9-37-16,9-10 16,0-18-1,1-9-15,18-9 16,10-9 0,18-28-16,10-19 15,19-27-15,-19 9 16,-10 18-1,-18 10-15,-10 18 16,-9 9 0,-10 10-16,0 8 15,-9 10-15,0 0 16,0 10 0,10 17-1,-1 10-15,10 9 16,19 1-16,-1-1 15,10-9 1,19-10-16,19-18 16,-10-9-16,-9-9 15,0-9 1,-10-10-16,-9-9 16,-9 0-1,-10 0-15,-18 0 16,-1 1-16,-9-1 15,-9 0 1,-10 9-16,-19-9 16,-9 9-1,-9 10-15,9 18 16,0 0 0,9 0-16,19 0 15,10 0-15,9 0 16,0 0-1,9 9-15,19-9 16,19 9 0,0-9-16,19 0 15,-9 0-15,-1 0 16,-18 10 0,-1-1-16,1 19 15,0 18 1,9 28-16,-19 9 15,-9 18 1,-10 10-16,-9 9 16,-19-19-16,1-18 15,-1-18 1,0-10-16,-9-18 16,9-9-1,0 0-15,10-19 16,9-9-1</inkml:trace>
  <inkml:trace contextRef="#ctx0" brushRef="#br0" timeOffset="8642.44">31157 5021 0,'0'0'0,"0"0"15,0 0-15,10 18 16,-1 19 0,1 46-16,-1 28 15,-18-9 1,-1-10-16,1-27 16,-1-19-16,1-19 15,9-8 1,0-19-16,0 0 15,0 0 1,0-19-16,9-18 16,1-27-16,9-19 15,9 0 1,9 9-16,-8 9 16,8 10-1,1 9-15,9 9 16,-9 18-1,-1 10-15,10 9 16,10 28-16,-10 36 16,0 66-1,-19 45-15,-47 93 16,-66 92 0,29-148-16</inkml:trace>
  <inkml:trace contextRef="#ctx0" brushRef="#br0" timeOffset="10959.14">22578 7734 0,'0'0'0,"0"0"0,0 0 16,0 0 0,0 10-16,0 8 15,9 19 1,-9 9-16,0 19 16,0-10-1,0-9-15,-9-18 16,9-10-16,0-8 15,0-1 1,0-9-16,0 0 16,0-9-1,9-28-15,10-28 16,9-18 0,19-9-16,-9 9 15,9 9-15,9 9 16,1 19-1,-10 9-15,9 19 16,-9 18 0,0 0-16,0 18 15,10 28-15,-10 19 16,-19 9 0,0 27-16,-18 10 15,-10-19 1,-10 1-16,1-19 15,0-10 1,9-8-16,0-56 16</inkml:trace>
  <inkml:trace contextRef="#ctx0" brushRef="#br0" timeOffset="12081.83">23500 5870 0,'0'0'15,"0"0"-15,0 0 16,0 9 0,-10 37-16,-9 65 15,-9 28 1,0 27-16,9 9 15,10-18-15,9-28 16,19-36 0,-1-38-16,11-9 15,-1-27 1,0-10-16,10-9 16,-1-19-16,20-18 15,-1-9 1,10-18-16,-9-10 15,-1-9 1,-9 0-16,-9 9 16,-20 28-1,-8 18-15,-10 19 16,0 9-16,0 0 16,-19 18-1,-9 19-15,-19 28 16,9 9-1,19-10-15,10-8 16,9-20-16,9 1 16,10-18-1,9-1-15,29-18 16,9-9 0,18-9-16,1-19 15,9-19 1,-19-8-16,-9-1 15,-19 10-15,-9-1 16,-10 1 0,-9 0-16,-10 8 15,-9 1 1,0 19-16,-9-1 16,-10 9-1,-9 10-15,-10 9 16,1 9-16,8 1 15,11 8 1,-1 1-16,9-1 16,10-9-1,0 1-15,10-1 16,9 0 0,9 0-16,0 0 15,0 1-15,10 8 16,9 1-1,0 8-15,9 29 16,-9 8 0,-9 29-16,-10-1 15,-18 28-15,-20-9 16,1-19 0,-10-9-16,-9-18 15,0-19 1,-1-9-16,11-10 15,-1-8-15,-9-10 16,28-9 0</inkml:trace>
  <inkml:trace contextRef="#ctx0" brushRef="#br0" timeOffset="12542.77">25475 5907 0,'0'0'0,"0"0"15,-9 18-15,-1 19 16,1 19 0,0 27-16,-1 0 15,1 0 1,9-9-16,9-10 15,1-27-15,8 0 16,1-9 0,19-10-16,9 1 15,9-19 1,1-9-16,-1-1 16,-9-8-1,0-19-15,-47 37 16</inkml:trace>
  <inkml:trace contextRef="#ctx0" brushRef="#br0" timeOffset="12743.06">25682 6387 0,'0'0'15,"0"0"-15,10 18 16,-1 10-1,0 18-15,10 19 16,0 18-16,-10-9 16,1 18-1,-10-92-15</inkml:trace>
  <inkml:trace contextRef="#ctx0" brushRef="#br0" timeOffset="13158.57">24986 7079 0,'0'0'16,"0"0"-16,0 0 15,9-9 1,20-10-16,18-8 15,9-1 1,1 10-16,-20 8 16,-9 1-16,1 9 15,-10 0 1,-10 9-16,0 1 16,-18 17-1,-10 10-15,-19 19 16,10-10-1,0 0-15,9-18 16,10-10 0,9 1-16,9-10 15,29 0-15,75-9 16,56-9 0,0-28-16,57-9 15</inkml:trace>
  <inkml:trace contextRef="#ctx0" brushRef="#br0" timeOffset="13432.2">26059 8131 0,'0'0'0,"0"0"16,28-9-16,19-9 16,19-1-1,-1 1-15,11-10 16,-20 10-1,-56 18-15</inkml:trace>
  <inkml:trace contextRef="#ctx0" brushRef="#br0" timeOffset="13608.84">26011 8547 0,'0'0'0,"0"0"15,10 0-15,18 9 16,66 0 0,57-27-16,65-38 15,10 1-15</inkml:trace>
  <inkml:trace contextRef="#ctx0" brushRef="#br0" timeOffset="14109.12">27611 7827 0,'0'0'16,"0"9"-16,0 28 16,0 37-1,-10 9-15,10 9 16,-9-18-1,0-9-15,-1-19 16,1-19-16,9-8 16,0-19-1,0 0-15,0 0 16,0-19 0,9-27-16,10-28 15,9-18 1,0 18-16,1 10 15,8 8-15,1 10 16,9 9 0,0 19-16,0 9 15,9 9 1,-9 18-16,10 19 16,-10 28-16,0 8 15,-19 29 1,-9-10-16,-10 0 15,-9-18 1,0-18-16,0-10 16,0-18-16,0-28 15</inkml:trace>
  <inkml:trace contextRef="#ctx0" brushRef="#br0" timeOffset="14542.84">28006 7005 0,'0'0'0,"9"-9"15,10-9-15,19-1 16,-1 1-1,10 8-15,-9 10 16,0 0 0,-10 10-16,-9 17 15,-10 10-15,-9 19 16,-9 8 0,-10 1-16,0 0 15,0-10 1,10-18-16,-1-10 15,10-8 1,0-10-16,19 0 16,47-9-16,38-9 15,8-9 1,1-10-16,-9 0 16,-10 1-1,-9-1-15,-85 28 16</inkml:trace>
  <inkml:trace contextRef="#ctx0" brushRef="#br0" timeOffset="18726.75">29163 7116 0,'0'0'0,"0"0"0,0 0 16,0 0-1,0 0-15,0 0 16,0 0 0,0 0-16,0 0 15,9 0 1,29 0-16,28-9 16,9 0-16,0-1 15,1-8 1,-1-1-16,-9 1 15,-10 0 1,1 8-16,-10 1 16,-47 9-1</inkml:trace>
  <inkml:trace contextRef="#ctx0" brushRef="#br0" timeOffset="19009">29464 6784 0,'0'0'0,"0"0"16,0 9-1,0 9-15,9 29 16,1 45 0,-1 37-16,-9 19 15,10 18-15,-1 0 16,10 56 0</inkml:trace>
  <inkml:trace contextRef="#ctx0" brushRef="#br0" timeOffset="20192.93">30329 7005 0,'0'0'0,"10"0"16,18-9 0,0 0-16,1 0 15,-11-1 1,1 1-16,-9 9 15,-1-9 1,-9 9-16,0 0 16,0 0-16,0 0 15,-19 0 1,-28 0-16,-19 18 16,-18 1-1,8 9-15,20 8 16,-1 1-1,20 0-15,-1 9 16,19-9-16,10 0 16,18 9-1,29 10-15,28 8 16,19 1 0,-10-28-16,-9-9 15,0-19 1,9 0-16,-19-18 15,-56 9-15</inkml:trace>
  <inkml:trace contextRef="#ctx0" brushRef="#br0" timeOffset="20389.8">30075 7273 0,'0'0'0,"0"0"16,10 0-16,18 0 15,47-9 1,66 9-16,-141 0 16</inkml:trace>
  <inkml:trace contextRef="#ctx0" brushRef="#br0" timeOffset="24409.82">26143 9497 0,'0'0'0,"0"0"0,0 0 16,0 0-1,0 0-15,10 10 16,-1-1 0,10 0-16,18 0 15,29-9-15,10-9 16,8 0-1,1-10-15,0-8 16,-20-1-16,-8-9 16,-20 9-1,-8 1 1,-1-1-16,-9 0 16,-10 10-16,1-1 15,-10 1 1,0-1-16,0-8 15,0-1-15,0 0 16,0-9 0,0-9-16,9-9 15,10 0 1,0-19-16,9 9 16,0 10-1,10 9-15,-10 18 16,10 0-16,-1 10 15,-9 8 1,1 1-16,8 18 16,10 10-1,0 9-15,0 27 16,-9 19 0,-10 9-16,-18 9 15,-29 28-15,-9-9 16,-10-10-1,10-17-15,-1-11 16,20-26 0,0-11-16,9-8 15,9-19 1,29 1-16,56-29 16,47-36-16,-9-38 15,-132 93 1</inkml:trace>
  <inkml:trace contextRef="#ctx0" brushRef="#br0" timeOffset="24976.54">27601 6987 0,'0'0'0,"-18"18"15,-11 19-15,-8 28 16,-10 27 0,0 19-16,18 18 15,11 19 1,-1-1-16,19 1 15,0-9-15,19 27 16,-1-9 0,20-10-16,9 19 15,0-18 1,19-9-16,19-10 16,18-9-1,29-19-15,-10-27 16,10-19-16,18-18 15,-9-18 1,10-19-16,-1-19 16,-150 19-1</inkml:trace>
  <inkml:trace contextRef="#ctx0" brushRef="#br0" timeOffset="25541.81">30715 6645 0,'0'0'16,"10"0"-16,18 19 15,28 18 1,38 55-16,10 19 15,-20 27 1,-18 28-16,-19 37 16,-28 19-1,-28 9-15,-19 18 16,-19 0 0,-19 9-16,0-36 15,0-10-15,-9-36 16,18-56-1,1-10-15,9-27 16,9-18 0,1-19-16,18-18 15,0-10-15,9 1 16,1-10 0,9-9-16,0 0 15,0 0 1,0 0-16</inkml:trace>
  <inkml:trace contextRef="#ctx0" brushRef="#br0" timeOffset="26242.48">32663 5132 0,'0'0'0,"-10"0"16,-18 9-1,-29 9-15,-27 1 16,-1 9-16,0 8 15,1 1 1,9 0-16,-1-9 16,29 0-1,19-10-15,28-18 16</inkml:trace>
  <inkml:trace contextRef="#ctx0" brushRef="#br0" timeOffset="26626.29">32286 4975 0,'0'0'0,"-9"9"16,-1 9-16,-8 10 16,-1 9-1,-19 18-15,10 19 16,0 0-1,-1 0-15,11-9 16,8-1-16,10-8 16,19-10-1,19-9-15,65 9 16,-103-46-16</inkml:trace>
  <inkml:trace contextRef="#ctx0" brushRef="#br0" timeOffset="40031.24">22700 10310 0,'-9'-10'0,"-10"1"15,-19-9-15,-9 8 16,-9 20-1,-20 17-15,-18 38 16,-18 55 0,-1 28-16,37-1 15,20 19-15,18-18 16,29-37 0,18-37-16,10-19 15,28-9 1,28-27-16,48-47 15,46-37-15,-18-18 16,-29-18 0,-19-1-16,-18 19 15,-10 0 1,-28 9-16,-9 10 16,-19 17-1,-10 11-15,-9 8 16,-9 9-16,-1 10 15,-8 9 1,-11 9-16,-27 38 16,-10 36-1,0 18-15,10 19 16,18-18 0,19-19-16,10-28 15,9-18-15,9-19 16,1-8-1,-1-10-15,10-10 16,0-17 0,9-19-16,10-19 15,9-9-15,0-27 16,9-1 0,-9 28-16,-9 19 15,-10 18 1,-9 19-16,-10 8 15,1 10-15,8 10 16,1 8 0,0 28-16,0 19 15,0 18 1,-1 0-16,-8-9 16,9-10-1,0-18-15,-1-18 16,1-9-16,9-10 15,19-9 1,10-19-16,-1-18 16,1-27-1,-1-1-15,-9-9 16,0 1 0,-19-1-16,-9 9 15,-9 19-15,-1 9 16,-9 9-1,0 10-15,0 9 16,0 9 0,0 0-16,0 0 15,0 0-15,0 9 16,-9 9 0,9 10-16,0 9 15,9 0 1,1 0-16,8 9 15,1 0 1,0 0-16,9 0 16,0 1-16,-9-10 15,0-10 1,0 1-16,9-10 16,0-8-1,10-20-15,18-17 16,20-29-16,8-18 15,-8-18 1,-20 9-16,-9 9 16,-19 10-1,-18 27-15,-1 9 16,-9 10 0,0 18-16,-9 0 15,-20 9-15,-18 28 16,-9 27-1,18 1-15,10 9 16,19-10 0,18-17-16,38 8 15,28-18 1,67-28-16,55-55 16,29 0-16</inkml:trace>
  <inkml:trace contextRef="#ctx0" brushRef="#br0" timeOffset="40576.61">25127 10199 0,'0'0'0,"0"0"16,0 0-16,0 0 16,19-9-1,19-19-15,18 0 16,1 10 0,-1-1-16,-9 10 15,-9 9 1,-10 9-16,-9 0 15,-1 10-15,-8 9 16,-10 9 0,0 9-16,-10 9 15,1 0-15,0-18 16,-1-9 0,10-9-16,0-10 15,10 0 1,8 0-16,20 0 15,19-9 1,8 10-16,-8-1 16,-10 0-16,0 10 15,-9-1 1,-1 19-16,-9 9 16,-18 19-1,-10-1-15,-19-8 16,-37 18-16,-67 18 15,-121 28 1,27-19-16</inkml:trace>
  <inkml:trace contextRef="#ctx0" brushRef="#br0" timeOffset="47426.18">8655 15866 0,'0'0'0,"0"0"0,0 0 15,0 0 1,0 0-16,0 0 16,9 0-1,19 0-15,19 9 16,19 9-1,38 10-15,18 0 16,10 0-16,28-10 16,9-9-1,0 0-15,10-9 16,0 0 0,18 10-16,-8-10 15,27 9 1,-18-9-16,8 0 15,1 0-15,10 9 16,-1-9 0,1 0-16,-10 9 15,-10 1 1,10-1-16,-9 0 16,9 10-16,-19-10 15,28 9 1,-18-18-16,-10 0 15,9 0 1,-46-9-16,-1-9 16,-18 8-1,-19 1-15,-38 0 16,-9 0-16,-19-1 16,-9 10-1,-10 0-15,0 10 16,-28-10-1</inkml:trace>
  <inkml:trace contextRef="#ctx0" brushRef="#br0" timeOffset="53643.05">23688 11897 0,'9'0'0,"57"-28"0,85-27 15,9 0-15,18-1 16,-8-8 0,46-10-16,-37 9 15,28-9-15,-29 10 16,-8 8-1,9 10-15,-29-9 16,-28 18 0,1 0-16,-39 18 15,-27 10-15,-20 0 16,-18 9 0,-19 0-16</inkml:trace>
  <inkml:trace contextRef="#ctx0" brushRef="#br0" timeOffset="55766">25955 11879 0,'0'0'15,"0"0"-15,-9-10 16,-10 1-1,0 0-15,-9 0 16,-19 9 0,-38 9-16,-18 37 15,-1 28-15,-18 27 16,0 1 0,18 18-16,19-9 15,20 18 1,8-9-16,29 0 15,18-9 1,10-19-16,19-9 16,9-9-16,10-10 15,28-17 1,19-20-16,9-27 16,9-27-1,10-20-15,0-17 16,-19-19-16,-9-10 15,-19 1 1,-10 0-16,-9-10 16,-19 1-1,-18-10-15,-1-18 16,-18 9 0,-20 0-16,-8 9 15,-1 19-15,1 27 16,-10 19-1,-10 9-15,-9 19 16,-9 27 0,-10 19-16,-18 27 15,-1 28-15,10 19 16,28-1 0,19 1-16,19-10 15,28 0 1,19-9-16,37 0 15,38-9-15,57 0 16,47-28 0,-20-37-16,20-27 15,-10-28 1,38-10-16</inkml:trace>
  <inkml:trace contextRef="#ctx0" brushRef="#br0" timeOffset="56110.38">26943 11408 0,'0'0'15,"0"0"-15,0 0 16,-10 9-1,-8 19-15,-20 46 16,-28 36 0,-9 38-16,-10 18 15,10-18-15,18 18 16,10-28 0,19-18-16,0 10 15,28-20 1,19-17-16,28 8 15,56 1-15,48-1 16,56-8 0,47-20-16,-28-8 15</inkml:trace>
  <inkml:trace contextRef="#ctx0" brushRef="#br0" timeOffset="57815.82">27526 12322 0,'0'0'0,"0"0"16,0 0-16,0 0 15,0 0 1,0 0-16,0 0 15,0 27 1,0 38-16,0 36 16,0 10-1,0 0-15,0-28 16,0-18-16,0-28 16,0-1-1,0-17-15,0-10 16,0 0-1,0-9-15,0 0 16,0 0 0,0-27-16,9-38 15,10-27-15,10-10 16,8 1 0,1 8-16,-1 20 15,10 17 1,0 10-16,10 9 15,-1 19-15,1 18 16,-1 9 0,1 28-16,-1 18 15,-9 19 1,-19 28-16,-9 18 16,-9-10-16,-20-27 15,1-27 1,-1-19-16,1-28 15,9-9 1</inkml:trace>
  <inkml:trace contextRef="#ctx0" brushRef="#br0" timeOffset="58277.52">28091 11399 0,'0'0'0,"9"-10"0,19-8 16,10-1-1,9 10-15,0 9 16,-10 0 0,1 9-16,-10 10 15,-9 9 1,-19 18-16,-9 0 16,-10 9-1,-9 1-15,9-19 16,0-10-16,10-8 15,9-10 1,0 0-16,9 0 16,19-9-1,38 0-15,28-9 16,19 0-16,0 9 16,-113 0-1</inkml:trace>
  <inkml:trace contextRef="#ctx0" brushRef="#br0" timeOffset="59427.66">29248 11297 0,'0'0'15,"-10"28"1,-18 73-16,0 19 16,-10 37-1,1 19-15,8 8 16,20-8-16,-1-38 15,20-18 1,9-46-16,0-19 16,-1-18-16,11-18 15,8-10 1,10-18-16,0-19 16,10-18-1,-10-10-15,0-18 16,-19 19-1,-9 9-15,-10 9 16,1 19-16,-1-1 16,-9 10-1,0 9-15,0 0 16,0 9 0,0 28-16,9 28 15,1-10-15,9 0 16,9 1-1,19-10-15,19-18 16,9-19 0,10-9-16,-10-19 15,19-18 1,-19-9-16,1-18 16,-20-1-16,-18 10 15,-10-19 1,-9 0-16,-10 9 15,-18 1 1,-10 18-16,-19 0 16,-9 9-1,-9 18-15,-1 10 16,-9 9-16,1 18 16,8 19-1,10 0-15,9 0 16,29-9-1,18 0-15,10-1 16,47-8-16,56-10 16,20-28-1,-1-17-15,-10-11 16,-37 10 0,-9 1-16,-28 8 15,-20 9 1,-9 1-16,-9 9 15,-9-1-15,-10 10 16,0 0 0,-19 0-16,-9 10 15,-1 8 1,1 10-16,9 9 16,10 9-16,9 19 15,19 18 1,9 9-16,0 9 15,-9 1 1,0 9-16,-19-1 16,-19-8-1,-9-10-15,-19 10 16,0-28-16,0-28 16,9-19-1,0-8-15,1-28 16,37 9-1</inkml:trace>
  <inkml:trace contextRef="#ctx0" brushRef="#br0" timeOffset="59910.14">31562 12063 0,'0'0'0,"0"0"16,0 9-16,9 10 15,1 18 1,-1 27-16,-9 1 16,0-10-16,0-18 15,0-9 1,0-19-16,0 0 15,0-9 1,0 0-16,0-9 16,0-28-1,19-37-15,9-27 16,0 18-16,10 9 16,0 9-1,9 19-15,0 9 16,19 19-1,9 9-15,-19 18 16,10 28 0,-9 27-16,-20 19 15,-9 28-15,-18 0 16,-10 0 0,-10-19-16,1-27 15,9-65-15</inkml:trace>
  <inkml:trace contextRef="#ctx0" brushRef="#br0" timeOffset="60193.81">32098 11011 0,'0'0'0,"19"9"16,37 28-16,57 55 16,10 38-1,-1 45-15,-47 10 16,-18 36-16,-48 10 16,-37 18-1,-29-27-15,-27-19 16,-29-10-1,-19-26-15,-19 17 16</inkml:trace>
  <inkml:trace contextRef="#ctx0" brushRef="#br0" timeOffset="60714.57">26049 14177 0,'0'0'0,"0"0"0,0 0 16,19 0 0,47-19-16,47 1 15,56-10 1,57 0-16,28-8 16,28 8-1,47 0-15,29 10 16,-1-1-1,29 1-15,0-10 16,28 28-16,-29-18 16,39-1-1,-48-9-15,-47 10 16,-47 0 0,1-10-16,-86 9 15,-9-8 1,-56 8-16,-57 1 15,-18 9-15,-20 9 16,-27 0 0,-10 0-16</inkml:trace>
  <inkml:trace contextRef="#ctx0" brushRef="#br0" timeOffset="61699.71">27263 14435 0,'0'0'0,"0"0"15,0 0-15,0 0 16,0 0-16,0 0 16,18 0-1,48-9-15,57-10 16,46 1 0,47-19-16,10 9 15,47-8-15,19-1 16,9-19-1,56 10-15,1 0 16,-10 18 0,9 1-16,-18 8 15,-1-9 1,-46-9-16,-47 10 16,-48 8-16,-46-8 15,-38 8 1,-48 1-16,-27 8 15,-10 1 1,-28 9-16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3-09-01T08:26:14.4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30894 11140 0,'0'0'0,"0"0"0,0 0 0,0 0 0,0 0 0,0 0 16,0 0-16,0 0 0,0 0 16,0 0-16,0 0 0,0 0 15,0 0-15,0 0 16,0 0-1,0 0-15,0 0 16,0 0 0,0 0-16,0 0 15,0 0 1,0 0-16,0 0 16,0 0-16,9 9 15,1 1 1,-1-1-16,1 0 15,-1 10 1,0-1-16,1 10 16,-10-1-1,0 10-15,-10 9 16,1 1 0,-10 8-16,0-9 15,1-9-15,-11 0 16,1-9-1,0-1-15,9-8 16,0-1 0,10-8-16,-1-1 15,10-9-15,0 0 16,0 0 0,0 0-16,19 0 15,9 0 1,19 0-16,10 0 15,9-9-15,0-1 16,-10 1 0,1-9-16,-57 18 15</inkml:trace>
  <inkml:trace contextRef="#ctx0" brushRef="#br0" timeOffset="928.26">30819 11177 0,'0'0'0,"0"0"15,0 0 1,0 0-16,0 0 15,0 0 1,0 0-16,0 0 16,0 0-16,0 0 15,0 0 1,9 0-16,19-9 16,19 0-16,-47 9 15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3-09-01T10:45:30.058"/>
    </inkml:context>
    <inkml:brush xml:id="br0">
      <inkml:brushProperty name="width" value="0.05292" units="cm"/>
      <inkml:brushProperty name="height" value="0.05292" units="cm"/>
      <inkml:brushProperty name="color" value="#FFFF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25485 9700 0,'0'0'0,"0"0"16,0 0-16,0 0 16,9 19-1,10 36-15,0 28 16,18 56 0,1 36-16,0-9 15,-1 19-15,-9-47 16,-9-27-1,0-19-15,-10-27 16,1-28 0,-1-9-16,-9-10 15,0-9-15,0 0 16,0-9 0,0 0-16,0 0 15,0 0 1,0-27-16,10-10 15,-10-28-15,-10-9 16,1-18 0,-1 9-16,-8 9 15,-1 0 1,0 19-16,10 18 16,-1 9-1,10 19-15,0 9 16,-9 0-1,-10 28-15,-9 46 16,0 36-16,18-17 16,10-1-1,10-18-15,-1-19 16,0-18 0,1-18-16,-1-10 15,-9-9-15,10-9 16,8-10-1,-8-18-15,-1-18 16,-9-19 0,-9 0-16,-10 10 15,-9-1-15,-10 10 16,-9 8 0,9 20-16,10 8 15,9 10 1,1 18-16,-1 10 15,0 36 1,19 65-16,9-9 16,20 37-16,8-1 15,10-18 1,-9-27-16,-10-28 16,0-37-1,-18-10-15,-1-8 16,-9-19-16,0 0 15,0 0 1,0-28-16,-19-64 16,1-84-1,-1-27-15,0 10 16,0-1 0,10 46-16,9 19 15,9 37-15,1 45 16,-10 20-1,0 18-15,0 9 16,9 9 0,19 46-16,10 56 15,-10 55 1,0 19-16,0-28 16,1-10-16,-1-27 15,0-28 1,-9-36-16,-10-28 15,1-10 1,-1 0-16,-9-18 16,0 0-16,0-9 15,-9-18 1,-19-47-16,-1-28 16,-18-18-1,0 9-15,10 1 16,-1 17-16,10 20 15,0-1 1,9 18-16,9 29 16,1 8-1,-1 1-15,10 9 16,0 9 0,10 0-16,9 9 15,18 18-15,29 38 16,9 9-1,-9 9-15,-9-28 16,-1 1 0,-18-19-16,-19-19 15,-1 1-15,-8-10 16,-1 0 0,-9 0-16,0-9 15,0 0 1,0 0-16,-9 0 15,-29-18 1,-18-28-16,-10-19 16,-9-9-1,9-9-15,9 28 16,20 9-16,18 18 16,10 9-1,-1 10-15,10 9 16,0 0-1,0 0-15,0 19 16,28 36-16,19 37 16,19 1-1,9-1-15,-9-27 16,0-10 0,-19-18-16,-19-9 15,-9-10-15,0-9 16,-10 0-1,1 1-15,-1-1 16,-9-9 0,0 0-16,0 0 15,-9-9 1,-19-28-16,-29-46 16,-9-28-16,-9-9 15,9 18 1,10-8-16,9 17 15,9 20 1,19 26-16,1 20 16,8 8-16,10 10 15,0 9 1,0 0-16,-9 28 16,-1 36-1,10 29-15,10 8 16,-1 28-1,10-18-15,0-28 16,-10-27 0,1-20-16,-10-8 15,0-19-15,0 1 16,0-10 0,0 0-16,0 0 15,0 0 1,-10-28-16,-9-46 15,-18-37-15,-1-9 16,-9-37 0,9 56-16,10 27 15,9 28 1,10 18-16,0 10 16,9 18-16,0 0 15,9 55 1,19 65-16,29 74 15,27 0 1,10 18-16</inkml:trace>
  <inkml:trace contextRef="#ctx0" brushRef="#br0" timeOffset="3900.47">25259 10208 0,'0'0'16,"-10"0"-16,1 0 15,9 0 1,0 0-16,0-9 16,19-19-1,37-18-15,29-9 16,9-1 0,-28 10-16,-19 18 15,-19 10-15,-18 9 16,-1 9-1,-9 0-15,-9 9 16,-29 37-16,-18 28 16,-1 0-1,10-10-15,9-18 16,20-18 0,8-9-16,1-10 15,9 0 1,0-9-16,0 0 15,19 0 1,9-9-16,9 0 16,-18-1-16,0 1 15,-10 9 1,1 9-16,-10 10 16,0 18-1,-19 18-15,-9 19 16,9 0-16,0-10 15,10-27 1,9-9-16,9-10 16,10 1-1,0-1-15,9 1 16,19-1 0,-9-8-16,-10-1 15,-9 0-15,0 0 16,-10 10-1,-9 8-15,0 1 16,-9 9 0,-1-9-16,1-1 15,9-8 1,0-10-16,0-9 16,9 0-16,29 0 15,9-9 1,0 0-16,-9-1 15,-10 1 1,-19 9-16,1 0 16,-10 0-16,0 0 15,-19 9 1,-28 19-16,-19 9 16,9 0-1,1 0-15,9-10 16,19-8-1,9-10-15,9 0 16,10-9-16,0 0 16,0-9-1,38-46-15,19-10 16,8-9-16,11-9 16,-10 9-1,-19 19-15,-29 27 16,1 10-1,-9 9-15,-10 9 16,0 0 0,-19 9-16,-28 37 15,-19 0-15,0 0 16,28-18 0,10-9-16,9-10 15,10 0 1,9-9-16,0 0 15,9-9 1,29-28-16,37-37 16,10-9-16,0 9 15,-10 19 1,-28 18-16,-9 9 16,-20 10-1,-8 8-15,-10 10 16,0 0-1,-10 10-15,-18 36 16,-19 9-16,0 1 16,9-20-1,20-17-15,8-1 16,1-8-16,-1-1 16,10-9-1,0 0 1,10-19-16,18-18 15,10-18-15,-1 9 16,-9 0 0,-9 9-16,-9 9 15,-10 1 1,-10-1-16,-9 0 16,-18 0-16,-20-8 15,-18 8 1,-19 0-16,0 10 15,-9-1 1,8-8-16,20 17 16,0 1-16,18 0 15,20 0 1,9 9-16,9 0 16,9 0-1,10 0-15,0 0 16,0 0-1,38 0-15,18 0 16,39 9-16,-1 9 16,9 19-1,1 9-15,-29 10 16,-9-1 0,-10 1-16,-18-10 15,-10 0-15,-9-19 16,-10-8-1,-9-10-15,10 0 16,-10-9 0,0 0-16,0 0 15,0 0 1,0 0-16,0 0 16,0 0-1,-10-18-15,-18-19 16,-19-18-16,-9-10 15,-10-9 1,9 10-16,10 8 16,10 19-1,-1 10-15,10 8 16,9 10-16,9 0 16,1-1-1,0 1-15,9 9 16,0 0-1,0 9-15,0 19 16,9 9-16,10 18 16,0 10-1,9 0-15,0 18 16,-9-9 0,0-19-16,0 0 15,-10-18 1,0-9-16,-9 0 15,0-19-15,0 0 16,0-9 0,0 0-16,0-9 15,0-28 1,-9-18-16,0-38 16,-10-36-16,0-9 15,0 27 1,0 28-16,1 9 15,-1 19 1,9 18-16,1 18 16,9 1-1,0 18-15,0 0 16,-10 9-16,-8 37 16,-1 46-1,0 38-15,0 8 16,-9 28-1,19 0-15,-1-27 16,1-1 0,-1-18-16,1-37 15,9-37-15,0-18 16,0-9 0,0-10-16,0-9 15,0 0 1,9-19-16,10-36 15,9-47-15,19-27 16,0-18 0,-9 8-16,0 10 15,-10 0 1,-9 18-16,-10 28 16,-9 18-16,0 28 15,0 10 1,0 8-16,0 10 15,0 9 1,0 0-16,-19 9 16,-18 28-1,-20 37-15,10 9 16,0 0-16,0 9 16,10-9-1,-1-9-15,10-9 16,18-19-1,1-18-15,9-10 16,0 1-16,0-10 16,9 0-1,20 10-15,18-1 16,47-9 0,37-9-16,1 0 15,0 9 1,-1 1-16,-18-1 15,0 0-15,-38-9 16,-18 0 0,-29 9-16,-9 1 15,0-10 1,-10 0-16,-9 0 16,0 0-1,0 0-15,-19 18 16,-37 19-16,-48 28 15,1-19 1,28-9-16,18-10 16,10-8-1,19-10-15,0-9 16,18 0-16,1 0 16,0 0-1,9 0-15,0 0 16,0 0-1,0-18-15,9-19 16,19-19 0,10-18-16,9-9 15,-10 10-15,-18 36 16,-9 9 0,-1 9-16,-9 10 15,-9 0-15,-38 9 16,-47 28-1,-38 18-15,10 9 16,18-9 0,38-9-16,19-9 15,19-19 1,19 0-16,9-9 16,0 0-1,18-9-15,67-55 16,84-66-16,1 1 15,-10 18 1,-19 19-16,-47 28 16,-38 27-1,-18 9-15,-19 19 16,-10 9-16,-9 0 16,-19 27-1,-56 56-15,-75 74 16,-1-9-1,19-37-15,10-19 16,47-27 0,18-19-16,10-18 15,47-28-15</inkml:trace>
  <inkml:trace contextRef="#ctx0" brushRef="#br0" timeOffset="6502.08">26096 10245 0,'0'0'0,"-28"18"16,-10 10 0,-9 9-16,10-9 15,-1-1 1,10 1-16,0-9 16,-1-1-16,-8 10 15,18-10 1,-9 10-16,9-10 15,9 1 1,1-1-16,0 1 16,9-10-16,0-9 15,18 0 1,20-19-16,37-27 16,10-9-1,-19 0-15,-29 27 16,-18 9-1,-9 10-15,-10 9 16,0 0 0,-19 28-16,-47 46 15,-19 36-15,1-8 16,-10-10 0,28-27-16,28-28 15,19-19 1,1-9-16,8 1 15,10-10-15,10-10 16,18-26 0,19-20-16,0 1 15,-10 9 1,-18 18-16,0 9 16,-10 10-16,1 0 15,-10 9 1,0 0-16,0 0 15,-10 9 1,1 0-16,0 1 16,-1-1-1,1-9-15,-10-9 16,0-19-16,-9-18 16,0-10-1,0-8-15,-10-10 16,10-9-1,-1 18-15,1 1 16,9 27-16,1 9 16,-1 10-1,0-1-15,10 10 16,-1 9 0,1 0-16,-1 18 15,-8 19 1,8 28-16,10 9 15,10 0-15,-1 27 16,19 1 0,0-10-16,1-9 15,8 0 1,1-27-16,-10-20 16,-9-8-16,0-9 15,0-10 1,-10-9-16,0 0 15,1-9 1,-10-19-16,0-18 16,-10-19-16,-8-18 15,-11 18 1,1 1-16,0 18 16,0 9-1,9 9-15,0 0 16,10 10-1,-1 9-15,1 0 16,9 9-16,0 0 16,0 0-1,9 0-15,19 18 16,29 10 0,9 18-16,-10 9 15,-18-9-15,-10-9 16,-9-18-1,-10-1-15,1-9 16,-1 1 0,-9-10-16,0 0 15,-19 0 1,-9-10-16,-10-17 16,-9-10-1,10-9-15,-1-1 16,10 1-16,9 9 15,10 1 1,18-29-16,-9 65 16</inkml:trace>
  <inkml:trace contextRef="#ctx0" brushRef="#br1" timeOffset="18404.79">25372 10383 0,'0'0'0,"0"0"0,0 0 16,0 0-1,-10 0-15,1 0 16,0 0 0,-1 0-16,1 0 15,-1 0 1,1 0-16,0 0 16,-1 0-16,1-9 15,9 9 1,0-9-16,0 0 15,9-10 1,1 1-16,-1-1 16,10 1-1,0-1-15,9 10 16,0 0-16,0 9 16,0 9-1,1 0-15,-1 10 16,-9-10-1,0 10-15,-10 8 16,0 10-16,-9 0 16,-9 9-1,0 0-15,-1 0 16,-9 1 0,10-10-16,-1-1 15,1-8 1,0-9-16,-1-1 15,1 1-15,9-10 16,0 0 0,0 0-16,0 0 15,0 1 1,0-1-16,0 0 16,0 0-1,0 1-15,0-1 16,0 0-16,0 0 15,0-9 1,0 10-16,0-1 16,0 0-1,0 0-15,0-9 16,0 9-16,0-9 16,0 10-1,0-1-15,0-9 16,0 0-1,0 0-15,0 0 16,0 0 0,9 0-16,19 9 15,10-9-15,28-9 16,9-10 0,0 10-16,10-9 15,9-10 1,0 0-16,-18 10 15,-11-1-15,-8 1 16,-20 0 0,1-1-16,0 1 15,-38 18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600" units="cm"/>
          <inkml:channel name="Y" type="integer" max="2064" units="cm"/>
          <inkml:channel name="T" type="integer" max="2.14748E9" units="dev"/>
        </inkml:traceFormat>
        <inkml:channelProperties>
          <inkml:channelProperty channel="X" name="resolution" value="116.50485" units="1/cm"/>
          <inkml:channelProperty channel="Y" name="resolution" value="119.30636" units="1/cm"/>
          <inkml:channelProperty channel="T" name="resolution" value="1" units="1/dev"/>
        </inkml:channelProperties>
      </inkml:inkSource>
      <inkml:timestamp xml:id="ts0" timeString="2023-09-01T10:46:41.5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23735 914 0,'0'0'0,"0"27"16,9 56-1,1 37-15,9 47 16,-1-1-16,1 28 16,-9-1-1,8 29-15,1-28 16,-9 0 0,-1-10-16,-9 10 15,9 0 1,1-28-16,-10 9 15,9 10-15,1-1 16,8 47 0,-8-37-16,9 37 15,-1-47 1,1 38-16,0-19 16,0 9-16,9-27 15,0 46 1,-9-65-16,0 9 15,0 10 1,0-19-16,-10 0 16,10-9-1,-10 0-15,1 0 16,-1-10-16,-9 1 16,9 18-1,-9-27-15,10 8 16,-10 19-1,9-27-15,-9-10 16,10 19-16,-1-19 16,1 0-1,-10 10-15,0-19 16,0 0 0,9-10-16,-9 20 15,0-20 1,0-17-16,0 27 15,0 9-15,-9 0 16,9 0 0,-10 10-16,10-10 15,0 19 1,0 8-16,0-26 16,0-10-1,0-19-15,10 1 16,-10-28-16,0-10 15,0-9 1,9-8-16,0-10 16,-9-10-1,10 1-15,-10-10 16,0 10-16,9 0 16,1-1-1,-1 1-15,0-9 16,-9-19-1</inkml:trace>
  <inkml:trace contextRef="#ctx0" brushRef="#br0" timeOffset="2516.27">17357 16835 0,'0'0'0,"0"0"16,0 0-1,0 0 1,28 9-16,47 19 16,38-10-16,47 1 15,38-1 1,8-18-16,30-9 15,-39 0 1,20-28-16,-48-9 16,0 0-16,-28-1 15,-18 10 1,-20 10-16,-28-1 16,-9 10-1,-9 8-15,-10 10 16,-10 10-1,-37-10-15</inkml:trace>
  <inkml:trace contextRef="#ctx0" brushRef="#br0" timeOffset="2933.5">19389 16530 0,'0'0'0,"0"0"16,0 0-16,18 0 15,20 0 1,9 0-16,28 0 15,10 0 1,9-9-16,-28 0 16,-10 9-16,-18 0 15,-10 0 1,-9 0-16,0 0 16,-10 0-1,-9 0-15,0 0 16,-9 18-16,-29 38 15,-28 64 1,1 9-16,-1 9 16,0 10-1,28-28-15,38-120 16</inkml:trace>
  <inkml:trace contextRef="#ctx0" brushRef="#br0" timeOffset="3916.66">21091 16632 0,'0'0'0,"0"0"16,0 0-16,0 0 15,0 18 1,0 28-16,10 28 16,9 19-16,9 27 15,19 0 1,0-37-16,0-19 16,-9-27-1,-1-9-15,1-19 16,-1-18-1,11-37-15,-1-37 16,-19-19-16,-9-9 16,-19 1-1,-10 36-15,-9 0 16,1 19 0,-1 8-16,0 20 15,-9 8-15,-1 10 16,-8 18-1,-1 19-15,-9 37 16,10 27 0,18 0-16,28-18 15,-9-74 1</inkml:trace>
  <inkml:trace contextRef="#ctx0" brushRef="#br0" timeOffset="4399.74">21693 16872 0,'0'0'0,"0"0"16,0 0-16,10-9 16,9-10-1,18 1-15,10-1 16,19 10 0,9 18-16,10 19 15,-19 0 1,-19-1-16,0 10 15,-19 0-15,1 0 16,-20-9 0,0-1-16,-9 1 15,0-9 1,-9-10-16,0 0 16,-10-9-16,0 0 15,0-9 1,0-10-16,10-36 15,28-56 1,37-46-16,19-55 16</inkml:trace>
  <inkml:trace contextRef="#ctx0" brushRef="#br0" timeOffset="6668.65">23895 16549 0,'0'0'16,"0"0"-16,0 0 16,0 0-16,0 0 15,-10-9 1,1-1-16,-10 1 16,0 0-1,1 9-15,-1 0 16,-9 9-1,-10 10-15,0 27 16,-9 55-16,19 10 16,19 9-1,18 9-15,0-37 16,10-36 0,0-19-16,9-19 15,-9-18 1,19-27-16,9-29 15,-10-18-15,1-18 16,-10 0 0,-18 18-16,-10 28 15,0 9 1,0 18-16,0 10 16,0 0-16,0 9 15,0 0 1,0 18-16,9 19 15,19 19 1,0-10-16,10 9 16,0-9-1,-10-18-15,10 0 16,-1-19-16,1-9 16,9-9-1,9-19-15,1-27 16,-10-47-1,-10 1-15,-8-47 16,-29-9 0,0 37-16,-10 0 15,-9-9-15,-9 18 16,9 37 0,1 28-16,8 9 15,1 9 1,-1 10-16,1 9 15,9 9-15,-9 9 16,-1 28 0,1 55-16,9 19 15,19 37 1,9-19-16,9 0 16,10-18-1,0-10-15,1-27 16,-1-18-16,0-19 15,0-10 1,0-18-16,-10-18 16,10-28-1,0-18-15,-9-28 16,-19-37-16,-10 0 16,-9 0-1,-9 0-15,-10-9 16,0 36-1,0 1-15,10 27 16,0 10 0,-1 18-16,10 19 15,0 8-15,0 10 16,0 0 0,0 47-16,19 73 15,9 37 1,10 18-16,18-9 15,-9-18-15,0-38 16,0-8 0,10-28-16,-20-37 15,-8-10 1,-1-17-16,0-1 16,0-18-16,1-10 15,-1-27 1,0-37-16,-9-28 15,-10 0 1,-9 19-16,0 28 16,0 27-1,0 9-15,0 9 16,0 19 0,0 0-16,10 28 15,8 37-15,1 9 16,19 9-1,0 0-15,-1-28 16,1-18 0,-1-18-16,10-19 15,10-19-15,-1-27 16,1-19 0,-20 1-16,1 8 15,-10 19 1,-9 19-16,0 9 15,0 9-15,18 18 16,1 19 0,9 0-16,-9 9 15,-38-46 1</inkml:trace>
  <inkml:trace contextRef="#ctx0" brushRef="#br0" timeOffset="6900.18">25099 16226 0,'0'0'0,"0"0"15,66-65-15,94-110 16,28-1-16,-19 19 16</inkml:trace>
  <inkml:trace contextRef="#ctx0" brushRef="#br0" timeOffset="8582.78">26614 16124 0,'0'0'0,"0"0"16,0 0-1,9 9-15,19 28 16,10 28 0,-1 0-16,-8-19 15,-11-19 1,-8-8-16,-1-1 16,1-8-16,-10-10 15,0 0 1,9-37-16,1-46 15,-1-28 1,10 0-16,0 28 16,-1 28-16,11 18 15,-1 18 1,0 19-16,10 19 16,18 27-1,1 9-15,8 19 16,-18-9-16,0-19 15,-9-19 1,9-8-16,0-19 16,10-28-1,-1-18-15,1-9 16,-10-19 0,-10 9-16,-9 10 15,-9 9 1,-9 18-16,-10 0 15,0 19-15,-10 0 16,-9 9 0,-18 18-16,-20 38 15,10 8 1,10 10-16,8-18 16,20-10-16,18-19 15,1-8 1,18-19-16,10-19 15,18-27 1,1-18-16,-1-1 16,-18 19-16,-20 18 15,-8 10 1,-1 9-16,1-1 16,-10 10-1,9 10-15,1 17 16,8 10-1,11 9-15,8 19 16,-9-19-16,1-9 16,-1-19-1,0-8-15,10-20 16,-1-17 0,1-29-16,0-36 15,-10-19 1,-19-9-16,1-46 15,-10 37-15,0 0 16,-10 27 0,1 28-16,9 28 15,0 19 1,0 8-16,0 10 16,0 9-16,0 0 15,0 28 1,9 55-16,1 55 15,18 28 1,0-27-16,10 8 16,-1-36-1,1-37-15,-10-28 16,10-9-16,-10-19 16,10-8-1,-1-20-15,10-17 16,0-19-1,0-37-15,0-19 16,-18 10-16,-11-10 16,-18 47-1,0 18-15,-9 9 16,0 10 0,-1 9-16,10 9 15,-9 18 1,9 19-16,19 18 15,18 19 1,20 0-16,-1-19 16,1-9-16,18-18 15,-19-19 1,-9-9-16,-9-18 16,-38 18-16</inkml:trace>
  <inkml:trace contextRef="#ctx0" brushRef="#br0" timeOffset="8783.07">28307 15524 0,'19'-9'0,"56"-37"15,123-83-15,27-37 16,-37 27-16</inkml:trace>
  <inkml:trace contextRef="#ctx0" brushRef="#br0" timeOffset="10569.82">30179 15663 0,'0'0'0,"0"0"16,0 0-16,0 0 15,19 0 1,9 0-16,10-19 15,9-18 1,9-27-16,1-19 16,-10 9-16,0 9 15,-10 19 1,1 9-16,-10 9 16,0 19-1,1 9-15,-1 9 16,-9 10-16,9-1 15,-9 1 1,-1-10-16,1 0 16,0-9-1,9-9-15,10-19 16,9-18 0,0 9-16,19-9 15,-19 9-15,0 10 16,-9 17-1,-10 10-15,0 0 16,0 19 0,0-1-16,-9 10 15,-9 0-15,-10-1 16,-10 1 0,10-28-16</inkml:trace>
  <inkml:trace contextRef="#ctx0" brushRef="#br0" timeOffset="10732.97">30461 14804 0,'0'0'16,"0"0"-16,28-9 15,66-28 1,-94 37-16</inkml:trace>
  <inkml:trace contextRef="#ctx0" brushRef="#br0" timeOffset="11599.98">32070 14057 0,'0'0'0,"0"-9"16,9-28-16,10-46 15,9-65 1,1-46-16,8-74 16,-9 10-1,10 9-15,-10-28 16,-9 65-16,0-19 15,18-9 1,-8 0-16,-1 0 16,0 0-1,-9 18-15,-10 10 16,1 46 0,-1 28-16,1 8 15,-10 38-15,0 37 16,0 9-1,0 18-15,0 9 16,0 10 0,0 9-16,-10 9 15,-18 28-15,-19 37 16,-10 18 0,-8 28-16,8 0 15,10-9 1,0-19-16,19-36 15,9-1-15,10-27 16,-1 0 0,10-19-16,0-9 15,0 0 1,10-9-16,18-10 16,19-27-1,9-28-15,10-9 16,9 0-16,-9 9 15,-9 19 1,-20 27-16,1 10 16,-10 8-1,0 1-15,10 9 16,9 19-16,-9-1 16,18 28-1,10 10-15,-66-56 16</inkml:trace>
  <inkml:trace contextRef="#ctx0" brushRef="#br0" timeOffset="14450.66">25757 1449 0,'0'0'0,"0"0"0,-9 0 15,-10 0 1,-18 9-16,-20 10 16,-9 8-1,-9 29-15,-19 18 16,-9 18-1,18-9-15,19 0 16,10 0-16,18-9 16,10 0-1,18-19-15,10 1 16,19-10 0,19 0-16,18-9 15,29-10-15,18-8 16,20-19-1,8-28-15,1-18 16,0-28 0,-1 0-16,-27 10 15,-19-1-15,-20 10 16,-18-10 0,-9 10-16,-10 18 15,-9 0 1,-9 9-16,-10 19 15,0 0 1,0 0-16,-10 9 16,-9 0-16,-18 18 15,-10 10 1,-10 18-16,10 0 16,0 9-1,10-8-15,8-10 16,10-1-1,19-8-15,0-19 16,10 1-16,9-10 16,18-10-1,1-8-15,9-10 16,-9-9 0,-1 0-16,-9 0 15,-9 10 1,0 8-16,-9 10 15,-1 0-15,0 0 16,1 9 0,-1 0-16,10 9 15,19 9 1,9 10-16,-10-10 16,20 10-16,-10 0 15,9-10 1,1-8-16,8-20 15,11-8 1,-1-10-16,0-18 16,-18 0-16,-20 9 15,-8 9 1,-1 1-16,-19-1 16,1 19-1,-10-1-15,0 1 16,-10 0-1,1 9-15,-10 0 16,-9 9 0,0 0-16,9 1 15,0-1-15,9 0 16,10-9 0,0 0-16,10 9 15,9 1 1,9 8-16,10 10 15,-10-1-15,0 1 16,0 9 0,-9 0-16,0 0 15,-10-9 1,1-10-16,-1 0 16,0-8-16,10-10 15,28-10 1,29-17-16,8-10 15,1-19 1,-10-17-16,0-1 16,-18 18-16,-19 10 15,-10 9 1,-9 10-16,-10 8 16,-9 10-1,-9 0-15,-1 9 16,1 0-1,-1 9-15,-8 9 16,8 10-16,1 0 16,18-1-1,10 1-15,28-9 16,19-10 0,66-37-16,-132 28 15</inkml:trace>
  <inkml:trace contextRef="#ctx0" brushRef="#br0" timeOffset="14916.67">28542 1283 0,'0'0'15,"19"0"1,28-9-16,19-10 16,0 10-16,-10 0 15,-18 9 1,-10 0 0,0 9-16,-9 0 15,-10 10-15,-9 8 16,-9 10-1,-10 9-15,-9 1 16,9-10 0,0-1-16,10-8 15,-1-9-15,10-1 16,19-9 0,28 10-16,19-10 15,38-9 1,18-9-16,-9-10 15,-19 1-15,-28 9 16,-10-10 0,-9 10-16,-47 9 15</inkml:trace>
  <inkml:trace contextRef="#ctx0" brushRef="#br0" timeOffset="15352.18">26040 2990 0,'28'-18'0,"75"-28"15,114-65-15,65-18 16,10 27-16,-20 19 16,29 0-1,1 19-15,-48 8 16,-10-8-1,-65 17-15,-19 1 16,-47 19 0,-47 8-16,-19 10 15,-19 9-15,-19 0 16,-9 0 0,-9 9-16,-48 19 15,-74 27 1,131-55-16</inkml:trace>
  <inkml:trace contextRef="#ctx0" brushRef="#br0" timeOffset="15588.23">26435 3184 0,'0'0'0,"0"0"16,0 0-16,37-18 16,86-38-1,65-27-15,75-46 16,1-9 0,9-1-16,9 10 15,-75 27-15</inkml:trace>
  <inkml:trace contextRef="#ctx0" brushRef="#br0" timeOffset="18696.05">26548 4319 0,'0'0'15,"0"0"-15,-10 0 16,-27 10 0,-1 8-16,-37 38 15,-19 27 1,0 9-16,0 28 15,18 0-15,10 0 16,29-28 0,9 10-16,9-10 15,19-9-15,19-28 16,18 1 0,29-10-16,28-9 15,10-19 1,27-8-16,1-29 15,9-18 1,-9-27-16,0-19 16,-38-1-16,-29 20 15,-17-19 1,-20-28-16,-19 0 16,-28-18-1,-18 0-15,-10 18 16,-10 28-1,1 18-15,-19 19 16,-20 19-16,-17 36 16,8 28-1,-9 18-15,19 28 16,9 9 0,29-8-16,9 17 15,28-27 1,29 0-16,27-19 15,48 0-15,65-18 16,48-37 0,47-27-16,-10-19 15,-10-1 1,-46-8-16,-28-10 16,-151 65-16</inkml:trace>
  <inkml:trace contextRef="#ctx0" brushRef="#br0" timeOffset="19033.14">28335 4015 0,'0'0'0,"-9"9"16,-20 10-16,-18 8 16,-18 19-1,-29 28-15,-10 28 16,10 18 0,28 0-16,19 9 15,9 19 1,48-1-16,37 29 15,38-29-15,56 1 16,28-28 0,0-37-16,38 28 15</inkml:trace>
  <inkml:trace contextRef="#ctx0" brushRef="#br0" timeOffset="19683.39">29436 4781 0,'0'0'16,"0"0"-16,0 0 16,0 0-1,0 0-15,0 0 16,0 0 0,-10 18-16,1 38 15,0 8-15,-1 1 16,1 27-1,-1-27-15,1-10 16,0-27 0,9-10-16,0-8 15,0-1-15,0-9 16,0-9 0,18-28-16,20-37 15,9-37 1,9-9-16,10 19 15,10 18 1,-1 18-16,-9 19 16,-10 18-1,-9 19-15,10 9 16,-10 18-16,0 19 16,-10 9-1,-8 19-15,-1 9 16,0-10-1,0-8-15,-9-19 16,9-10-16,0-8 16,19-19-1,48-37-15,-95 37 16</inkml:trace>
  <inkml:trace contextRef="#ctx0" brushRef="#br0" timeOffset="20933.47">31110 3886 0,'0'0'0,"0"0"0,0 0 16,0 27 0,0 38-16,-9 55 15,-1 55 1,1 10-16,0 18 15,9-46 1,0-9-16,0-38 16,9-27-16,10-27 15,0-29 1,9-8-16,10-10 16,9-18-1,28-37-15,0-10 16,0 1-16,1-19 15,-1 0 1,-19 19-16,-9 18 16,-9 9-1,-10 10-15,-9-1 16,-10 10 0,-9 9-16,0 0 15,0 9-15,0 10 16,0 9-1,10-1-15,-1 1 16,10 0 0,0-10-16,19 1 15,9-10-15,18-18 16,11-10 0,-10-9-16,-10 1 15,-18-1 1,-10 0-16,0 1 15,-9-1 1,-10 9-16,-9 1 16,-9 0-16,-10 8 15,0 1 1,-9 0-16,9 9 16,0 0-1,1 0-15,8 0 16,10 0-1,0 0-15,0 0 16,0 0-16,19 0 16,28 9-1,19 10-15,19 17 16,-1 20 0,-18 8-16,0 29 15,-28 27-15,-20-9 16,-18-10-1,-18 10-15,-1-10 16,-10-27 0,1-37-16,0-18 15,9-10-15,19-9 16</inkml:trace>
  <inkml:trace contextRef="#ctx0" brushRef="#br0" timeOffset="21450.42">32493 3886 0,'0'0'0,"10"-10"16,8 1-1,11 0-15,8 0 16,10 0-1,10 9-15,-10 9 16,-10 9 0,-8 1-16,-11-1 15,-8 10-15,-10 9 16,-10 0 0,-8 18-16,-1-9 15,0-9 1,10-9-16,9-10 15,9 1-15,19-1 16,29 1 0,18-10-16,19-28 15,38-8 1,-1-1-16,86-27 16</inkml:trace>
  <inkml:trace contextRef="#ctx0" brushRef="#br0" timeOffset="22100.15">33208 4929 0,'0'0'0,"0"0"16,0-10-16,0 1 15,0 9 1,0 0-16,0 0 16,0 0-16,0 9 15,0 28 1,0 9-16,-9 19 15,9-10 1,0-8-16,0-10 16,0-10-1,0-8-15,0-19 16,0 0 0,9-10-16,10-8 15,0-10-15,18-27 16,39-65-1,-20 37-15,-18 37 16,-10 18-16,-9 10 16,0 8-1,-1 20-15,11 26 16,-11 11 0,1 17-16,0 1 15,-10-1-15,10 47 16</inkml:trace>
  <inkml:trace contextRef="#ctx0" brushRef="#br0" timeOffset="22916.88">33462 3277 0,'0'0'0,"0"0"0,0 0 0,0 0 0,0 0 0,0 0 0,0 0 0,0 0 0,19 18 0,-19-18 0,0 0 0,28 37 16,-28-37-16,28 46 0,10 19 0,-38-65 0,38 55 0,-1 19 0,-8-10 0,-11 1 0,-18-65 0,19 55 0,0 29 0,0-1 16,0 9-16,-1-27 15,1 8 1,0 20-16,9 17 15,-28-110 1,0 167-16,0-66 16,0 1-16,0-1 15,0 10 1,0-10-16,-19 10 16,-9-9-1,0-19-15,0 9 16,9-46-1,-9 46-15,0-36 16,-1 18-16,1-19 16,-10 0-1,1 1-15,-20 8 16,-8-8 0,-1-1-16,9-9 15,-27 10-15,46-29 16,-19 1-1,-27 18-15,-10-9 16,9 0 0,10 0-16,9 0 15,66-37-15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06E5C-C02D-44E5-A7C0-6012164D4D1A}" type="datetimeFigureOut">
              <a:rPr lang="en-US" smtClean="0"/>
              <a:t>9/1/2023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34A864-C2A9-46C8-80F8-0B84CF701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83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F5CDB-647E-4E46-9300-CAF9221F6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5F475B-42C7-4939-B0C4-D4565C5F2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A7F2D-DE0B-4BB6-9601-A00E1FBA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C908B-A541-4746-99C2-928D114F3E1B}" type="datetime1">
              <a:rPr lang="en-US" smtClean="0"/>
              <a:t>9/1/2023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7BAFF-331D-4416-B6BB-13690E9B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12D0D-F775-465B-91A1-0A231D086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167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425BB-587C-4E59-95FC-521FDCFDB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B4EFA-89B6-4178-8294-DF2719CF7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64CA3-4821-4042-880C-83BBB69D4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D8FA9-C774-4770-BE7A-31576B3B466C}" type="datetime1">
              <a:rPr lang="en-US" smtClean="0"/>
              <a:t>9/1/2023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ADBF8-5837-4937-BC3C-0B86D0199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8F672-EE36-4A15-9A06-4CF18D96D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498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5AFA6-1E34-49FD-87E8-B2A1592D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68735-0B41-4F1E-B195-507F7D52E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3296C-7B8C-416B-A661-6280700FD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8FDB7-5CD7-4C06-9E1A-389CF2212380}" type="datetime1">
              <a:rPr lang="en-US" smtClean="0"/>
              <a:t>9/1/2023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E338A-866E-4284-86C1-7EB5426D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DE073-727A-4EBA-8C81-67F884753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655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7BC34-4826-4A15-AF71-69094ED5F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2C8D0-5996-4E45-964B-72DF57B16E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637E2-8719-4E01-994B-ECF6D828E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AD1012-C010-470D-AA7A-D40B3FF0A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F5332-679B-4409-842F-8A1E96BA68CE}" type="datetime1">
              <a:rPr lang="en-US" smtClean="0"/>
              <a:t>9/1/2023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62259-CA39-42B2-A159-7922AFF81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A7130-C23A-4074-B07D-1C30D5A5A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06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0DC77-8916-4DDC-9444-C56DFEE95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9B1A1-DD14-4846-B917-B79251C8F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8C89FD-3434-4A79-A0AB-80C0D0C25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3A8A6-0065-4012-945A-9CD5BC15AD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7A503-F409-43CD-A8A4-C447DDDDF2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CCD044-CE87-428D-B111-1EE9AAF3B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F7E7-981C-430D-AD8B-0F0D5E4E5CB3}" type="datetime1">
              <a:rPr lang="en-US" smtClean="0"/>
              <a:t>9/1/2023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7F110A-9CDF-43B0-9443-B95004504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A9312A-A123-4DC7-B316-7102D6058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62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083C-C29F-41C7-A0B5-38A0B7A7D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08258E-1402-4B01-A422-412915756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E18B8-20C8-47BF-AE80-43AFFE258E4D}" type="datetime1">
              <a:rPr lang="en-US" smtClean="0"/>
              <a:t>9/1/2023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12143D-498D-4D1F-8A11-F836697CA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7E9F5-4106-4844-B121-5551D57B8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42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DA3F8C-53A1-4A34-B49A-6BD27C797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A24C0-3D08-4E52-8524-EE5BCE8BCB17}" type="datetime1">
              <a:rPr lang="en-US" smtClean="0"/>
              <a:t>9/1/2023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90C029-2814-4EA0-ACFB-E1A2E8F93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8E949-96D2-4BED-B616-82DCD849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513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5EE95-98CA-4ED7-A248-8584E4D7D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5CBC3-6E1A-4724-B229-F45C3F20A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C446CB-BDDE-43DE-9D95-50544B99D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F5290-6B18-4273-B523-EA2D9E608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6453B-5F94-4AC8-BC74-300349275102}" type="datetime1">
              <a:rPr lang="en-US" smtClean="0"/>
              <a:t>9/1/2023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46DFEE-A45D-424E-98D1-96326B650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E48073-C635-49CE-817E-3929D012B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22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F80AE-8900-4F0A-B19A-74B5BE575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7F4F16-3DF5-466D-83ED-FF09585839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36F8E7-130F-463A-A67E-F187E05E9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0652C-346D-44A8-B3FB-974772486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0EF4A-A673-4BCB-B983-170B53ED53A2}" type="datetime1">
              <a:rPr lang="en-US" smtClean="0"/>
              <a:t>9/1/2023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016B5-425A-4309-B430-39BDBFF89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FE52C-804F-4946-8D6A-BBADACCB9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983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513F2-5012-4619-86C9-5FE58F7B8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EEDD46-1F57-4F31-BB0F-D913C4F758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71B62-1B45-4B7A-9C39-F7B9F2303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FC554-A785-4677-8EC8-D605260D7EE7}" type="datetime1">
              <a:rPr lang="en-US" smtClean="0"/>
              <a:t>9/1/2023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68C12-9CA1-4778-9A3C-D8597901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7F971-0E47-4FA3-9CB3-2FB59B876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65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9A28D3-6256-4331-BCD8-CC40A17ABE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D3A3A9-B1C4-48CA-B504-E43E2BC3B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F2B59-FC97-4F0A-A06C-DD9605720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A5672-D149-4601-AE59-EEE79C4840B1}" type="datetime1">
              <a:rPr lang="en-US" smtClean="0"/>
              <a:t>9/1/2023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D6ACB-823D-452B-A690-9DB749702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561FD-D8C8-4470-9B7E-D58A076AF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8667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D4874-5338-4A29-B254-9D201779A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84" y="100013"/>
            <a:ext cx="109728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64565-5E21-4229-8F34-03C6B883D43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67784" y="1214439"/>
            <a:ext cx="53848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BBE602-1499-4F88-96DB-C6EF439EB021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055784" y="1214438"/>
            <a:ext cx="5384800" cy="2462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FFD67D-3B11-4A9E-8DCC-506AA9954FC3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6055784" y="3829051"/>
            <a:ext cx="5384800" cy="2462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5DF3EF3-55AF-46AF-9C8B-F196181C3F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97625"/>
            <a:ext cx="2844800" cy="323850"/>
          </a:xfrm>
        </p:spPr>
        <p:txBody>
          <a:bodyPr/>
          <a:lstStyle>
            <a:lvl1pPr>
              <a:defRPr/>
            </a:lvl1pPr>
          </a:lstStyle>
          <a:p>
            <a:fld id="{655AF56A-B67F-4959-9894-F7B3732AEB53}" type="datetime1">
              <a:rPr lang="en-US" altLang="en-US" smtClean="0"/>
              <a:t>9/1/2023</a:t>
            </a:fld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7AAFDA-F6DA-4888-B855-8596DE7853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737600" y="6397625"/>
            <a:ext cx="2844800" cy="323850"/>
          </a:xfrm>
        </p:spPr>
        <p:txBody>
          <a:bodyPr/>
          <a:lstStyle>
            <a:lvl1pPr>
              <a:defRPr/>
            </a:lvl1pPr>
          </a:lstStyle>
          <a:p>
            <a:fld id="{3BE275AE-F6B7-40CA-AC6B-2DDEF7222B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62601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21A12-67B3-4957-89B8-E6182E895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84" y="100013"/>
            <a:ext cx="109728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2892D0-F2F8-42A7-AFF8-66CB5209BDF5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67784" y="1214439"/>
            <a:ext cx="53848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EC4CA3-8316-489C-9D71-12554C74E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5784" y="1214439"/>
            <a:ext cx="53848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5FBB9-73C9-46EB-B50C-631F9E6ED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97625"/>
            <a:ext cx="2844800" cy="323850"/>
          </a:xfrm>
        </p:spPr>
        <p:txBody>
          <a:bodyPr/>
          <a:lstStyle>
            <a:lvl1pPr>
              <a:defRPr/>
            </a:lvl1pPr>
          </a:lstStyle>
          <a:p>
            <a:fld id="{8477D2F1-780E-4F61-81D1-C568740B2F09}" type="datetime1">
              <a:rPr lang="en-US" altLang="en-US" smtClean="0"/>
              <a:t>9/1/2023</a:t>
            </a:fld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6883D-7CD0-433C-B02C-0A17DE5017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737600" y="6397625"/>
            <a:ext cx="2844800" cy="323850"/>
          </a:xfrm>
        </p:spPr>
        <p:txBody>
          <a:bodyPr/>
          <a:lstStyle>
            <a:lvl1pPr>
              <a:defRPr/>
            </a:lvl1pPr>
          </a:lstStyle>
          <a:p>
            <a:fld id="{683224FD-5D26-4D9C-BE8C-E602F20EAA0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71458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A9CE-C774-4A15-A246-9526F41F4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84" y="100013"/>
            <a:ext cx="109728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47F88-3BD3-481F-9822-4D5597CD4EA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67784" y="1214438"/>
            <a:ext cx="5384800" cy="2462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459BFB-8127-4DB2-9333-B843D0DDBAEB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055784" y="1214438"/>
            <a:ext cx="5384800" cy="2462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DB6894-2D40-4EBD-B646-E141446FA604}"/>
              </a:ext>
            </a:extLst>
          </p:cNvPr>
          <p:cNvSpPr>
            <a:spLocks noGrp="1"/>
          </p:cNvSpPr>
          <p:nvPr>
            <p:ph type="body" sz="half" idx="3"/>
          </p:nvPr>
        </p:nvSpPr>
        <p:spPr>
          <a:xfrm>
            <a:off x="467784" y="3829051"/>
            <a:ext cx="10972800" cy="2462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392142F-3260-4C18-871A-16D370B668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97625"/>
            <a:ext cx="2844800" cy="323850"/>
          </a:xfrm>
        </p:spPr>
        <p:txBody>
          <a:bodyPr/>
          <a:lstStyle>
            <a:lvl1pPr>
              <a:defRPr/>
            </a:lvl1pPr>
          </a:lstStyle>
          <a:p>
            <a:fld id="{512A59B9-A211-4050-8497-28DA98A2EAA6}" type="datetime1">
              <a:rPr lang="en-US" altLang="en-US" smtClean="0"/>
              <a:t>9/1/2023</a:t>
            </a:fld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3D9A9-130F-47CE-80CD-8450D7C0D0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737600" y="6397625"/>
            <a:ext cx="2844800" cy="323850"/>
          </a:xfrm>
        </p:spPr>
        <p:txBody>
          <a:bodyPr/>
          <a:lstStyle>
            <a:lvl1pPr>
              <a:defRPr/>
            </a:lvl1pPr>
          </a:lstStyle>
          <a:p>
            <a:fld id="{B815EF41-1D7B-45F2-A0FC-6BEF33CAF1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979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131E05-7B78-44E7-88FA-21F3B0293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681F6-EB01-4341-B81C-1D6D95E72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D1D8B-4BDC-471E-A2FB-8C6B03DD8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8792A-E8FF-4AE5-A604-A88B2C50D6D2}" type="datetime1">
              <a:rPr lang="en-US" smtClean="0"/>
              <a:t>9/1/2023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BD378-9E07-45C2-AE46-EB528FE672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0453B-A66F-4CDD-862B-207EC06E5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F9BAD-7003-4FDE-AAAD-7B71AB858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723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ustomXml" Target="../ink/ink2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customXml" Target="../ink/ink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customXml" Target="../ink/ink7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customXml" Target="../ink/ink9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customXml" Target="../ink/ink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customXml" Target="../ink/ink1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2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.xml"/><Relationship Id="rId5" Type="http://schemas.openxmlformats.org/officeDocument/2006/relationships/image" Target="../media/image51.png"/><Relationship Id="rId4" Type="http://schemas.openxmlformats.org/officeDocument/2006/relationships/customXml" Target="../ink/ink2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6.wmf"/><Relationship Id="rId4" Type="http://schemas.openxmlformats.org/officeDocument/2006/relationships/oleObject" Target="../embeddings/oleObject3.bin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8.wmf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1.wmf"/><Relationship Id="rId4" Type="http://schemas.openxmlformats.org/officeDocument/2006/relationships/oleObject" Target="../embeddings/oleObject6.bin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3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72.wmf"/><Relationship Id="rId4" Type="http://schemas.openxmlformats.org/officeDocument/2006/relationships/oleObject" Target="../embeddings/oleObject8.bin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6.emf"/><Relationship Id="rId4" Type="http://schemas.openxmlformats.org/officeDocument/2006/relationships/oleObject" Target="../embeddings/oleObject12.bin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7" Type="http://schemas.openxmlformats.org/officeDocument/2006/relationships/image" Target="../media/image79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78.emf"/><Relationship Id="rId4" Type="http://schemas.openxmlformats.org/officeDocument/2006/relationships/oleObject" Target="../embeddings/oleObject14.bin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80.emf"/><Relationship Id="rId7" Type="http://schemas.openxmlformats.org/officeDocument/2006/relationships/image" Target="../media/image82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81.emf"/><Relationship Id="rId10" Type="http://schemas.openxmlformats.org/officeDocument/2006/relationships/slide" Target="slide92.xml"/><Relationship Id="rId4" Type="http://schemas.openxmlformats.org/officeDocument/2006/relationships/oleObject" Target="../embeddings/oleObject17.bin"/><Relationship Id="rId9" Type="http://schemas.openxmlformats.org/officeDocument/2006/relationships/image" Target="../media/image83.emf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5.emf"/><Relationship Id="rId4" Type="http://schemas.openxmlformats.org/officeDocument/2006/relationships/oleObject" Target="../embeddings/oleObject21.bin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1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1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1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1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7" Type="http://schemas.openxmlformats.org/officeDocument/2006/relationships/image" Target="../media/image89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1.xml"/><Relationship Id="rId5" Type="http://schemas.openxmlformats.org/officeDocument/2006/relationships/image" Target="../media/image88.png"/><Relationship Id="rId4" Type="http://schemas.openxmlformats.org/officeDocument/2006/relationships/customXml" Target="../ink/ink30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4D06F-EBF3-4FEF-9B56-D17151DA72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Design and Analysis of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167835-0D7A-4EFA-89CE-F887FED32C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-Introduction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F7A12-3877-4BFF-B1DC-D14DA4FDA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878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F71C6-086D-4740-8CBA-E0E326EB3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40C1F-35F7-4DCF-A7FC-CB582E885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1DEB29-B6F6-4510-B048-EF2BDFB01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825624"/>
            <a:ext cx="9594698" cy="435133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D3FE4-2C63-4D34-80CD-8F8837193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04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80B8D-26AD-4D2C-8160-40182906A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Goals of Algorithm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6646A-6596-432C-A15A-8AAE1F5A4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sz="2800" dirty="0"/>
              <a:t>To develop framework for instructing computer to perform tasks</a:t>
            </a:r>
          </a:p>
          <a:p>
            <a:pPr algn="just"/>
            <a:endParaRPr lang="en-US" altLang="en-US" sz="2800" dirty="0"/>
          </a:p>
          <a:p>
            <a:pPr algn="just"/>
            <a:r>
              <a:rPr lang="en-US" altLang="en-US" sz="2800" dirty="0"/>
              <a:t>To introduce notion of algorithm as means of specifying how to solve a problem</a:t>
            </a:r>
          </a:p>
          <a:p>
            <a:pPr algn="just"/>
            <a:endParaRPr lang="en-US" altLang="en-US" sz="2800" dirty="0"/>
          </a:p>
          <a:p>
            <a:pPr algn="just"/>
            <a:r>
              <a:rPr lang="en-US" altLang="en-US" sz="2800" dirty="0"/>
              <a:t>To introduce and appreciate approaches for defining and solving very complex tasks in terms of simpler tasks;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4FA0E-1351-4886-9422-3569D3754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759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87485-3932-41F2-A3A1-BDC2243C0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Algorithm -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E0721-795B-4931-83C7-2238A34DB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An algorithm for solving a problem</a:t>
            </a:r>
          </a:p>
          <a:p>
            <a:pPr lvl="1" algn="just">
              <a:buFont typeface="Monotype Sorts" pitchFamily="2" charset="2"/>
              <a:buNone/>
            </a:pPr>
            <a:r>
              <a:rPr lang="en-US" altLang="en-US" dirty="0"/>
              <a:t>  “a </a:t>
            </a:r>
            <a:r>
              <a:rPr lang="en-US" altLang="en-US" i="1" dirty="0">
                <a:solidFill>
                  <a:srgbClr val="000099"/>
                </a:solidFill>
              </a:rPr>
              <a:t>finite</a:t>
            </a:r>
            <a:r>
              <a:rPr lang="en-US" altLang="en-US" dirty="0"/>
              <a:t> sequence of </a:t>
            </a:r>
            <a:r>
              <a:rPr lang="en-US" altLang="en-US" i="1" dirty="0">
                <a:solidFill>
                  <a:srgbClr val="000099"/>
                </a:solidFill>
              </a:rPr>
              <a:t>unambiguous</a:t>
            </a:r>
            <a:r>
              <a:rPr lang="en-US" altLang="en-US" dirty="0"/>
              <a:t>, </a:t>
            </a:r>
            <a:r>
              <a:rPr lang="en-US" altLang="en-US" i="1" dirty="0">
                <a:solidFill>
                  <a:srgbClr val="000099"/>
                </a:solidFill>
              </a:rPr>
              <a:t>executable</a:t>
            </a:r>
            <a:r>
              <a:rPr lang="en-US" altLang="en-US" dirty="0"/>
              <a:t> steps or instructions, which, if followed would ultimately </a:t>
            </a:r>
            <a:r>
              <a:rPr lang="en-US" altLang="en-US" i="1" dirty="0">
                <a:solidFill>
                  <a:srgbClr val="000099"/>
                </a:solidFill>
              </a:rPr>
              <a:t>terminate</a:t>
            </a:r>
            <a:r>
              <a:rPr lang="en-US" altLang="en-US" dirty="0"/>
              <a:t> and give the solution of the problem”.</a:t>
            </a:r>
          </a:p>
          <a:p>
            <a:pPr lvl="1" algn="just">
              <a:buFont typeface="Monotype Sorts" pitchFamily="2" charset="2"/>
              <a:buNone/>
            </a:pPr>
            <a:endParaRPr lang="en-US" altLang="en-US" dirty="0"/>
          </a:p>
          <a:p>
            <a:pPr algn="just"/>
            <a:r>
              <a:rPr lang="en-US" altLang="en-US" dirty="0"/>
              <a:t> Note the keywords:</a:t>
            </a:r>
          </a:p>
          <a:p>
            <a:pPr lvl="1" algn="just"/>
            <a:r>
              <a:rPr lang="en-US" altLang="en-US" dirty="0"/>
              <a:t>Finite set of steps;</a:t>
            </a:r>
          </a:p>
          <a:p>
            <a:pPr lvl="1" algn="just"/>
            <a:r>
              <a:rPr lang="en-US" altLang="en-US" dirty="0"/>
              <a:t>Unambiguous;</a:t>
            </a:r>
          </a:p>
          <a:p>
            <a:pPr lvl="1" algn="just"/>
            <a:r>
              <a:rPr lang="en-US" altLang="en-US" dirty="0"/>
              <a:t>Executable;</a:t>
            </a:r>
          </a:p>
          <a:p>
            <a:pPr lvl="1" algn="just"/>
            <a:r>
              <a:rPr lang="en-US" altLang="en-US" dirty="0"/>
              <a:t>Terminates;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A43E8-803F-4EAD-9332-C0DD2F5CC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94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85974-6688-4714-82DF-72D789714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Algorithm/Pseudocode – find the max in an array</a:t>
            </a:r>
          </a:p>
        </p:txBody>
      </p:sp>
      <p:sp>
        <p:nvSpPr>
          <p:cNvPr id="4" name="Text Box 9">
            <a:extLst>
              <a:ext uri="{FF2B5EF4-FFF2-40B4-BE49-F238E27FC236}">
                <a16:creationId xmlns:a16="http://schemas.microsoft.com/office/drawing/2014/main" id="{B30A6467-1284-489B-A0B1-736788EB3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450" y="1844675"/>
            <a:ext cx="7924800" cy="256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ja-JP" sz="1800" b="1" u="sng" dirty="0">
                <a:ea typeface="ＭＳ Ｐゴシック" panose="020B0600070205080204" pitchFamily="34" charset="-128"/>
              </a:rPr>
              <a:t>Algorithm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kumimoji="1" lang="en-US" altLang="ja-JP" sz="1800" dirty="0">
                <a:ea typeface="ＭＳ Ｐゴシック" panose="020B0600070205080204" pitchFamily="34" charset="-128"/>
              </a:rPr>
              <a:t>Set the temporary maximum equal to the first integer in the sequence.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kumimoji="1" lang="en-US" altLang="ja-JP" sz="1800" dirty="0">
                <a:ea typeface="ＭＳ Ｐゴシック" panose="020B0600070205080204" pitchFamily="34" charset="-128"/>
              </a:rPr>
              <a:t>Compare the next integer in the sequence to the temporary maximum, and set the larger one to be temporary maximum.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kumimoji="1" lang="en-US" altLang="ja-JP" sz="1800" dirty="0">
                <a:ea typeface="ＭＳ Ｐゴシック" panose="020B0600070205080204" pitchFamily="34" charset="-128"/>
              </a:rPr>
              <a:t>Repeat the previous step if there are more integers in the sequence.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kumimoji="1" lang="en-US" altLang="ja-JP" sz="1800" dirty="0">
                <a:ea typeface="ＭＳ Ｐゴシック" panose="020B0600070205080204" pitchFamily="34" charset="-128"/>
              </a:rPr>
              <a:t>Stop when there are no integers left in the sequence. The temporary maximum at this point is the maximum in the sequence.</a:t>
            </a:r>
          </a:p>
        </p:txBody>
      </p:sp>
      <p:graphicFrame>
        <p:nvGraphicFramePr>
          <p:cNvPr id="5" name="Object 10">
            <a:extLst>
              <a:ext uri="{FF2B5EF4-FFF2-40B4-BE49-F238E27FC236}">
                <a16:creationId xmlns:a16="http://schemas.microsoft.com/office/drawing/2014/main" id="{8A21BE69-3E1E-4E57-A844-1D4322E825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945950"/>
              </p:ext>
            </p:extLst>
          </p:nvPr>
        </p:nvGraphicFramePr>
        <p:xfrm>
          <a:off x="1314450" y="4568825"/>
          <a:ext cx="5638800" cy="219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974760" imgH="1549080" progId="Equation.3">
                  <p:embed/>
                </p:oleObj>
              </mc:Choice>
              <mc:Fallback>
                <p:oleObj name="Equation" r:id="rId3" imgW="3974760" imgH="1549080" progId="Equation.3">
                  <p:embed/>
                  <p:pic>
                    <p:nvPicPr>
                      <p:cNvPr id="54282" name="Object 10">
                        <a:extLst>
                          <a:ext uri="{FF2B5EF4-FFF2-40B4-BE49-F238E27FC236}">
                            <a16:creationId xmlns:a16="http://schemas.microsoft.com/office/drawing/2014/main" id="{89B02BF0-E3E8-46C5-87DC-B61F3D8D2C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4450" y="4568825"/>
                        <a:ext cx="5638800" cy="21971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2">
            <a:extLst>
              <a:ext uri="{FF2B5EF4-FFF2-40B4-BE49-F238E27FC236}">
                <a16:creationId xmlns:a16="http://schemas.microsoft.com/office/drawing/2014/main" id="{B35A726B-4C00-4B05-AC5B-949310F95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0025" y="4732389"/>
            <a:ext cx="2438400" cy="1220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ja-JP" sz="1800" dirty="0">
                <a:ea typeface="ＭＳ Ｐゴシック" panose="020B0600070205080204" pitchFamily="34" charset="-128"/>
              </a:rPr>
              <a:t>Instead of using a particular computer language, we use a form of pseudocode.</a:t>
            </a:r>
            <a:r>
              <a:rPr kumimoji="1" lang="en-US" altLang="ja-JP" dirty="0">
                <a:ea typeface="ＭＳ Ｐゴシック" panose="020B0600070205080204" pitchFamily="34" charset="-128"/>
              </a:rPr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2E32C-69C3-4852-9DC4-3F0BD9587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439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utoUpdateAnimBg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EB274-A0A8-40AE-845E-02C06D63D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Algorithm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32A72-4D8F-47D8-AAA8-7933B9465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Problem: What is the largest integer?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2000" dirty="0"/>
              <a:t>INPUT: All the integers { … -2, -1, 0, 1, 2, … }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2000" dirty="0"/>
              <a:t>OUTPUT: The largest integer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2000" dirty="0"/>
              <a:t> Algorithm:</a:t>
            </a:r>
          </a:p>
          <a:p>
            <a:pPr lvl="2"/>
            <a:r>
              <a:rPr lang="en-US" altLang="en-US" sz="1800" dirty="0"/>
              <a:t>Arrange all the integers in a list in decreasing order;</a:t>
            </a:r>
          </a:p>
          <a:p>
            <a:pPr lvl="2"/>
            <a:r>
              <a:rPr lang="en-US" altLang="en-US" sz="1800" dirty="0"/>
              <a:t>MAX = first number in the list;</a:t>
            </a:r>
          </a:p>
          <a:p>
            <a:pPr lvl="2"/>
            <a:r>
              <a:rPr lang="en-US" altLang="en-US" sz="1800" dirty="0"/>
              <a:t>Print out MAX;</a:t>
            </a:r>
          </a:p>
          <a:p>
            <a:pPr lvl="1"/>
            <a:r>
              <a:rPr lang="en-US" altLang="en-US" dirty="0"/>
              <a:t>WHY is the above NOT an Algorithm?</a:t>
            </a:r>
          </a:p>
          <a:p>
            <a:pPr lvl="2"/>
            <a:r>
              <a:rPr lang="en-US" altLang="en-US" dirty="0"/>
              <a:t>  (Hint: How many integers are there?)</a:t>
            </a:r>
          </a:p>
          <a:p>
            <a:endParaRPr lang="en-US" alt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3615A-D150-4102-9527-A3BE194E9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37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EEFAE-A633-448D-82CE-011A2465A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- </a:t>
            </a:r>
            <a:r>
              <a:rPr lang="en-US" b="1" dirty="0" err="1"/>
              <a:t>ArrayMax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5FE4D-D9C4-4684-9CF0-2DDA8B40C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B02E4A-3223-48CF-9D70-7BB6D9612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937" y="1938337"/>
            <a:ext cx="6273814" cy="387318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D480B-60F3-41C0-9E3C-3C6799448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249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782D6-3542-40B3-B311-BB465FF20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Characteristics of an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4030F-4F79-4998-B157-EE8B1D441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F8F48-5DA1-4565-8EDD-7B3B089CD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70" y="1931034"/>
            <a:ext cx="9620916" cy="382968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40AA5-74EE-48C9-B054-B4D9CBE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93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EF49C-9833-46C7-AD15-FDC9093BA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Fundamentals of Algorithmic Problem Solving</a:t>
            </a:r>
          </a:p>
        </p:txBody>
      </p:sp>
      <p:grpSp>
        <p:nvGrpSpPr>
          <p:cNvPr id="10" name="Group 14">
            <a:extLst>
              <a:ext uri="{FF2B5EF4-FFF2-40B4-BE49-F238E27FC236}">
                <a16:creationId xmlns:a16="http://schemas.microsoft.com/office/drawing/2014/main" id="{41B4612A-5DF6-4495-9405-12D5440894DD}"/>
              </a:ext>
            </a:extLst>
          </p:cNvPr>
          <p:cNvGrpSpPr>
            <a:grpSpLocks/>
          </p:cNvGrpSpPr>
          <p:nvPr/>
        </p:nvGrpSpPr>
        <p:grpSpPr bwMode="auto">
          <a:xfrm>
            <a:off x="2305049" y="1895475"/>
            <a:ext cx="6505575" cy="3867150"/>
            <a:chOff x="288" y="864"/>
            <a:chExt cx="3312" cy="1696"/>
          </a:xfrm>
        </p:grpSpPr>
        <p:sp>
          <p:nvSpPr>
            <p:cNvPr id="11" name="Text Box 5">
              <a:extLst>
                <a:ext uri="{FF2B5EF4-FFF2-40B4-BE49-F238E27FC236}">
                  <a16:creationId xmlns:a16="http://schemas.microsoft.com/office/drawing/2014/main" id="{56BB9DFA-21A0-4B2D-B6E1-664F1582B8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864"/>
              <a:ext cx="1920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dirty="0">
                  <a:ea typeface="SimHei" panose="02010609060101010101" pitchFamily="49" charset="-122"/>
                </a:rPr>
                <a:t>Understand the problem</a:t>
              </a:r>
            </a:p>
          </p:txBody>
        </p:sp>
        <p:sp>
          <p:nvSpPr>
            <p:cNvPr id="12" name="Text Box 6">
              <a:extLst>
                <a:ext uri="{FF2B5EF4-FFF2-40B4-BE49-F238E27FC236}">
                  <a16:creationId xmlns:a16="http://schemas.microsoft.com/office/drawing/2014/main" id="{E6A34BAD-432F-4FEE-9AB1-61D2CFC706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1344"/>
              <a:ext cx="321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ea typeface="SimHei" panose="02010609060101010101" pitchFamily="49" charset="-122"/>
                </a:rPr>
                <a:t>Design an algorithm and  proper data structures</a:t>
              </a:r>
            </a:p>
          </p:txBody>
        </p:sp>
        <p:sp>
          <p:nvSpPr>
            <p:cNvPr id="13" name="Text Box 7">
              <a:extLst>
                <a:ext uri="{FF2B5EF4-FFF2-40B4-BE49-F238E27FC236}">
                  <a16:creationId xmlns:a16="http://schemas.microsoft.com/office/drawing/2014/main" id="{F39935C3-178A-4C43-80FD-14C57501A7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776"/>
              <a:ext cx="1632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ea typeface="SimHei" panose="02010609060101010101" pitchFamily="49" charset="-122"/>
                </a:rPr>
                <a:t>Analyze the algorithm</a:t>
              </a:r>
            </a:p>
          </p:txBody>
        </p:sp>
        <p:sp>
          <p:nvSpPr>
            <p:cNvPr id="14" name="Text Box 8">
              <a:extLst>
                <a:ext uri="{FF2B5EF4-FFF2-40B4-BE49-F238E27FC236}">
                  <a16:creationId xmlns:a16="http://schemas.microsoft.com/office/drawing/2014/main" id="{D7545AD7-D895-481E-B377-1AD83CA92C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304"/>
              <a:ext cx="1536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>
                  <a:ea typeface="SimHei" panose="02010609060101010101" pitchFamily="49" charset="-122"/>
                </a:rPr>
                <a:t>Code the algorithm</a:t>
              </a:r>
            </a:p>
          </p:txBody>
        </p:sp>
        <p:sp>
          <p:nvSpPr>
            <p:cNvPr id="15" name="Line 9">
              <a:extLst>
                <a:ext uri="{FF2B5EF4-FFF2-40B4-BE49-F238E27FC236}">
                  <a16:creationId xmlns:a16="http://schemas.microsoft.com/office/drawing/2014/main" id="{F70DDCFE-DB00-476E-A9E8-B6F995901C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10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0">
              <a:extLst>
                <a:ext uri="{FF2B5EF4-FFF2-40B4-BE49-F238E27FC236}">
                  <a16:creationId xmlns:a16="http://schemas.microsoft.com/office/drawing/2014/main" id="{D72C9164-C07F-4C0C-9851-3E4C95720E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58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1">
              <a:extLst>
                <a:ext uri="{FF2B5EF4-FFF2-40B4-BE49-F238E27FC236}">
                  <a16:creationId xmlns:a16="http://schemas.microsoft.com/office/drawing/2014/main" id="{63D43860-A936-4A88-85B9-28E61C553F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01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5D88886E-B59C-4410-8909-573FF6098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" y="1200"/>
              <a:ext cx="2160" cy="720"/>
            </a:xfrm>
            <a:custGeom>
              <a:avLst/>
              <a:gdLst>
                <a:gd name="T0" fmla="*/ 816 w 2160"/>
                <a:gd name="T1" fmla="*/ 720 h 720"/>
                <a:gd name="T2" fmla="*/ 2160 w 2160"/>
                <a:gd name="T3" fmla="*/ 720 h 720"/>
                <a:gd name="T4" fmla="*/ 2160 w 2160"/>
                <a:gd name="T5" fmla="*/ 0 h 720"/>
                <a:gd name="T6" fmla="*/ 0 w 2160"/>
                <a:gd name="T7" fmla="*/ 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" h="720">
                  <a:moveTo>
                    <a:pt x="816" y="720"/>
                  </a:moveTo>
                  <a:lnTo>
                    <a:pt x="2160" y="720"/>
                  </a:lnTo>
                  <a:lnTo>
                    <a:pt x="2160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1F767FE-22A1-4F37-B9B1-6381B51E7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561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8688-2F9E-4BF6-A653-1F86DBEA4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Important Problem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08326-38D1-4DA9-8593-FE477A479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sz="2800" dirty="0">
                <a:latin typeface="Arial" panose="020B0604020202020204" pitchFamily="34" charset="0"/>
              </a:rPr>
              <a:t>Sorting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 Searching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 String processing (e.g. string matching)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 Graph problems (e.g. graph coloring problem)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 Combinatorial problems (e.g. maximizes a cost)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 Geometric problems (e.g. convex hull problem)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 Numerical problems (e.g. solving equations 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C3710-75D1-49ED-854D-B44FABF3A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291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45122-9D8C-42CB-BD9B-5B13BD6A1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Some Algorithm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E1005-1B39-4B1B-82E6-87501BE25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hi-IN" dirty="0"/>
              <a:t>Algorithm types include:</a:t>
            </a:r>
          </a:p>
          <a:p>
            <a:pPr lvl="1" eaLnBrk="1" hangingPunct="1"/>
            <a:r>
              <a:rPr lang="en-US" altLang="hi-IN" dirty="0"/>
              <a:t>Simple recursive algorithms</a:t>
            </a:r>
          </a:p>
          <a:p>
            <a:pPr lvl="1" eaLnBrk="1" hangingPunct="1"/>
            <a:r>
              <a:rPr lang="en-US" altLang="hi-IN" dirty="0"/>
              <a:t>Brute force algorithms</a:t>
            </a:r>
          </a:p>
          <a:p>
            <a:pPr lvl="1" eaLnBrk="1" hangingPunct="1"/>
            <a:r>
              <a:rPr lang="en-US" altLang="hi-IN" dirty="0"/>
              <a:t>Divide and conquer algorithms</a:t>
            </a:r>
          </a:p>
          <a:p>
            <a:pPr lvl="1" eaLnBrk="1" hangingPunct="1"/>
            <a:r>
              <a:rPr lang="en-US" altLang="hi-IN" dirty="0"/>
              <a:t>Greedy algorithms</a:t>
            </a:r>
          </a:p>
          <a:p>
            <a:pPr lvl="1" eaLnBrk="1" hangingPunct="1"/>
            <a:r>
              <a:rPr lang="en-US" altLang="hi-IN" dirty="0"/>
              <a:t>Dynamic programming algorithms</a:t>
            </a:r>
          </a:p>
          <a:p>
            <a:pPr lvl="1" eaLnBrk="1" hangingPunct="1"/>
            <a:r>
              <a:rPr lang="en-US" altLang="hi-IN" dirty="0"/>
              <a:t>Backtracking algorithms</a:t>
            </a:r>
          </a:p>
          <a:p>
            <a:pPr lvl="1" eaLnBrk="1" hangingPunct="1"/>
            <a:r>
              <a:rPr lang="en-US" altLang="hi-IN" dirty="0"/>
              <a:t>Branch and bound algorithms</a:t>
            </a:r>
          </a:p>
          <a:p>
            <a:pPr lvl="1" eaLnBrk="1" hangingPunct="1"/>
            <a:r>
              <a:rPr lang="en-US" altLang="hi-IN" dirty="0"/>
              <a:t>Randomized algorithms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EDB7F-AC66-496C-830F-7181F3FCF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163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AC412-1BE9-4990-A9DC-213940610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Algorithm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274D9-FB26-4E55-830F-339728E61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kumimoji="1" lang="en-US" altLang="ja-JP" sz="2800" b="1" u="sng" dirty="0">
                <a:ea typeface="ＭＳ Ｐゴシック" panose="020B0600070205080204" pitchFamily="34" charset="-128"/>
              </a:rPr>
              <a:t>Time complexity</a:t>
            </a:r>
            <a:r>
              <a:rPr kumimoji="1" lang="en-US" altLang="ja-JP" sz="2800" u="sng" dirty="0">
                <a:ea typeface="ＭＳ Ｐゴシック" panose="020B0600070205080204" pitchFamily="34" charset="-128"/>
              </a:rPr>
              <a:t>:</a:t>
            </a:r>
            <a:r>
              <a:rPr kumimoji="1" lang="en-US" altLang="ja-JP" sz="2800" dirty="0">
                <a:ea typeface="ＭＳ Ｐゴシック" panose="020B0600070205080204" pitchFamily="34" charset="-128"/>
              </a:rPr>
              <a:t> the time required to solve a problem of a specified size</a:t>
            </a:r>
          </a:p>
          <a:p>
            <a:pPr lvl="1"/>
            <a:r>
              <a:rPr kumimoji="1" lang="en-US" altLang="ja-JP" sz="2400" dirty="0">
                <a:ea typeface="ＭＳ Ｐゴシック" panose="020B0600070205080204" pitchFamily="34" charset="-128"/>
              </a:rPr>
              <a:t>The time complexity is expressed in terms of  the number of operations used by the algorithm.</a:t>
            </a:r>
            <a:endParaRPr kumimoji="1" lang="en-US" altLang="ja-JP" dirty="0">
              <a:ea typeface="ＭＳ Ｐゴシック" panose="020B0600070205080204" pitchFamily="34" charset="-128"/>
            </a:endParaRPr>
          </a:p>
          <a:p>
            <a:r>
              <a:rPr kumimoji="1" lang="en-US" altLang="ja-JP" sz="2800" b="1" u="sng" dirty="0">
                <a:ea typeface="ＭＳ Ｐゴシック" panose="020B0600070205080204" pitchFamily="34" charset="-128"/>
              </a:rPr>
              <a:t>Space complexity</a:t>
            </a:r>
            <a:r>
              <a:rPr kumimoji="1" lang="en-US" altLang="ja-JP" sz="2800" u="sng" dirty="0">
                <a:ea typeface="ＭＳ Ｐゴシック" panose="020B0600070205080204" pitchFamily="34" charset="-128"/>
              </a:rPr>
              <a:t>:</a:t>
            </a:r>
            <a:r>
              <a:rPr kumimoji="1" lang="en-US" altLang="ja-JP" sz="2800" dirty="0">
                <a:ea typeface="ＭＳ Ｐゴシック" panose="020B0600070205080204" pitchFamily="34" charset="-128"/>
              </a:rPr>
              <a:t> the computer memory required to solve a problem  of  a specified size.</a:t>
            </a:r>
          </a:p>
          <a:p>
            <a:r>
              <a:rPr kumimoji="1" lang="en-US" altLang="ja-JP" sz="2800" b="1" dirty="0">
                <a:ea typeface="ＭＳ Ｐゴシック" panose="020B0600070205080204" pitchFamily="34" charset="-128"/>
              </a:rPr>
              <a:t>Analysis Types</a:t>
            </a:r>
          </a:p>
          <a:p>
            <a:pPr lvl="1"/>
            <a:r>
              <a:rPr kumimoji="1" lang="en-US" altLang="ja-JP" b="1" u="sng" dirty="0">
                <a:ea typeface="ＭＳ Ｐゴシック" panose="020B0600070205080204" pitchFamily="34" charset="-128"/>
              </a:rPr>
              <a:t>Worst case analysis</a:t>
            </a:r>
            <a:r>
              <a:rPr kumimoji="1" lang="en-US" altLang="ja-JP" dirty="0">
                <a:ea typeface="ＭＳ Ｐゴシック" panose="020B0600070205080204" pitchFamily="34" charset="-128"/>
              </a:rPr>
              <a:t>: the largest number of operations needed to solve the given problem using this algorithm.</a:t>
            </a:r>
          </a:p>
          <a:p>
            <a:pPr lvl="1"/>
            <a:r>
              <a:rPr kumimoji="1" lang="en-US" altLang="ja-JP" b="1" u="sng" dirty="0">
                <a:ea typeface="ＭＳ Ｐゴシック" panose="020B0600070205080204" pitchFamily="34" charset="-128"/>
              </a:rPr>
              <a:t>Average case analysis</a:t>
            </a:r>
            <a:r>
              <a:rPr kumimoji="1" lang="en-US" altLang="ja-JP" dirty="0">
                <a:ea typeface="ＭＳ Ｐゴシック" panose="020B0600070205080204" pitchFamily="34" charset="-128"/>
              </a:rPr>
              <a:t>: the average number of operations used to solve the problem over all inputs.</a:t>
            </a:r>
          </a:p>
          <a:p>
            <a:pPr lvl="1"/>
            <a:r>
              <a:rPr kumimoji="1" lang="en-US" altLang="ja-JP" b="1" u="sng" dirty="0">
                <a:ea typeface="ＭＳ Ｐゴシック" panose="020B0600070205080204" pitchFamily="34" charset="-128"/>
              </a:rPr>
              <a:t>Best case analysis</a:t>
            </a:r>
            <a:r>
              <a:rPr kumimoji="1" lang="en-US" altLang="ja-JP" dirty="0">
                <a:ea typeface="ＭＳ Ｐゴシック" panose="020B0600070205080204" pitchFamily="34" charset="-128"/>
              </a:rPr>
              <a:t>: the minimum number of operations used to solve the problem over all inputs.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CAFB6-8F87-4002-95C1-D7F29026A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488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335EE-EE33-4386-8BDF-16E5D3BDC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Fundamentals of the Analysis of the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0447E-8CC1-405B-9372-C111E0ACC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639425" cy="4700587"/>
          </a:xfrm>
        </p:spPr>
        <p:txBody>
          <a:bodyPr>
            <a:normAutofit lnSpcReduction="10000"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u="sng" dirty="0"/>
              <a:t>Implementation and Empirical Analysis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</a:rPr>
              <a:t>Challenge in empirical analysis:</a:t>
            </a:r>
          </a:p>
          <a:p>
            <a:pPr lvl="1">
              <a:spcBef>
                <a:spcPct val="50000"/>
              </a:spcBef>
              <a:buFontTx/>
              <a:buChar char="•"/>
            </a:pPr>
            <a:r>
              <a:rPr lang="en-US" altLang="en-US" dirty="0"/>
              <a:t>Develop a correct and complete implementation.</a:t>
            </a:r>
          </a:p>
          <a:p>
            <a:pPr lvl="1">
              <a:spcBef>
                <a:spcPct val="50000"/>
              </a:spcBef>
              <a:buFontTx/>
              <a:buChar char="•"/>
            </a:pPr>
            <a:r>
              <a:rPr lang="en-US" altLang="en-US" dirty="0"/>
              <a:t>Determine the nature of the input data and other factors    influencing on the experiment. Typically, There are three choices: actual data, random data, or perverse data. </a:t>
            </a:r>
          </a:p>
          <a:p>
            <a:pPr lvl="1">
              <a:spcBef>
                <a:spcPct val="50000"/>
              </a:spcBef>
              <a:buFontTx/>
              <a:buChar char="•"/>
            </a:pPr>
            <a:r>
              <a:rPr lang="en-US" altLang="en-US" dirty="0"/>
              <a:t>Compare implementations independent to programmers, machines, compilers, or other related systems. </a:t>
            </a:r>
          </a:p>
          <a:p>
            <a:pPr lvl="1">
              <a:spcBef>
                <a:spcPct val="50000"/>
              </a:spcBef>
              <a:buFontTx/>
              <a:buChar char="•"/>
            </a:pPr>
            <a:r>
              <a:rPr lang="en-US" altLang="en-US" dirty="0"/>
              <a:t>Consider performance characteristics of algorithms, especially for those whose running time is big.</a:t>
            </a:r>
          </a:p>
          <a:p>
            <a:pPr algn="just">
              <a:spcBef>
                <a:spcPct val="50000"/>
              </a:spcBef>
              <a:buFontTx/>
              <a:buChar char="•"/>
            </a:pPr>
            <a:r>
              <a:rPr lang="en-US" altLang="en-US" sz="2800" dirty="0">
                <a:solidFill>
                  <a:srgbClr val="FF0000"/>
                </a:solidFill>
              </a:rPr>
              <a:t>Can we analyze algorithms that haven’t run yet? </a:t>
            </a:r>
          </a:p>
          <a:p>
            <a:pPr marL="0" indent="0" eaLnBrk="1" hangingPunct="1">
              <a:spcBef>
                <a:spcPct val="50000"/>
              </a:spcBef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AE49B-7487-4C0F-90AF-1C1D7EAA6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77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F0190-7A6C-4649-99DF-6F12CDF2E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Empirical Algorithm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AC40F-2C67-40B6-BFD9-BB08A2A57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8705" y="1825625"/>
            <a:ext cx="4595046" cy="4003675"/>
          </a:xfrm>
        </p:spPr>
        <p:txBody>
          <a:bodyPr>
            <a:normAutofit/>
          </a:bodyPr>
          <a:lstStyle/>
          <a:p>
            <a:pPr algn="just"/>
            <a:r>
              <a:rPr lang="en-US" b="0" i="0" u="none" strike="noStrike" baseline="0" dirty="0">
                <a:solidFill>
                  <a:srgbClr val="231F20"/>
                </a:solidFill>
                <a:latin typeface="NimbusRomNo9L-Regu"/>
              </a:rPr>
              <a:t>Results of an experimental study on the running time of an algorithm.</a:t>
            </a:r>
          </a:p>
          <a:p>
            <a:pPr algn="just"/>
            <a:r>
              <a:rPr lang="en-US" b="0" i="0" u="none" strike="noStrike" baseline="0" dirty="0">
                <a:solidFill>
                  <a:srgbClr val="231F20"/>
                </a:solidFill>
                <a:latin typeface="NimbusRomNo9L-Regu"/>
              </a:rPr>
              <a:t>A dot with coordinates </a:t>
            </a:r>
            <a:r>
              <a:rPr lang="en-US" b="0" i="0" u="none" strike="noStrike" baseline="0" dirty="0">
                <a:solidFill>
                  <a:srgbClr val="231F20"/>
                </a:solidFill>
                <a:latin typeface="CMR10"/>
              </a:rPr>
              <a:t>(</a:t>
            </a:r>
            <a:r>
              <a:rPr lang="en-US" b="0" i="1" u="none" strike="noStrike" baseline="0" dirty="0">
                <a:solidFill>
                  <a:srgbClr val="231F20"/>
                </a:solidFill>
                <a:latin typeface="CMMI10"/>
              </a:rPr>
              <a:t>n, t</a:t>
            </a:r>
            <a:r>
              <a:rPr lang="en-US" b="0" i="0" u="none" strike="noStrike" baseline="0" dirty="0">
                <a:solidFill>
                  <a:srgbClr val="231F20"/>
                </a:solidFill>
                <a:latin typeface="CMR10"/>
              </a:rPr>
              <a:t>) </a:t>
            </a:r>
            <a:r>
              <a:rPr lang="en-US" b="0" i="0" u="none" strike="noStrike" baseline="0" dirty="0">
                <a:solidFill>
                  <a:srgbClr val="231F20"/>
                </a:solidFill>
                <a:latin typeface="NimbusRomNo9L-Regu"/>
              </a:rPr>
              <a:t>indicates that on an input of size </a:t>
            </a:r>
            <a:r>
              <a:rPr lang="en-US" b="0" i="1" u="none" strike="noStrike" baseline="0" dirty="0">
                <a:solidFill>
                  <a:srgbClr val="231F20"/>
                </a:solidFill>
                <a:latin typeface="CMMI10"/>
              </a:rPr>
              <a:t>n</a:t>
            </a:r>
            <a:r>
              <a:rPr lang="en-US" b="0" i="0" u="none" strike="noStrike" baseline="0" dirty="0">
                <a:solidFill>
                  <a:srgbClr val="231F20"/>
                </a:solidFill>
                <a:latin typeface="NimbusRomNo9L-Regu"/>
              </a:rPr>
              <a:t>, the running time of the algorithm is </a:t>
            </a:r>
            <a:r>
              <a:rPr lang="en-US" b="0" i="1" u="none" strike="noStrike" baseline="0" dirty="0">
                <a:solidFill>
                  <a:srgbClr val="231F20"/>
                </a:solidFill>
                <a:latin typeface="CMMI10"/>
              </a:rPr>
              <a:t>t </a:t>
            </a:r>
            <a:r>
              <a:rPr lang="en-US" b="0" i="0" u="none" strike="noStrike" baseline="0" dirty="0">
                <a:solidFill>
                  <a:srgbClr val="231F20"/>
                </a:solidFill>
                <a:latin typeface="NimbusRomNo9L-Regu"/>
              </a:rPr>
              <a:t>milliseconds (</a:t>
            </a:r>
            <a:r>
              <a:rPr lang="en-US" b="0" i="0" u="none" strike="noStrike" baseline="0" dirty="0" err="1">
                <a:solidFill>
                  <a:srgbClr val="231F20"/>
                </a:solidFill>
                <a:latin typeface="NimbusRomNo9L-Regu"/>
              </a:rPr>
              <a:t>ms</a:t>
            </a:r>
            <a:r>
              <a:rPr lang="en-US" b="0" i="0" u="none" strike="noStrike" baseline="0" dirty="0">
                <a:solidFill>
                  <a:srgbClr val="231F20"/>
                </a:solidFill>
                <a:latin typeface="NimbusRomNo9L-Regu"/>
              </a:rPr>
              <a:t>).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A5D94C-7DF0-4CC1-8D20-0CFE322B2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984" y="2070904"/>
            <a:ext cx="4995095" cy="409507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1456D-D989-46F1-983B-9B96BC26B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659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4D9F8-85F2-463C-A7DA-4DAA54FCF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Random Access Machine Model (RAM)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7A35E-5B72-45C8-883B-190D0DF55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b="0" i="0" u="none" strike="noStrike" baseline="0" dirty="0">
                <a:solidFill>
                  <a:srgbClr val="231F20"/>
                </a:solidFill>
                <a:latin typeface="Calibri  "/>
              </a:rPr>
              <a:t>Experimental analysis is valuable, but it has its limitations</a:t>
            </a:r>
          </a:p>
          <a:p>
            <a:pPr algn="just"/>
            <a:r>
              <a:rPr lang="en-US" dirty="0">
                <a:solidFill>
                  <a:srgbClr val="231F20"/>
                </a:solidFill>
                <a:latin typeface="Calibri  "/>
              </a:rPr>
              <a:t>To analyze a particular algorithm without performing experiments on its running time, we can use RAM model</a:t>
            </a:r>
          </a:p>
          <a:p>
            <a:pPr algn="just"/>
            <a:r>
              <a:rPr lang="en-US" dirty="0">
                <a:solidFill>
                  <a:srgbClr val="231F20"/>
                </a:solidFill>
                <a:latin typeface="Calibri  "/>
              </a:rPr>
              <a:t>A set of high-level primitive operations that are largely independent from the programming language used can be identified and analyzed</a:t>
            </a:r>
          </a:p>
          <a:p>
            <a:pPr algn="just"/>
            <a:r>
              <a:rPr lang="en-US" dirty="0">
                <a:solidFill>
                  <a:srgbClr val="231F20"/>
                </a:solidFill>
                <a:latin typeface="Calibri  "/>
              </a:rPr>
              <a:t>Primitive operations include the following:</a:t>
            </a:r>
          </a:p>
          <a:p>
            <a:pPr lvl="1" algn="just"/>
            <a:r>
              <a:rPr lang="en-US" dirty="0">
                <a:solidFill>
                  <a:srgbClr val="231F20"/>
                </a:solidFill>
                <a:latin typeface="Calibri  "/>
              </a:rPr>
              <a:t>Assigning a value to a variable</a:t>
            </a:r>
          </a:p>
          <a:p>
            <a:pPr lvl="1" algn="just"/>
            <a:r>
              <a:rPr lang="en-US" dirty="0">
                <a:solidFill>
                  <a:srgbClr val="231F20"/>
                </a:solidFill>
                <a:latin typeface="Calibri  "/>
              </a:rPr>
              <a:t>Calling a method</a:t>
            </a:r>
          </a:p>
          <a:p>
            <a:pPr lvl="1" algn="just"/>
            <a:r>
              <a:rPr lang="en-US" dirty="0">
                <a:solidFill>
                  <a:srgbClr val="231F20"/>
                </a:solidFill>
                <a:latin typeface="Calibri  "/>
              </a:rPr>
              <a:t>Performing an arithmetic operation (for example, adding two numbers)</a:t>
            </a:r>
          </a:p>
          <a:p>
            <a:pPr lvl="1" algn="just"/>
            <a:r>
              <a:rPr lang="en-US" dirty="0">
                <a:solidFill>
                  <a:srgbClr val="231F20"/>
                </a:solidFill>
                <a:latin typeface="Calibri  "/>
              </a:rPr>
              <a:t>Comparing two numbers</a:t>
            </a:r>
          </a:p>
          <a:p>
            <a:pPr lvl="1" algn="just"/>
            <a:r>
              <a:rPr lang="en-US" dirty="0">
                <a:solidFill>
                  <a:srgbClr val="231F20"/>
                </a:solidFill>
                <a:latin typeface="Calibri  "/>
              </a:rPr>
              <a:t>Indexing into an array</a:t>
            </a:r>
          </a:p>
          <a:p>
            <a:pPr lvl="1" algn="just"/>
            <a:r>
              <a:rPr lang="en-US" dirty="0">
                <a:solidFill>
                  <a:srgbClr val="231F20"/>
                </a:solidFill>
                <a:latin typeface="Calibri  "/>
              </a:rPr>
              <a:t>Following an object reference</a:t>
            </a:r>
          </a:p>
          <a:p>
            <a:pPr lvl="1" algn="just"/>
            <a:r>
              <a:rPr lang="en-US" dirty="0">
                <a:solidFill>
                  <a:srgbClr val="231F20"/>
                </a:solidFill>
                <a:latin typeface="Calibri  "/>
              </a:rPr>
              <a:t>Returning from a method.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A1DBB-4BE9-4750-A84E-550CBE7E5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486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EEFAE-A633-448D-82CE-011A2465A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- </a:t>
            </a:r>
            <a:r>
              <a:rPr lang="en-US" b="1" dirty="0" err="1"/>
              <a:t>ArrayMax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5FE4D-D9C4-4684-9CF0-2DDA8B40C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B02E4A-3223-48CF-9D70-7BB6D9612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937" y="1945004"/>
            <a:ext cx="6273814" cy="38731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605E4-88DF-4724-8E01-07909ECFA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4F66DF-A624-4497-BA01-85E0401FD1BA}"/>
              </a:ext>
            </a:extLst>
          </p:cNvPr>
          <p:cNvSpPr txBox="1"/>
          <p:nvPr/>
        </p:nvSpPr>
        <p:spPr>
          <a:xfrm>
            <a:off x="5295900" y="34290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1+1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2E3A8F-1036-4A7B-A32C-1B892425EF99}"/>
              </a:ext>
            </a:extLst>
          </p:cNvPr>
          <p:cNvSpPr txBox="1"/>
          <p:nvPr/>
        </p:nvSpPr>
        <p:spPr>
          <a:xfrm>
            <a:off x="6172200" y="3881596"/>
            <a:ext cx="45053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1 (</a:t>
            </a:r>
            <a:r>
              <a:rPr lang="en-US" dirty="0" err="1">
                <a:highlight>
                  <a:srgbClr val="FFFF00"/>
                </a:highlight>
              </a:rPr>
              <a:t>init</a:t>
            </a:r>
            <a:r>
              <a:rPr lang="en-US" dirty="0">
                <a:highlight>
                  <a:srgbClr val="FFFF00"/>
                </a:highlight>
              </a:rPr>
              <a:t>)+  [1(</a:t>
            </a:r>
            <a:r>
              <a:rPr lang="en-US" dirty="0" err="1">
                <a:highlight>
                  <a:srgbClr val="FFFF00"/>
                </a:highlight>
              </a:rPr>
              <a:t>cond</a:t>
            </a:r>
            <a:r>
              <a:rPr lang="en-US" dirty="0">
                <a:highlight>
                  <a:srgbClr val="FFFF00"/>
                </a:highlight>
              </a:rPr>
              <a:t>)+ 1(if-check)+1(array)+1(array)+1(assign)+2 (</a:t>
            </a:r>
            <a:r>
              <a:rPr lang="en-US" dirty="0" err="1">
                <a:highlight>
                  <a:srgbClr val="FFFF00"/>
                </a:highlight>
              </a:rPr>
              <a:t>incr+assign</a:t>
            </a:r>
            <a:r>
              <a:rPr lang="en-US" dirty="0">
                <a:highlight>
                  <a:srgbClr val="FFFF00"/>
                </a:highlight>
              </a:rPr>
              <a:t>)] (n-1) + 1(false </a:t>
            </a:r>
            <a:r>
              <a:rPr lang="en-US" dirty="0" err="1">
                <a:highlight>
                  <a:srgbClr val="FFFF00"/>
                </a:highlight>
              </a:rPr>
              <a:t>cond</a:t>
            </a:r>
            <a:r>
              <a:rPr lang="en-US" dirty="0">
                <a:highlight>
                  <a:srgbClr val="FFFF00"/>
                </a:highlight>
              </a:rPr>
              <a:t>) + 1(return)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F98D92-0B2C-4EC3-9B9E-369738DFDD17}"/>
              </a:ext>
            </a:extLst>
          </p:cNvPr>
          <p:cNvSpPr txBox="1"/>
          <p:nvPr/>
        </p:nvSpPr>
        <p:spPr>
          <a:xfrm>
            <a:off x="6524624" y="5286374"/>
            <a:ext cx="45053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T(n)=7(n-1)+5 = 7n-2 =&gt; worst case</a:t>
            </a:r>
          </a:p>
          <a:p>
            <a:r>
              <a:rPr lang="en-US" sz="2400" dirty="0">
                <a:highlight>
                  <a:srgbClr val="FFFF00"/>
                </a:highlight>
              </a:rPr>
              <a:t>T(n)=5n =&gt; best case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B21951-D521-4F0F-9DF3-876E5DE59F55}"/>
              </a:ext>
            </a:extLst>
          </p:cNvPr>
          <p:cNvSpPr txBox="1"/>
          <p:nvPr/>
        </p:nvSpPr>
        <p:spPr>
          <a:xfrm>
            <a:off x="3744685" y="5678486"/>
            <a:ext cx="2536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This is called recurrence equation</a:t>
            </a:r>
          </a:p>
        </p:txBody>
      </p:sp>
    </p:spTree>
    <p:extLst>
      <p:ext uri="{BB962C8B-B14F-4D97-AF65-F5344CB8AC3E}">
        <p14:creationId xmlns:p14="http://schemas.microsoft.com/office/powerpoint/2010/main" val="1971574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4AC72-0A01-4855-80E3-365A02D5D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Best case and Worst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713E5-8C3F-4616-A469-055C858A9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5D225F-393A-4069-80F5-CBCC5B4C3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1652588"/>
            <a:ext cx="7648575" cy="452437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09335-E0F0-4CDB-B15D-6A04F8A27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02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1DE69-16E2-4DA1-9D6A-F44BAE884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Analyzing Recursive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5C9D5-63A1-446A-A09D-63376B36C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C0FA84-F36D-475A-B5FF-5182267B3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912" y="1999457"/>
            <a:ext cx="7983380" cy="28448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5ABA6-0502-4DB8-8CA6-AD0438024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18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CEC0B1-1F86-46A6-A880-B6C5E8E8E190}"/>
              </a:ext>
            </a:extLst>
          </p:cNvPr>
          <p:cNvSpPr txBox="1"/>
          <p:nvPr/>
        </p:nvSpPr>
        <p:spPr>
          <a:xfrm>
            <a:off x="4474029" y="3526971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91A036-C97B-4A03-9834-9D863F289CCA}"/>
              </a:ext>
            </a:extLst>
          </p:cNvPr>
          <p:cNvSpPr txBox="1"/>
          <p:nvPr/>
        </p:nvSpPr>
        <p:spPr>
          <a:xfrm>
            <a:off x="4495801" y="3918074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1 + 1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DB17F7-7842-452F-BAE7-8BB554AFE76A}"/>
              </a:ext>
            </a:extLst>
          </p:cNvPr>
          <p:cNvSpPr txBox="1"/>
          <p:nvPr/>
        </p:nvSpPr>
        <p:spPr>
          <a:xfrm>
            <a:off x="6955972" y="4832249"/>
            <a:ext cx="1872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1+1+1+1+1+1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550509-FE0E-4D4B-80A4-791327CBFE6D}"/>
                  </a:ext>
                </a:extLst>
              </p:cNvPr>
              <p:cNvSpPr txBox="1"/>
              <p:nvPr/>
            </p:nvSpPr>
            <p:spPr>
              <a:xfrm>
                <a:off x="4005942" y="5495829"/>
                <a:ext cx="4376057" cy="710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  <m:d>
                                  <m:d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d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𝒆𝒍𝒔𝒆𝒘𝒉𝒆𝒓𝒆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550509-FE0E-4D4B-80A4-791327CBF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5942" y="5495829"/>
                <a:ext cx="4376057" cy="7101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DD46E13-C784-4FE1-9CF0-151E30FE4908}"/>
              </a:ext>
            </a:extLst>
          </p:cNvPr>
          <p:cNvSpPr txBox="1"/>
          <p:nvPr/>
        </p:nvSpPr>
        <p:spPr>
          <a:xfrm>
            <a:off x="8490857" y="5559692"/>
            <a:ext cx="2536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This is called recurrence relation</a:t>
            </a:r>
          </a:p>
        </p:txBody>
      </p:sp>
    </p:spTree>
    <p:extLst>
      <p:ext uri="{BB962C8B-B14F-4D97-AF65-F5344CB8AC3E}">
        <p14:creationId xmlns:p14="http://schemas.microsoft.com/office/powerpoint/2010/main" val="1522123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0C2F9-CF09-4307-B259-37084321A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Try Yourself!!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317AB-9B11-4C11-A114-2A303D770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Pseudocode to find the sum of first N natural numbers. Using the RAM model, find the recurrence equation</a:t>
            </a:r>
          </a:p>
          <a:p>
            <a:r>
              <a:rPr lang="en-US" dirty="0"/>
              <a:t>Write a Pseudocode/Algorithm to find the factorial of a given number. </a:t>
            </a:r>
          </a:p>
          <a:p>
            <a:r>
              <a:rPr lang="en-US" dirty="0"/>
              <a:t>For the above examples, try the recursive procedure too..</a:t>
            </a:r>
          </a:p>
          <a:p>
            <a:endParaRPr lang="en-US" dirty="0"/>
          </a:p>
          <a:p>
            <a:r>
              <a:rPr lang="en-US" dirty="0"/>
              <a:t>Try to find the above examples for varying ‘n’s values and plot it using python plot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DF92B-311F-4497-8EB4-9E11054A1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7811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1163A-F383-4F68-9C7B-88308BB69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– factorial of a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439EC-8B25-4205-8D12-86D105BF1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19"/>
            <a:ext cx="10515600" cy="387064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/>
              <a:t>Fact(n)</a:t>
            </a:r>
          </a:p>
          <a:p>
            <a:pPr marL="0" indent="0">
              <a:buNone/>
            </a:pPr>
            <a:r>
              <a:rPr lang="en-US" sz="2000" dirty="0"/>
              <a:t>Begin</a:t>
            </a:r>
          </a:p>
          <a:p>
            <a:pPr marL="0" indent="0">
              <a:buNone/>
            </a:pPr>
            <a:r>
              <a:rPr lang="en-US" sz="2000" dirty="0"/>
              <a:t>  if n==0 or 1 then</a:t>
            </a:r>
          </a:p>
          <a:p>
            <a:pPr marL="0" indent="0">
              <a:buNone/>
            </a:pPr>
            <a:r>
              <a:rPr lang="en-US" sz="2000" dirty="0"/>
              <a:t>     return 1</a:t>
            </a:r>
          </a:p>
          <a:p>
            <a:pPr marL="0" indent="0">
              <a:buNone/>
            </a:pPr>
            <a:r>
              <a:rPr lang="en-US" sz="2000" dirty="0"/>
              <a:t>   else</a:t>
            </a:r>
          </a:p>
          <a:p>
            <a:pPr marL="0" indent="0">
              <a:buNone/>
            </a:pPr>
            <a:r>
              <a:rPr lang="en-US" sz="2000" dirty="0"/>
              <a:t>      f=1</a:t>
            </a:r>
          </a:p>
          <a:p>
            <a:pPr marL="0" indent="0">
              <a:buNone/>
            </a:pPr>
            <a:r>
              <a:rPr lang="en-US" sz="2000" dirty="0"/>
              <a:t>      for </a:t>
            </a:r>
            <a:r>
              <a:rPr lang="en-US" sz="2000" dirty="0" err="1"/>
              <a:t>i</a:t>
            </a:r>
            <a:r>
              <a:rPr lang="en-US" sz="2000" dirty="0"/>
              <a:t> in 2 to n do</a:t>
            </a:r>
          </a:p>
          <a:p>
            <a:pPr marL="0" indent="0">
              <a:buNone/>
            </a:pPr>
            <a:r>
              <a:rPr lang="en-US" sz="2000" dirty="0"/>
              <a:t>         f=f*I</a:t>
            </a:r>
          </a:p>
          <a:p>
            <a:pPr marL="0" indent="0">
              <a:buNone/>
            </a:pPr>
            <a:r>
              <a:rPr lang="en-US" sz="2000" dirty="0"/>
              <a:t>      end for</a:t>
            </a:r>
          </a:p>
          <a:p>
            <a:pPr marL="0" indent="0">
              <a:buNone/>
            </a:pPr>
            <a:r>
              <a:rPr lang="en-US" sz="2000" dirty="0"/>
              <a:t>    end if</a:t>
            </a:r>
          </a:p>
          <a:p>
            <a:pPr marL="0" indent="0">
              <a:buNone/>
            </a:pPr>
            <a:r>
              <a:rPr lang="en-US" sz="2000" dirty="0"/>
              <a:t>End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189B2-4EBF-49EC-B27E-27321A017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20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74F520-3019-429E-B514-F764501C5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584" y="2219007"/>
            <a:ext cx="4476750" cy="30289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EF8DD1-0AEC-47FA-B5F5-DFAC44C3F980}"/>
              </a:ext>
            </a:extLst>
          </p:cNvPr>
          <p:cNvSpPr txBox="1"/>
          <p:nvPr/>
        </p:nvSpPr>
        <p:spPr>
          <a:xfrm>
            <a:off x="838200" y="1828800"/>
            <a:ext cx="181356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Iterative version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1B87A9-EDB3-4A99-AF8A-A4B423A74BAF}"/>
              </a:ext>
            </a:extLst>
          </p:cNvPr>
          <p:cNvSpPr txBox="1"/>
          <p:nvPr/>
        </p:nvSpPr>
        <p:spPr>
          <a:xfrm>
            <a:off x="6372224" y="1852613"/>
            <a:ext cx="2324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Recursive version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D2189AA-69E2-4CA1-B759-BEFCF1155658}"/>
                  </a:ext>
                </a:extLst>
              </p14:cNvPr>
              <p14:cNvContentPartPr/>
              <p14:nvPr/>
            </p14:nvContentPartPr>
            <p14:xfrm>
              <a:off x="1419120" y="2179800"/>
              <a:ext cx="10769760" cy="4402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D2189AA-69E2-4CA1-B759-BEFCF11556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09760" y="2170440"/>
                <a:ext cx="10788480" cy="442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6FC266A-8F23-6AAC-0BED-7CBD71705DA2}"/>
                  </a:ext>
                </a:extLst>
              </p14:cNvPr>
              <p14:cNvContentPartPr/>
              <p14:nvPr/>
            </p14:nvContentPartPr>
            <p14:xfrm>
              <a:off x="1947240" y="3535200"/>
              <a:ext cx="5605560" cy="2941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6FC266A-8F23-6AAC-0BED-7CBD71705DA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37880" y="3525840"/>
                <a:ext cx="5624280" cy="295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2806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B97B8-1053-4672-AA47-1D20F2933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Few examples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ADFCD-51E6-46C5-8035-B17C00EBB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21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55BCAC-C294-4DAE-8669-BA04B0DA4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32270"/>
            <a:ext cx="5105400" cy="28850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419330-5A26-44ED-B5E0-BA8129A10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345472"/>
            <a:ext cx="6755946" cy="190624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EF20695-1303-49D2-BB0B-42E4BA69ECD6}"/>
                  </a:ext>
                </a:extLst>
              </p14:cNvPr>
              <p14:cNvContentPartPr/>
              <p14:nvPr/>
            </p14:nvContentPartPr>
            <p14:xfrm>
              <a:off x="3132720" y="2232720"/>
              <a:ext cx="8981640" cy="4266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EF20695-1303-49D2-BB0B-42E4BA69ECD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23360" y="2223360"/>
                <a:ext cx="9000360" cy="428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8193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71B56-37AF-438B-B0BF-3528A9C5D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Few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7701C-6817-4BE4-8BC7-30018B9B1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0F6B4-EA2B-4748-BD49-66F8677D1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9142E4-2A2D-44BE-8C65-F41161969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09" y="1690688"/>
            <a:ext cx="8533402" cy="481371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266D616-7D02-485A-8CB0-81D6F94F24C9}"/>
                  </a:ext>
                </a:extLst>
              </p14:cNvPr>
              <p14:cNvContentPartPr/>
              <p14:nvPr/>
            </p14:nvContentPartPr>
            <p14:xfrm>
              <a:off x="3674520" y="820800"/>
              <a:ext cx="8385840" cy="5167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266D616-7D02-485A-8CB0-81D6F94F24C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65160" y="811440"/>
                <a:ext cx="8404560" cy="518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9465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0B666-B1A9-46B8-98F6-4C3D9007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Generic Notations -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64A43-F716-4FA9-AAD9-060EF184E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E7C7F-1FC5-4557-8DC1-6F00609C7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12D1DD-C5E2-40CD-9B6A-AB14C0730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668" y="1881600"/>
            <a:ext cx="7206693" cy="38145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39E72D3-17BB-4078-8CE2-DCD91B1DDC23}"/>
                  </a:ext>
                </a:extLst>
              </p14:cNvPr>
              <p14:cNvContentPartPr/>
              <p14:nvPr/>
            </p14:nvContentPartPr>
            <p14:xfrm>
              <a:off x="6404040" y="3352680"/>
              <a:ext cx="5784840" cy="2688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39E72D3-17BB-4078-8CE2-DCD91B1DDC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94680" y="3343320"/>
                <a:ext cx="5803560" cy="270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5068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C906D-95A9-42CE-BB28-785BD9014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Generic Notations -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9CD44-D6A6-4D2C-851C-2A80FD62E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1E0A7-B76D-4B1F-BED9-2B1A2411A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EC5E80-755F-49D0-BF16-75DE3DDC1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6122670" cy="268939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AB25740-7F48-4C3F-BA35-130F24CAF086}"/>
                  </a:ext>
                </a:extLst>
              </p14:cNvPr>
              <p14:cNvContentPartPr/>
              <p14:nvPr/>
            </p14:nvContentPartPr>
            <p14:xfrm>
              <a:off x="4592160" y="2837520"/>
              <a:ext cx="7292160" cy="3306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AB25740-7F48-4C3F-BA35-130F24CAF0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82800" y="2828160"/>
                <a:ext cx="7310880" cy="332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3A57D8D-0F12-4A38-92D0-CC5194ABEC26}"/>
                  </a:ext>
                </a:extLst>
              </p14:cNvPr>
              <p14:cNvContentPartPr/>
              <p14:nvPr/>
            </p14:nvContentPartPr>
            <p14:xfrm>
              <a:off x="8337600" y="5054760"/>
              <a:ext cx="222480" cy="12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3A57D8D-0F12-4A38-92D0-CC5194ABEC2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28240" y="5045400"/>
                <a:ext cx="241200" cy="3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8544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5B969-01FB-4500-AA95-D6748B7D3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Generic Notations -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86BD5-2F1A-43F5-897C-C110BDEAB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8014A-5967-4DA5-9E3E-8A25799F4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25</a:t>
            </a:fld>
            <a:endParaRPr lang="en-US"/>
          </a:p>
        </p:txBody>
      </p:sp>
      <p:pic>
        <p:nvPicPr>
          <p:cNvPr id="2050" name="Picture 2" descr="Average time complexity of simple recursive algorithm - Mathematics Stack  Exchange">
            <a:extLst>
              <a:ext uri="{FF2B5EF4-FFF2-40B4-BE49-F238E27FC236}">
                <a16:creationId xmlns:a16="http://schemas.microsoft.com/office/drawing/2014/main" id="{C67B431E-DCDA-4741-81F4-51691B34B9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14"/>
          <a:stretch/>
        </p:blipFill>
        <p:spPr bwMode="auto">
          <a:xfrm>
            <a:off x="838200" y="2171700"/>
            <a:ext cx="6975090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258455D-DD13-4DAB-95CE-F4239532A78D}"/>
                  </a:ext>
                </a:extLst>
              </p14:cNvPr>
              <p14:cNvContentPartPr/>
              <p14:nvPr/>
            </p14:nvContentPartPr>
            <p14:xfrm>
              <a:off x="4003200" y="3315960"/>
              <a:ext cx="7985880" cy="2914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258455D-DD13-4DAB-95CE-F4239532A7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93840" y="3306600"/>
                <a:ext cx="8004600" cy="29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BAA91C6-116D-4FEC-A298-E72007573EAE}"/>
                  </a:ext>
                </a:extLst>
              </p14:cNvPr>
              <p14:cNvContentPartPr/>
              <p14:nvPr/>
            </p14:nvContentPartPr>
            <p14:xfrm>
              <a:off x="8696880" y="4751280"/>
              <a:ext cx="464400" cy="751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BAA91C6-116D-4FEC-A298-E72007573EA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87520" y="4741920"/>
                <a:ext cx="483120" cy="77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DDEFF44-1683-766F-0BDF-1FAE23AFE47E}"/>
                  </a:ext>
                </a:extLst>
              </p14:cNvPr>
              <p14:cNvContentPartPr/>
              <p14:nvPr/>
            </p14:nvContentPartPr>
            <p14:xfrm>
              <a:off x="7335360" y="5133600"/>
              <a:ext cx="403560" cy="213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DDEFF44-1683-766F-0BDF-1FAE23AFE47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326000" y="5124240"/>
                <a:ext cx="422280" cy="23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4228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8987D-2217-4B94-8F74-7C13C97E6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Algorithm 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F6657-D8B4-494B-85FF-37B14B14B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 fontScale="92500" lnSpcReduction="20000"/>
          </a:bodyPr>
          <a:lstStyle/>
          <a:p>
            <a:r>
              <a:rPr lang="en-US" sz="2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Loops</a:t>
            </a:r>
          </a:p>
          <a:p>
            <a:pPr marL="0" indent="0" algn="l">
              <a:buNone/>
            </a:pPr>
            <a:r>
              <a:rPr lang="nn-NO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for (i = 0; i &lt; 1000; i++)</a:t>
            </a:r>
          </a:p>
          <a:p>
            <a:pPr marL="0" indent="0" algn="l">
              <a:buNone/>
            </a:pPr>
            <a:r>
              <a:rPr lang="en-US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application code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800" i="1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b="1" i="1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i="1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1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b="1" i="1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pPr algn="l"/>
            <a:endParaRPr 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nn-NO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 algn="l">
              <a:buNone/>
            </a:pPr>
            <a:r>
              <a:rPr lang="nn-NO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for (i = 0; i &lt; 1000; i += 2)</a:t>
            </a:r>
          </a:p>
          <a:p>
            <a:pPr marL="0" indent="0" algn="l">
              <a:buNone/>
            </a:pPr>
            <a:r>
              <a:rPr lang="en-US" sz="1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application code</a:t>
            </a:r>
            <a:endParaRPr lang="en-US" sz="1800" i="1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b="1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i="1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1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b="1" i="1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b="1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 2</a:t>
            </a:r>
            <a:endParaRPr lang="en-US" b="1" i="1" u="none" strike="noStrike" baseline="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were to plot either of these loop examples, you would get a straight line. For that reason they are known as linear loops.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0D284-86D7-4E82-A0CC-E877DEDBB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BF5A562-CCDB-433E-B2EA-64DA7871BFD9}"/>
                  </a:ext>
                </a:extLst>
              </p14:cNvPr>
              <p14:cNvContentPartPr/>
              <p14:nvPr/>
            </p14:nvContentPartPr>
            <p14:xfrm>
              <a:off x="4805640" y="4851000"/>
              <a:ext cx="360" cy="13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BF5A562-CCDB-433E-B2EA-64DA7871BF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96280" y="4841640"/>
                <a:ext cx="1908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6DA5DAF-E63D-441B-9AB8-D341A03379A8}"/>
                  </a:ext>
                </a:extLst>
              </p14:cNvPr>
              <p14:cNvContentPartPr/>
              <p14:nvPr/>
            </p14:nvContentPartPr>
            <p14:xfrm>
              <a:off x="3471480" y="1080000"/>
              <a:ext cx="8148600" cy="4349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6DA5DAF-E63D-441B-9AB8-D341A03379A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62120" y="1070640"/>
                <a:ext cx="8167320" cy="436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5683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50CA4-A470-4ED7-BDF8-A830F0F4C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Algorithm Efficiency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6B507-BECA-4A5A-A612-26276CABA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Logarithmic Loops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4094F-00BF-4909-B269-D24CB3EEF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65498"/>
            <a:ext cx="2743200" cy="365125"/>
          </a:xfrm>
        </p:spPr>
        <p:txBody>
          <a:bodyPr/>
          <a:lstStyle/>
          <a:p>
            <a:fld id="{24CF9BAD-7003-4FDE-AAAD-7B71AB8580B5}" type="slidenum">
              <a:rPr lang="en-US" smtClean="0"/>
              <a:t>27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F96AB8-2558-4D3A-939B-BFF6A39CE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638" y="1870075"/>
            <a:ext cx="5681662" cy="42154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99AE362-C4E3-4E7B-9F29-AF59D5C49E3D}"/>
              </a:ext>
            </a:extLst>
          </p:cNvPr>
          <p:cNvSpPr txBox="1"/>
          <p:nvPr/>
        </p:nvSpPr>
        <p:spPr>
          <a:xfrm>
            <a:off x="838200" y="602484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>
                <a:highlight>
                  <a:srgbClr val="FFFF00"/>
                </a:highlight>
                <a:latin typeface="TimesNewRomanPS-BoldItalic"/>
              </a:rPr>
              <a:t>T </a:t>
            </a:r>
            <a:r>
              <a:rPr lang="en-US" sz="2800" b="1" i="0" u="none" strike="noStrike" baseline="0" dirty="0">
                <a:highlight>
                  <a:srgbClr val="FFFF00"/>
                </a:highlight>
                <a:latin typeface="TimesNewRomanPS-Bold"/>
              </a:rPr>
              <a:t>(</a:t>
            </a:r>
            <a:r>
              <a:rPr lang="en-US" sz="2800" b="1" i="1" u="none" strike="noStrike" baseline="0" dirty="0">
                <a:highlight>
                  <a:srgbClr val="FFFF00"/>
                </a:highlight>
                <a:latin typeface="TimesNewRomanPS-BoldItalic"/>
              </a:rPr>
              <a:t>n</a:t>
            </a:r>
            <a:r>
              <a:rPr lang="en-US" sz="2800" b="1" i="0" u="none" strike="noStrike" baseline="0" dirty="0">
                <a:highlight>
                  <a:srgbClr val="FFFF00"/>
                </a:highlight>
                <a:latin typeface="TimesNewRomanPS-Bold"/>
              </a:rPr>
              <a:t>) = </a:t>
            </a:r>
            <a:r>
              <a:rPr lang="en-US" sz="2800" b="1" i="0" u="none" strike="noStrike" baseline="0" dirty="0" err="1">
                <a:highlight>
                  <a:srgbClr val="FFFF00"/>
                </a:highlight>
                <a:latin typeface="TimesNewRomanPS-Bold"/>
              </a:rPr>
              <a:t>log</a:t>
            </a:r>
            <a:r>
              <a:rPr lang="en-US" sz="2800" b="1" i="1" u="none" strike="noStrike" baseline="0" dirty="0" err="1">
                <a:highlight>
                  <a:srgbClr val="FFFF00"/>
                </a:highlight>
                <a:latin typeface="TimesNewRomanPS-BoldItalic"/>
              </a:rPr>
              <a:t>n</a:t>
            </a:r>
            <a:endParaRPr lang="en-US" sz="2800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910A62-212E-4FD8-B313-5F5F4C22677A}"/>
              </a:ext>
            </a:extLst>
          </p:cNvPr>
          <p:cNvSpPr txBox="1"/>
          <p:nvPr/>
        </p:nvSpPr>
        <p:spPr>
          <a:xfrm>
            <a:off x="1323975" y="2312590"/>
            <a:ext cx="46243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Multiply Loops</a:t>
            </a:r>
          </a:p>
          <a:p>
            <a:r>
              <a:rPr lang="en-US" sz="2800" b="1" dirty="0"/>
              <a:t>for ( </a:t>
            </a:r>
            <a:r>
              <a:rPr lang="en-US" sz="2800" b="1" dirty="0" err="1"/>
              <a:t>i</a:t>
            </a:r>
            <a:r>
              <a:rPr lang="en-US" sz="2800" b="1" dirty="0"/>
              <a:t>=1; </a:t>
            </a:r>
            <a:r>
              <a:rPr lang="en-US" sz="2800" b="1" dirty="0" err="1"/>
              <a:t>i</a:t>
            </a:r>
            <a:r>
              <a:rPr lang="en-US" sz="2800" b="1" dirty="0"/>
              <a:t>&lt;1000; </a:t>
            </a:r>
            <a:r>
              <a:rPr lang="en-US" sz="2800" b="1" dirty="0" err="1"/>
              <a:t>i</a:t>
            </a:r>
            <a:r>
              <a:rPr lang="en-US" sz="2800" b="1" dirty="0"/>
              <a:t>*=2)</a:t>
            </a:r>
          </a:p>
          <a:p>
            <a:r>
              <a:rPr lang="en-US" sz="2800" b="1" dirty="0"/>
              <a:t>    application code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EA1D49-0766-41A5-B922-3F17F7641F43}"/>
              </a:ext>
            </a:extLst>
          </p:cNvPr>
          <p:cNvSpPr txBox="1"/>
          <p:nvPr/>
        </p:nvSpPr>
        <p:spPr>
          <a:xfrm>
            <a:off x="1202531" y="4168715"/>
            <a:ext cx="46243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Divide Loops</a:t>
            </a:r>
          </a:p>
          <a:p>
            <a:r>
              <a:rPr lang="en-US" sz="2800" b="1" dirty="0"/>
              <a:t>for ( </a:t>
            </a:r>
            <a:r>
              <a:rPr lang="en-US" sz="2800" b="1" dirty="0" err="1"/>
              <a:t>i</a:t>
            </a:r>
            <a:r>
              <a:rPr lang="en-US" sz="2800" b="1" dirty="0"/>
              <a:t>=1000; </a:t>
            </a:r>
            <a:r>
              <a:rPr lang="en-US" sz="2800" b="1" dirty="0" err="1"/>
              <a:t>i</a:t>
            </a:r>
            <a:r>
              <a:rPr lang="en-US" sz="2800" b="1" dirty="0"/>
              <a:t>&gt;0; </a:t>
            </a:r>
            <a:r>
              <a:rPr lang="en-US" sz="2800" b="1" dirty="0" err="1"/>
              <a:t>i</a:t>
            </a:r>
            <a:r>
              <a:rPr lang="en-US" sz="2800" b="1" dirty="0"/>
              <a:t>/=2)</a:t>
            </a:r>
          </a:p>
          <a:p>
            <a:r>
              <a:rPr lang="en-US" sz="2800" b="1" dirty="0"/>
              <a:t>    application code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B6CB267-8AD2-4D40-8030-5FB92CBA671F}"/>
                  </a:ext>
                </a:extLst>
              </p14:cNvPr>
              <p14:cNvContentPartPr/>
              <p14:nvPr/>
            </p14:nvContentPartPr>
            <p14:xfrm>
              <a:off x="6211080" y="102960"/>
              <a:ext cx="5618880" cy="1870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B6CB267-8AD2-4D40-8030-5FB92CBA67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01720" y="93600"/>
                <a:ext cx="5637600" cy="188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77232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36055-AA3B-4B25-8BCD-D44C06BB3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Algorithm Efficiency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69702-D5F8-4D07-AC89-71318D71B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Logarithmic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612BD-46F3-463A-986A-4A052CE83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C656BE-8494-4C87-8CA7-3526CF126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286" y="2533649"/>
            <a:ext cx="5934293" cy="14139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282A53-4C89-442C-B804-1F1299589AFB}"/>
              </a:ext>
            </a:extLst>
          </p:cNvPr>
          <p:cNvSpPr txBox="1"/>
          <p:nvPr/>
        </p:nvSpPr>
        <p:spPr>
          <a:xfrm>
            <a:off x="1914524" y="47683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>
                <a:highlight>
                  <a:srgbClr val="FFFF00"/>
                </a:highlight>
                <a:latin typeface="TimesNewRomanPS-BoldItalic"/>
              </a:rPr>
              <a:t>T</a:t>
            </a:r>
            <a:r>
              <a:rPr lang="en-US" sz="2800" b="1" i="1" u="none" strike="noStrike" baseline="0" dirty="0">
                <a:highlight>
                  <a:srgbClr val="FFFF00"/>
                </a:highlight>
                <a:latin typeface="TimesNewRomanPS-BoldItalic"/>
              </a:rPr>
              <a:t> </a:t>
            </a:r>
            <a:r>
              <a:rPr lang="en-US" sz="2800" b="1" i="0" u="none" strike="noStrike" baseline="0" dirty="0">
                <a:highlight>
                  <a:srgbClr val="FFFF00"/>
                </a:highlight>
                <a:latin typeface="TimesNewRomanPS-Bold"/>
              </a:rPr>
              <a:t>(</a:t>
            </a:r>
            <a:r>
              <a:rPr lang="en-US" sz="2800" b="1" i="1" u="none" strike="noStrike" baseline="0" dirty="0">
                <a:highlight>
                  <a:srgbClr val="FFFF00"/>
                </a:highlight>
                <a:latin typeface="TimesNewRomanPS-BoldItalic"/>
              </a:rPr>
              <a:t>n</a:t>
            </a:r>
            <a:r>
              <a:rPr lang="en-US" sz="2800" b="1" i="0" u="none" strike="noStrike" baseline="0" dirty="0">
                <a:highlight>
                  <a:srgbClr val="FFFF00"/>
                </a:highlight>
                <a:latin typeface="TimesNewRomanPS-Bold"/>
              </a:rPr>
              <a:t>) = </a:t>
            </a:r>
            <a:r>
              <a:rPr lang="en-US" sz="2800" b="1" i="1" u="none" strike="noStrike" baseline="0" dirty="0" err="1">
                <a:highlight>
                  <a:srgbClr val="FFFF00"/>
                </a:highlight>
                <a:latin typeface="TimesNewRomanPS-BoldItalic"/>
              </a:rPr>
              <a:t>n</a:t>
            </a:r>
            <a:r>
              <a:rPr lang="en-US" sz="2800" b="1" i="0" u="none" strike="noStrike" baseline="0" dirty="0" err="1">
                <a:highlight>
                  <a:srgbClr val="FFFF00"/>
                </a:highlight>
                <a:latin typeface="TimesNewRomanPS-Bold"/>
              </a:rPr>
              <a:t>log</a:t>
            </a:r>
            <a:r>
              <a:rPr lang="en-US" sz="2800" b="1" i="1" u="none" strike="noStrike" baseline="0" dirty="0" err="1">
                <a:highlight>
                  <a:srgbClr val="FFFF00"/>
                </a:highlight>
                <a:latin typeface="TimesNewRomanPS-BoldItalic"/>
              </a:rPr>
              <a:t>n</a:t>
            </a:r>
            <a:endParaRPr lang="en-US" sz="2800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047CB4-23A9-4B19-AD30-222D4F29AC0B}"/>
              </a:ext>
            </a:extLst>
          </p:cNvPr>
          <p:cNvSpPr txBox="1"/>
          <p:nvPr/>
        </p:nvSpPr>
        <p:spPr>
          <a:xfrm>
            <a:off x="7724774" y="2717402"/>
            <a:ext cx="3038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>
                <a:latin typeface="TimesNewRomanPS-BoldItalic"/>
              </a:rPr>
              <a:t>T</a:t>
            </a:r>
            <a:r>
              <a:rPr lang="en-US" sz="2800" b="1" i="1" u="none" strike="noStrike" baseline="0" dirty="0">
                <a:latin typeface="TimesNewRomanPS-BoldItalic"/>
              </a:rPr>
              <a:t> </a:t>
            </a:r>
            <a:r>
              <a:rPr lang="en-US" sz="2800" b="1" i="0" u="none" strike="noStrike" baseline="0" dirty="0">
                <a:latin typeface="TimesNewRomanPS-Bold"/>
              </a:rPr>
              <a:t>(</a:t>
            </a:r>
            <a:r>
              <a:rPr lang="en-US" sz="2800" b="1" i="1" u="none" strike="noStrike" baseline="0" dirty="0">
                <a:latin typeface="TimesNewRomanPS-BoldItalic"/>
              </a:rPr>
              <a:t>n</a:t>
            </a:r>
            <a:r>
              <a:rPr lang="en-US" sz="2800" b="1" i="0" u="none" strike="noStrike" baseline="0" dirty="0">
                <a:latin typeface="TimesNewRomanPS-Bold"/>
              </a:rPr>
              <a:t>) = </a:t>
            </a:r>
            <a:r>
              <a:rPr lang="en-US" sz="2800" b="1" i="1" dirty="0">
                <a:latin typeface="TimesNewRomanPS-BoldItalic"/>
              </a:rPr>
              <a:t>10</a:t>
            </a:r>
            <a:r>
              <a:rPr lang="en-US" sz="2800" b="1" i="0" u="none" strike="noStrike" baseline="0" dirty="0">
                <a:latin typeface="TimesNewRomanPS-Bold"/>
              </a:rPr>
              <a:t>log</a:t>
            </a:r>
            <a:r>
              <a:rPr lang="en-US" sz="2800" b="1" i="1" dirty="0">
                <a:latin typeface="TimesNewRomanPS-BoldItalic"/>
              </a:rPr>
              <a:t>10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885291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DACA3-D9DB-4297-BABB-593041ABC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Algorithm Efficiency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2A898-6918-44B9-B2D5-6E51503AD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Quadratic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Quadratic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434E8-281E-4777-88CC-C8268469F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77E09D-EB84-428A-8945-622CB9FD9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612" y="2358231"/>
            <a:ext cx="4752712" cy="10707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060929-0E46-4F6A-A43D-DFCABF438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25" y="4241006"/>
            <a:ext cx="4678552" cy="11501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3F6B9A2-CD12-4E87-921A-C38ADD37E672}"/>
              </a:ext>
            </a:extLst>
          </p:cNvPr>
          <p:cNvSpPr txBox="1"/>
          <p:nvPr/>
        </p:nvSpPr>
        <p:spPr>
          <a:xfrm>
            <a:off x="6686552" y="4161929"/>
            <a:ext cx="4124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GexCourier-Roman"/>
              </a:rPr>
              <a:t>1 + 2 + 3 + … + 9 + 10 = 55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41F5B28-A8E1-4475-A7A2-E3BD9779D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901" y="5313362"/>
            <a:ext cx="1987653" cy="8636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FECF289-5474-43E7-8413-8DCEF902A769}"/>
              </a:ext>
            </a:extLst>
          </p:cNvPr>
          <p:cNvSpPr txBox="1"/>
          <p:nvPr/>
        </p:nvSpPr>
        <p:spPr>
          <a:xfrm>
            <a:off x="6581774" y="2463284"/>
            <a:ext cx="45720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>
                <a:highlight>
                  <a:srgbClr val="FFFF00"/>
                </a:highlight>
                <a:latin typeface="TimesNewRomanPS-BoldItalic"/>
              </a:rPr>
              <a:t>T</a:t>
            </a:r>
            <a:r>
              <a:rPr lang="en-US" sz="2800" b="1" i="1" u="none" strike="noStrike" baseline="0" dirty="0">
                <a:highlight>
                  <a:srgbClr val="FFFF00"/>
                </a:highlight>
                <a:latin typeface="TimesNewRomanPS-BoldItalic"/>
              </a:rPr>
              <a:t> </a:t>
            </a:r>
            <a:r>
              <a:rPr lang="en-US" sz="2800" b="1" i="0" u="none" strike="noStrike" baseline="0" dirty="0">
                <a:highlight>
                  <a:srgbClr val="FFFF00"/>
                </a:highlight>
                <a:latin typeface="TimesNewRomanPS-Bold"/>
              </a:rPr>
              <a:t>(</a:t>
            </a:r>
            <a:r>
              <a:rPr lang="en-US" sz="2800" b="1" i="1" u="none" strike="noStrike" baseline="0" dirty="0">
                <a:highlight>
                  <a:srgbClr val="FFFF00"/>
                </a:highlight>
                <a:latin typeface="TimesNewRomanPS-BoldItalic"/>
              </a:rPr>
              <a:t>n</a:t>
            </a:r>
            <a:r>
              <a:rPr lang="en-US" sz="2800" b="1" i="0" u="none" strike="noStrike" baseline="0" dirty="0">
                <a:highlight>
                  <a:srgbClr val="FFFF00"/>
                </a:highlight>
                <a:latin typeface="TimesNewRomanPS-Bold"/>
              </a:rPr>
              <a:t>) = </a:t>
            </a:r>
            <a:r>
              <a:rPr lang="en-US" sz="2800" b="1" i="1" u="none" strike="noStrike" baseline="0" dirty="0">
                <a:highlight>
                  <a:srgbClr val="FFFF00"/>
                </a:highlight>
                <a:latin typeface="TimesNewRomanPS-BoldItalic"/>
              </a:rPr>
              <a:t>n</a:t>
            </a:r>
            <a:r>
              <a:rPr lang="en-US" sz="2800" b="1" baseline="30000" dirty="0">
                <a:highlight>
                  <a:srgbClr val="FFFF00"/>
                </a:highlight>
                <a:latin typeface="TimesNewRomanPS-Bold"/>
              </a:rPr>
              <a:t>2</a:t>
            </a:r>
            <a:endParaRPr lang="en-US" sz="2800" baseline="30000" dirty="0">
              <a:highlight>
                <a:srgbClr val="FFFF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FCCEA3-56FF-4A53-846E-481ADCCD2C6C}"/>
              </a:ext>
            </a:extLst>
          </p:cNvPr>
          <p:cNvSpPr txBox="1"/>
          <p:nvPr/>
        </p:nvSpPr>
        <p:spPr>
          <a:xfrm>
            <a:off x="8410574" y="5427990"/>
            <a:ext cx="29432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>
                <a:highlight>
                  <a:srgbClr val="FFFF00"/>
                </a:highlight>
                <a:latin typeface="TimesNewRomanPS-BoldItalic"/>
              </a:rPr>
              <a:t>T</a:t>
            </a:r>
            <a:r>
              <a:rPr lang="en-US" sz="2800" b="1" i="1" u="none" strike="noStrike" baseline="0" dirty="0">
                <a:highlight>
                  <a:srgbClr val="FFFF00"/>
                </a:highlight>
                <a:latin typeface="TimesNewRomanPS-BoldItalic"/>
              </a:rPr>
              <a:t> </a:t>
            </a:r>
            <a:r>
              <a:rPr lang="en-US" sz="2800" b="1" i="0" u="none" strike="noStrike" baseline="0" dirty="0">
                <a:highlight>
                  <a:srgbClr val="FFFF00"/>
                </a:highlight>
                <a:latin typeface="TimesNewRomanPS-Bold"/>
              </a:rPr>
              <a:t>(</a:t>
            </a:r>
            <a:r>
              <a:rPr lang="en-US" sz="2800" b="1" i="1" u="none" strike="noStrike" baseline="0" dirty="0">
                <a:highlight>
                  <a:srgbClr val="FFFF00"/>
                </a:highlight>
                <a:latin typeface="TimesNewRomanPS-BoldItalic"/>
              </a:rPr>
              <a:t>n</a:t>
            </a:r>
            <a:r>
              <a:rPr lang="en-US" sz="2800" b="1" i="0" u="none" strike="noStrike" baseline="0" dirty="0">
                <a:highlight>
                  <a:srgbClr val="FFFF00"/>
                </a:highlight>
                <a:latin typeface="TimesNewRomanPS-Bold"/>
              </a:rPr>
              <a:t>) = </a:t>
            </a:r>
            <a:r>
              <a:rPr lang="en-US" sz="2800" b="1" i="1" u="none" strike="noStrike" baseline="0" dirty="0">
                <a:highlight>
                  <a:srgbClr val="FFFF00"/>
                </a:highlight>
                <a:latin typeface="TimesNewRomanPS-BoldItalic"/>
              </a:rPr>
              <a:t>n</a:t>
            </a:r>
            <a:r>
              <a:rPr lang="en-US" sz="2800" b="1" i="1" u="none" strike="noStrike" baseline="30000" dirty="0">
                <a:highlight>
                  <a:srgbClr val="FFFF00"/>
                </a:highlight>
                <a:latin typeface="TimesNewRomanPS-BoldItalic"/>
              </a:rPr>
              <a:t>2</a:t>
            </a:r>
            <a:endParaRPr lang="en-US" sz="2800" baseline="300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14595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4119EE-57AD-4442-BEB9-9F7F11F3C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66" y="1144588"/>
            <a:ext cx="6433460" cy="30971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ED1502-0A26-42E2-B73C-61331C30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Algorithm Efficiency – Overall comparison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32538-1EEF-4785-AF51-930251386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30</a:t>
            </a:fld>
            <a:endParaRPr lang="en-US"/>
          </a:p>
        </p:txBody>
      </p:sp>
      <p:pic>
        <p:nvPicPr>
          <p:cNvPr id="3074" name="Picture 2" descr="asymtotic-analysis">
            <a:extLst>
              <a:ext uri="{FF2B5EF4-FFF2-40B4-BE49-F238E27FC236}">
                <a16:creationId xmlns:a16="http://schemas.microsoft.com/office/drawing/2014/main" id="{E4C53B32-4A3E-4111-AB69-7AFBBA5BE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8388" y="4140200"/>
            <a:ext cx="8029575" cy="258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81849E-C5D2-4F5F-9A84-C61D83D8735B}"/>
              </a:ext>
            </a:extLst>
          </p:cNvPr>
          <p:cNvSpPr txBox="1"/>
          <p:nvPr/>
        </p:nvSpPr>
        <p:spPr>
          <a:xfrm>
            <a:off x="6524624" y="1475796"/>
            <a:ext cx="2409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Assuming n=10000</a:t>
            </a:r>
          </a:p>
        </p:txBody>
      </p:sp>
    </p:spTree>
    <p:extLst>
      <p:ext uri="{BB962C8B-B14F-4D97-AF65-F5344CB8AC3E}">
        <p14:creationId xmlns:p14="http://schemas.microsoft.com/office/powerpoint/2010/main" val="27900969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9455A71-B093-417D-944A-DA167BC6D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359" y="3810000"/>
            <a:ext cx="4254179" cy="2911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10479D-2DCE-4F5C-A8CC-1A9CFE302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Asymptotic Notations - </a:t>
            </a:r>
            <a:r>
              <a:rPr lang="en-US" sz="4000" b="1" dirty="0"/>
              <a:t>The “Big-Oh” Notation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04C9F-EAE3-4E38-9E22-036D737DE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be functions mapping nonnegative integers to real numbers. We say that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if there is a real constant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&gt;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and an integer constant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such that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 cg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every integer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≥ n</a:t>
            </a:r>
            <a:r>
              <a:rPr lang="en-US" sz="2400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definition is often pronounced as “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big-Oh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)” or “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g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).”</a:t>
            </a:r>
          </a:p>
          <a:p>
            <a:pPr algn="l">
              <a:lnSpc>
                <a:spcPct val="150000"/>
              </a:lnSpc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7n − 2 is O(n).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45DBA-6783-4A8F-841D-A5BDB28C3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167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2E730-1D17-4AFF-9760-60B691B78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D3536-7396-4FEF-B543-C45F58AE6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1: </a:t>
            </a:r>
            <a:r>
              <a:rPr lang="pt-BR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pt-BR" sz="2000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− </a:t>
            </a:r>
            <a:r>
              <a:rPr lang="pt-BR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is </a:t>
            </a:r>
            <a:r>
              <a:rPr lang="pt-BR" sz="2000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pt-BR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a real constant 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&gt; 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and an integer constant 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 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such that 7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− 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 </a:t>
            </a:r>
            <a:r>
              <a:rPr lang="en-US" sz="2000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every integer 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≥ n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 It is easy to see that a possible choice is 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7and 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= 1, but there are other possibilities as well.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</a:t>
            </a:r>
            <a:r>
              <a:rPr lang="pt-BR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pt-BR" sz="1800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1800" b="1" i="0" u="none" strike="noStrike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+ 10</a:t>
            </a:r>
            <a:r>
              <a:rPr lang="pt-BR" sz="1800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pt-BR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</a:t>
            </a:r>
            <a:r>
              <a:rPr lang="pt-BR" sz="1800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pt-BR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+ 5 is </a:t>
            </a:r>
            <a:r>
              <a:rPr lang="pt-BR" sz="1800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pt-BR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800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1800" b="1" i="0" u="none" strike="noStrike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3: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pt-BR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</a:t>
            </a:r>
            <a:r>
              <a:rPr lang="pt-BR" sz="1800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pt-BR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log log</a:t>
            </a:r>
            <a:r>
              <a:rPr lang="pt-BR" sz="1800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pt-BR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pt-BR" sz="1800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pt-BR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(log </a:t>
            </a:r>
            <a:r>
              <a:rPr lang="pt-BR" sz="1800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sz="19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log </a:t>
            </a:r>
            <a:r>
              <a:rPr lang="en-US" sz="19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19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19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loglog</a:t>
            </a:r>
            <a:r>
              <a:rPr lang="en-US" sz="1900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9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</a:t>
            </a:r>
            <a:r>
              <a:rPr lang="en-US" sz="19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log </a:t>
            </a:r>
            <a:r>
              <a:rPr lang="en-US" sz="19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9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 </a:t>
            </a:r>
            <a:r>
              <a:rPr lang="en-US" sz="19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≥ </a:t>
            </a:r>
            <a:r>
              <a:rPr lang="en-US" sz="19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Note that log </a:t>
            </a:r>
            <a:r>
              <a:rPr lang="en-US" sz="19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sz="19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19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not even defined for </a:t>
            </a:r>
            <a:r>
              <a:rPr lang="en-US" sz="19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19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1, but log </a:t>
            </a:r>
            <a:r>
              <a:rPr lang="en-US" sz="19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sz="1900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9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sz="19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</a:t>
            </a:r>
            <a:r>
              <a:rPr lang="en-US" sz="19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9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 </a:t>
            </a:r>
            <a:r>
              <a:rPr lang="en-US" sz="19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≥ </a:t>
            </a:r>
            <a:r>
              <a:rPr lang="en-US" sz="19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That is why we use </a:t>
            </a:r>
            <a:r>
              <a:rPr lang="en-US" sz="19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≥ </a:t>
            </a:r>
            <a:r>
              <a:rPr lang="en-US" sz="19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lang="pt-BR" sz="1900" b="1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4: </a:t>
            </a:r>
            <a:r>
              <a:rPr lang="en-US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b="1" i="0" u="none" strike="noStrike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1800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5: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5n log n + 2n is O(n log n)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5C803-5692-4C16-802C-0F5C2D5D9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699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FEA7B-52F4-4893-AB18-E9A3946C9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DA8B5-65C4-46CE-A7AD-9643D2DFC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DB619-87E3-47EE-A3C8-80AC29318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33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487B60F-E336-4112-9159-189E44818507}"/>
                  </a:ext>
                </a:extLst>
              </p14:cNvPr>
              <p14:cNvContentPartPr/>
              <p14:nvPr/>
            </p14:nvContentPartPr>
            <p14:xfrm>
              <a:off x="660240" y="322200"/>
              <a:ext cx="11295000" cy="6167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487B60F-E336-4112-9159-189E448185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0880" y="312840"/>
                <a:ext cx="11313720" cy="618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2021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579C2-EDB2-4680-AE97-51767863A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Big – O -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3C78C-5108-4EE8-87B4-9DA36295B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be functions mapping nonnegative integers to nonnegative reals.</a:t>
            </a:r>
          </a:p>
          <a:p>
            <a:pPr marL="457200" lvl="1" indent="0">
              <a:buNone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If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)), then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)), for any constant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&gt;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</a:t>
            </a:r>
          </a:p>
          <a:p>
            <a:pPr marL="457200" lvl="1" indent="0">
              <a:buNone/>
            </a:pP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If 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and 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)), then 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)).</a:t>
            </a:r>
          </a:p>
          <a:p>
            <a:pPr marL="457200" lvl="1" indent="0">
              <a:buNone/>
            </a:pP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If 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and 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)), then 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)).</a:t>
            </a:r>
          </a:p>
          <a:p>
            <a:pPr marL="457200" lvl="1" indent="0">
              <a:buNone/>
            </a:pP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If 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and 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)), then 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)).</a:t>
            </a:r>
          </a:p>
          <a:p>
            <a:pPr marL="457200" lvl="1" indent="0">
              <a:buNone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If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a polynomial of degree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(that is,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・ ・ ・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0" i="1" u="none" strike="noStrike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1" u="none" strike="noStrike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marL="457200" lvl="1" indent="0">
              <a:buNone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1" u="none" strike="noStrike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lvl="1" indent="0">
              <a:buNone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1" u="none" strike="noStrike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0" i="1" u="none" strike="noStrike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any fixed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&gt;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and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&gt;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</a:p>
          <a:p>
            <a:pPr marL="457200" lvl="1" indent="0">
              <a:buNone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log </a:t>
            </a:r>
            <a:r>
              <a:rPr lang="en-US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1" u="none" strike="noStrike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(log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any fixed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&gt;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</a:t>
            </a:r>
          </a:p>
          <a:p>
            <a:pPr marL="457200" lvl="1" indent="0">
              <a:buNone/>
            </a:pP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US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b="0" i="1" u="none" strike="noStrike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1" u="none" strike="noStrike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any fixed constants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&gt;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and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&gt;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381F1-E8B4-4565-9C91-BF632709D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1964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2A99D-6691-4D3D-9F2D-4657EC1E8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36033-CF26-46B6-9BCA-E52C81E6A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Prove by theorem : </a:t>
            </a:r>
            <a:r>
              <a:rPr lang="pt-BR" dirty="0"/>
              <a:t>2n</a:t>
            </a:r>
            <a:r>
              <a:rPr lang="pt-BR" baseline="30000" dirty="0"/>
              <a:t>3</a:t>
            </a:r>
            <a:r>
              <a:rPr lang="pt-BR" dirty="0"/>
              <a:t> + 4n</a:t>
            </a:r>
            <a:r>
              <a:rPr lang="pt-BR" baseline="30000" dirty="0"/>
              <a:t>2</a:t>
            </a:r>
            <a:r>
              <a:rPr lang="pt-BR" dirty="0"/>
              <a:t> log n is O(n</a:t>
            </a:r>
            <a:r>
              <a:rPr lang="pt-BR" baseline="30000" dirty="0"/>
              <a:t>3</a:t>
            </a:r>
            <a:r>
              <a:rPr lang="pt-BR" dirty="0"/>
              <a:t>).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CF7A9-722D-4C93-B036-84A22A9E6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35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B21656-936F-4228-8059-1B93EAC3E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912" y="2514599"/>
            <a:ext cx="6129890" cy="26289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29D439-B08E-44B5-924C-EE720006F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450" y="5264944"/>
            <a:ext cx="8294686" cy="109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6055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7463F-4D5D-43F3-BABA-214109DA1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u="none" strike="noStrike" baseline="0" dirty="0">
                <a:solidFill>
                  <a:srgbClr val="231F20"/>
                </a:solidFill>
                <a:latin typeface="Calibri(headings)"/>
              </a:rPr>
              <a:t>Big-Omega and Big-Theta</a:t>
            </a:r>
            <a:endParaRPr lang="en-US" dirty="0">
              <a:latin typeface="Calibri(headings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CDA3-277C-432D-8CDE-CF09605D6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be functions mapping integers to real numbers. We say that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Ω(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(pronounced “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big-Omega of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)”) if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)); that is, there is a real constant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&gt; 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and an integer constant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 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such that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 cg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for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≥ n</a:t>
            </a:r>
            <a:r>
              <a:rPr lang="en-US" sz="2500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definition allows us to say asymptotically that one function is greater than or equal to another, up to a constant factor. </a:t>
            </a:r>
          </a:p>
          <a:p>
            <a:pPr algn="just">
              <a:lnSpc>
                <a:spcPct val="150000"/>
              </a:lnSpc>
            </a:pP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Likewise, we say that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Θ(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(pronounced “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big-Theta of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)”) if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and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Ω(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)); that is, there are real constants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 &gt; 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and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c’’ &gt; 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 and an integer constant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 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such that </a:t>
            </a:r>
            <a:r>
              <a:rPr lang="en-US" sz="2500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c’g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 f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 </a:t>
            </a:r>
            <a:r>
              <a:rPr lang="en-US" sz="2500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c’’g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for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≥ n</a:t>
            </a:r>
            <a:r>
              <a:rPr lang="en-US" sz="2500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F44E5-DE15-480C-99D8-41580FD2F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2414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CACE-F722-4A10-9BD7-2D2FBF259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9B8A6-8B73-4083-832E-C1B1B161E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1: </a:t>
            </a:r>
            <a:r>
              <a:rPr lang="pt-BR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log </a:t>
            </a:r>
            <a:r>
              <a:rPr lang="pt-BR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pt-BR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log log</a:t>
            </a:r>
            <a:r>
              <a:rPr lang="pt-BR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pt-BR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Ω(log </a:t>
            </a:r>
            <a:r>
              <a:rPr lang="pt-BR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>
              <a:lnSpc>
                <a:spcPct val="150000"/>
              </a:lnSpc>
            </a:pPr>
            <a:r>
              <a:rPr lang="en-US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Proof: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log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log </a:t>
            </a:r>
            <a:r>
              <a:rPr lang="en-US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≥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log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≥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pt-BR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</a:t>
            </a:r>
            <a:r>
              <a:rPr lang="pt-BR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log </a:t>
            </a:r>
            <a:r>
              <a:rPr lang="pt-BR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pt-BR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log log</a:t>
            </a:r>
            <a:r>
              <a:rPr lang="pt-BR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pt-BR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Θ(log </a:t>
            </a:r>
            <a:r>
              <a:rPr lang="pt-BR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>
              <a:lnSpc>
                <a:spcPct val="150000"/>
              </a:lnSpc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Proof: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log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loglog</a:t>
            </a:r>
            <a:r>
              <a:rPr lang="en-US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log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≥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Note that log </a:t>
            </a:r>
            <a:r>
              <a:rPr lang="en-US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not even defined for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1, but log </a:t>
            </a:r>
            <a:r>
              <a:rPr lang="en-US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≥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That is why we use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≥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</a:p>
          <a:p>
            <a:pPr lvl="1" algn="just">
              <a:lnSpc>
                <a:spcPct val="150000"/>
              </a:lnSpc>
            </a:pPr>
            <a:r>
              <a:rPr lang="en-US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</a:t>
            </a:r>
            <a:r>
              <a:rPr lang="en-US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log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log </a:t>
            </a:r>
            <a:r>
              <a:rPr lang="en-US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≥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log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 </a:t>
            </a:r>
            <a:r>
              <a:rPr lang="en-US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≥ </a:t>
            </a:r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E342A-75B4-443E-BC6E-583D8877C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8526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8BBBD-E562-40F5-B766-C8115F47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baseline="0" dirty="0">
                <a:solidFill>
                  <a:srgbClr val="231F20"/>
                </a:solidFill>
              </a:rPr>
              <a:t>Little-Oh and Little-Omega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93A0A-DB56-4D3A-85E4-D2BC6CE48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be functions mapping integers to real numbers. We say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(pronounced “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little-oh of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)”) if, for any constant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&gt; 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 there is a constant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that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cg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≥ n</a:t>
            </a:r>
            <a:r>
              <a:rPr lang="en-US" sz="2500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Likewise, we say that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(pronounced “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little-omega of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)”) if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)), that is, if, for any constant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&gt; 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 there is a constant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500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</a:t>
            </a:r>
            <a:r>
              <a:rPr lang="pt-BR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pt-BR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2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pt-BR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cg</a:t>
            </a:r>
            <a:r>
              <a:rPr lang="pt-BR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</a:t>
            </a:r>
            <a:r>
              <a:rPr lang="pt-BR" sz="25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≥ n</a:t>
            </a:r>
            <a:r>
              <a:rPr lang="pt-BR" sz="2500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pt-BR" sz="25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7A5AC-FADD-4A68-A759-37AF924FC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18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335B5-08CB-4D5B-AE38-AE0B05FEB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C1208-2C60-4138-AE91-F6D7D5CF0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0" lang="en-US" altLang="en-US" sz="28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∈O(x</a:t>
            </a:r>
            <a:r>
              <a:rPr kumimoji="0" lang="en-US" altLang="en-US" sz="28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0" lang="en-US" altLang="en-US" sz="28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∉o(x</a:t>
            </a:r>
            <a:r>
              <a:rPr kumimoji="0" lang="en-US" altLang="en-US" sz="28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0" lang="en-US" altLang="en-US" sz="28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∈o(x</a:t>
            </a:r>
            <a:r>
              <a:rPr kumimoji="0" lang="en-US" altLang="en-US" sz="28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 algn="l" fontAlgn="base">
              <a:buNone/>
            </a:pPr>
            <a:r>
              <a:rPr lang="en-US" b="0" i="0" dirty="0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The following are true for Big-O, but would not be true if you used little-o: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729"/>
                </a:solidFill>
                <a:effectLst/>
                <a:latin typeface="inherit"/>
              </a:rPr>
              <a:t>x² ∈ O(x²)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729"/>
                </a:solidFill>
                <a:effectLst/>
                <a:latin typeface="inherit"/>
              </a:rPr>
              <a:t>x² ∈ O(x² + x)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729"/>
                </a:solidFill>
                <a:effectLst/>
                <a:latin typeface="inherit"/>
              </a:rPr>
              <a:t>x² ∈ O(200 * x²)</a:t>
            </a:r>
          </a:p>
          <a:p>
            <a:pPr marL="0" indent="0" algn="l" fontAlgn="base">
              <a:buNone/>
            </a:pPr>
            <a:r>
              <a:rPr lang="en-US" b="0" i="0" dirty="0">
                <a:solidFill>
                  <a:srgbClr val="242729"/>
                </a:solidFill>
                <a:effectLst/>
                <a:latin typeface="Arial" panose="020B0604020202020204" pitchFamily="34" charset="0"/>
              </a:rPr>
              <a:t>The following are true for little-o: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729"/>
                </a:solidFill>
                <a:effectLst/>
                <a:latin typeface="inherit"/>
              </a:rPr>
              <a:t>x² ∈ o(x³)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729"/>
                </a:solidFill>
                <a:effectLst/>
                <a:latin typeface="inherit"/>
              </a:rPr>
              <a:t>x² ∈ o(x!)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42729"/>
                </a:solidFill>
                <a:effectLst/>
                <a:latin typeface="inherit"/>
              </a:rPr>
              <a:t>ln(x) ∈ o(x)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84B6C-42E6-4C30-BDCE-0C5A47AB1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39</a:t>
            </a:fld>
            <a:endParaRPr lang="en-US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51D2294C-C4ED-4E3B-9DFE-C90AB1BF9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9850" y="4879022"/>
            <a:ext cx="4853195" cy="147732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7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the function f(n) = 3n is: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7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 O(n²), o(n²), and O(n)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2427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in O(lg n), o(lg n), or o(n)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2152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9AC25-8F29-468B-ADF3-54169D731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Limit Theorem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7D57E-243F-4D1F-AB9A-383CE3948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40</a:t>
            </a:fld>
            <a:endParaRPr lang="en-US"/>
          </a:p>
        </p:txBody>
      </p:sp>
      <p:pic>
        <p:nvPicPr>
          <p:cNvPr id="1026" name="Picture 2" descr="enter image description here">
            <a:extLst>
              <a:ext uri="{FF2B5EF4-FFF2-40B4-BE49-F238E27FC236}">
                <a16:creationId xmlns:a16="http://schemas.microsoft.com/office/drawing/2014/main" id="{910A13B7-DD6E-44DF-96EE-74541347A0E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642" y="1825625"/>
            <a:ext cx="1016071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47590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2472F-1965-40E1-8A2B-86D5B0BE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Prove using limit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E14BA-C664-4072-B72D-51802E3CB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1: 3n</a:t>
            </a:r>
            <a:r>
              <a:rPr lang="en-US" baseline="30000" dirty="0"/>
              <a:t>2</a:t>
            </a:r>
            <a:r>
              <a:rPr lang="en-US" dirty="0"/>
              <a:t>+2n is O(n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236E5-BB27-4EDD-AC23-0B483DA0A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41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D457838-D86C-4876-8332-E2254D92FE00}"/>
                  </a:ext>
                </a:extLst>
              </p14:cNvPr>
              <p14:cNvContentPartPr/>
              <p14:nvPr/>
            </p14:nvContentPartPr>
            <p14:xfrm>
              <a:off x="1744200" y="2080080"/>
              <a:ext cx="10444680" cy="4764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D457838-D86C-4876-8332-E2254D92FE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34840" y="2070720"/>
                <a:ext cx="10463400" cy="47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BE6DDAE-93A8-442B-886E-A3A384BA7A1A}"/>
                  </a:ext>
                </a:extLst>
              </p14:cNvPr>
              <p14:cNvContentPartPr/>
              <p14:nvPr/>
            </p14:nvContentPartPr>
            <p14:xfrm>
              <a:off x="9177840" y="5791320"/>
              <a:ext cx="467640" cy="126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BE6DDAE-93A8-442B-886E-A3A384BA7A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68480" y="5781960"/>
                <a:ext cx="486360" cy="14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158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E919C-AA13-4A13-97AE-0932A52F7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Prove using limit theorem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918B7-CD81-4906-B17F-D9C1969FB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2: 3n</a:t>
            </a:r>
            <a:r>
              <a:rPr lang="en-US" baseline="30000" dirty="0"/>
              <a:t>2</a:t>
            </a:r>
            <a:r>
              <a:rPr lang="en-US" dirty="0"/>
              <a:t>+2n is o(n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r>
              <a:rPr lang="en-US" dirty="0"/>
              <a:t>Example 3: 3n</a:t>
            </a:r>
            <a:r>
              <a:rPr lang="en-US" baseline="30000" dirty="0"/>
              <a:t>2</a:t>
            </a:r>
            <a:r>
              <a:rPr lang="en-US" dirty="0"/>
              <a:t>+2n is o(n</a:t>
            </a:r>
            <a:r>
              <a:rPr lang="en-US" baseline="30000" dirty="0"/>
              <a:t>3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A920E-D677-4783-ADB4-9C139B232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42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D7E53DA-BBBD-4464-BECC-994D2CE89711}"/>
                  </a:ext>
                </a:extLst>
              </p14:cNvPr>
              <p14:cNvContentPartPr/>
              <p14:nvPr/>
            </p14:nvContentPartPr>
            <p14:xfrm>
              <a:off x="802800" y="1345680"/>
              <a:ext cx="11220120" cy="4967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D7E53DA-BBBD-4464-BECC-994D2CE8971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3440" y="1336320"/>
                <a:ext cx="11238840" cy="498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829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94FED-E064-48C6-9FA6-1C61D03E4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Prove using limit theorem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544E1-CA46-4070-BB74-81FA4436D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4: 3n</a:t>
            </a:r>
            <a:r>
              <a:rPr lang="en-US" baseline="30000" dirty="0"/>
              <a:t>2</a:t>
            </a:r>
            <a:r>
              <a:rPr lang="en-US" dirty="0"/>
              <a:t>+2n is </a:t>
            </a:r>
            <a:r>
              <a:rPr lang="el-GR" dirty="0"/>
              <a:t>Ω</a:t>
            </a:r>
            <a:r>
              <a:rPr lang="en-US" dirty="0"/>
              <a:t>(n)</a:t>
            </a:r>
          </a:p>
          <a:p>
            <a:r>
              <a:rPr lang="en-US" dirty="0"/>
              <a:t>Example 5: 3n</a:t>
            </a:r>
            <a:r>
              <a:rPr lang="en-US" baseline="30000" dirty="0"/>
              <a:t>2</a:t>
            </a:r>
            <a:r>
              <a:rPr lang="en-US" dirty="0"/>
              <a:t>+2n is </a:t>
            </a:r>
            <a:r>
              <a:rPr lang="el-GR" dirty="0"/>
              <a:t>ω</a:t>
            </a:r>
            <a:r>
              <a:rPr lang="en-US" dirty="0"/>
              <a:t>(n)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17932-6802-4057-BC59-9DDCB3885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43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5328FC0-EB08-4811-BD49-FA80B6E8DB84}"/>
                  </a:ext>
                </a:extLst>
              </p14:cNvPr>
              <p14:cNvContentPartPr/>
              <p14:nvPr/>
            </p14:nvContentPartPr>
            <p14:xfrm>
              <a:off x="863640" y="1020240"/>
              <a:ext cx="11186640" cy="5505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5328FC0-EB08-4811-BD49-FA80B6E8DB8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4280" y="1010880"/>
                <a:ext cx="11205360" cy="552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6556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353DD-3EF8-4CC2-9920-332DFD063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Asymptotically tight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07107-5804-42D5-BF0D-24444AA6A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Theta, commonly written as </a:t>
            </a:r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is an Asymptotic Notation to denote the </a:t>
            </a:r>
            <a:r>
              <a:rPr lang="en-US" sz="32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asymptotically tight bound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on the growth rate of runtime of an algorithm.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if f(n) is O(g(n)), and f(n) is O(h(n)) and if g(n) is O(h(n)) then g(n) is called the asymptotically tight notation.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63465-161A-468C-86C6-9CF798CB1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5934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76FD7-E366-4460-BD9D-D21B64AE9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Asymptotically tight notation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C2785-EA90-403D-BEDB-CF605C9B9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sz="2400" b="0" i="0" dirty="0">
                <a:solidFill>
                  <a:srgbClr val="2124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 for log(n) we could say: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2124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log(n) is O(</a:t>
            </a:r>
            <a:r>
              <a:rPr lang="en-US" sz="2400" b="0" i="0" dirty="0" err="1">
                <a:solidFill>
                  <a:srgbClr val="2124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n^n</a:t>
            </a:r>
            <a:r>
              <a:rPr lang="en-US" sz="2400" b="0" i="0" dirty="0">
                <a:solidFill>
                  <a:srgbClr val="2124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since log(n) grows asymptotically no faster than </a:t>
            </a:r>
            <a:r>
              <a:rPr lang="en-US" sz="2400" b="0" i="0" dirty="0" err="1">
                <a:solidFill>
                  <a:srgbClr val="2124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n^n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2124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log(n) is O(n) since log(n) grows asymptotically no faster than 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2124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log(n) is O(log(n)) since log(n) grows asymptotically no faster than log(n)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2124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went from </a:t>
            </a:r>
            <a:r>
              <a:rPr lang="en-US" sz="2400" b="1" i="0" dirty="0">
                <a:solidFill>
                  <a:srgbClr val="2124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loose upper bounds to a tight upper bound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2400" b="0" i="0" dirty="0">
                <a:solidFill>
                  <a:srgbClr val="2124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log(n) is </a:t>
            </a:r>
            <a:r>
              <a:rPr lang="el-GR" sz="2400" b="0" i="0" dirty="0">
                <a:solidFill>
                  <a:srgbClr val="2124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Ω(1) </a:t>
            </a:r>
            <a:r>
              <a:rPr lang="en-US" sz="2400" b="0" i="0" dirty="0">
                <a:solidFill>
                  <a:srgbClr val="2124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since log(n) grows asymptotically no slower than 1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2124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log(n) is </a:t>
            </a:r>
            <a:r>
              <a:rPr lang="el-GR" sz="2400" b="0" i="0" dirty="0">
                <a:solidFill>
                  <a:srgbClr val="2124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Ω(</a:t>
            </a:r>
            <a:r>
              <a:rPr lang="en-US" sz="2400" b="0" i="0" dirty="0">
                <a:solidFill>
                  <a:srgbClr val="2124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log(log(n))) since log(n) grows asymptotically no slower than log(log(n))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2124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log(n) is </a:t>
            </a:r>
            <a:r>
              <a:rPr lang="el-GR" sz="2400" b="0" i="0" dirty="0">
                <a:solidFill>
                  <a:srgbClr val="2124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Ω(</a:t>
            </a:r>
            <a:r>
              <a:rPr lang="en-US" sz="2400" b="0" i="0" dirty="0">
                <a:solidFill>
                  <a:srgbClr val="2124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log(n)) since log(n) grows asymptotically no slower than log(n)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i="0" dirty="0">
                <a:solidFill>
                  <a:srgbClr val="2124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went from </a:t>
            </a:r>
            <a:r>
              <a:rPr lang="en-US" sz="2400" b="1" i="0" dirty="0">
                <a:solidFill>
                  <a:srgbClr val="2124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loose lower bounds to a tight lower bound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2400" b="0" i="0" dirty="0">
                <a:solidFill>
                  <a:srgbClr val="2124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Since we have log(n) is O(log(n)) and </a:t>
            </a:r>
            <a:r>
              <a:rPr lang="el-GR" sz="2400" b="0" i="0" dirty="0">
                <a:solidFill>
                  <a:srgbClr val="2124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Ω(</a:t>
            </a:r>
            <a:r>
              <a:rPr lang="en-US" sz="2400" b="0" i="0" dirty="0">
                <a:solidFill>
                  <a:srgbClr val="2124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log(n)) we can say that log(n) is </a:t>
            </a:r>
            <a:r>
              <a:rPr lang="el-GR" sz="2400" b="0" i="0" dirty="0">
                <a:solidFill>
                  <a:srgbClr val="2124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Θ(</a:t>
            </a:r>
            <a:r>
              <a:rPr lang="en-US" sz="2400" b="0" i="0" dirty="0">
                <a:solidFill>
                  <a:srgbClr val="2124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log(n)).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2DB2A-9ECF-4F08-9423-3811A107A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9116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C2D36-DC70-4B1F-91E9-3A6A2DB3E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FDE87-A1F4-42F6-9DC4-3E58D2E48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3EA24-F3AB-44B3-97D1-44DFC8A10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46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5E4B22-6A39-4136-8AAC-2A545008C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1870075"/>
            <a:ext cx="8515350" cy="4714875"/>
          </a:xfrm>
          <a:prstGeom prst="rect">
            <a:avLst/>
          </a:prstGeom>
        </p:spPr>
      </p:pic>
      <p:pic>
        <p:nvPicPr>
          <p:cNvPr id="3074" name="Picture 2" descr="The check mark is a predominant affirmative symbol of convenience in the  English-speaking world because of its instant an… | Image icon, Flower png  images, Clip art">
            <a:extLst>
              <a:ext uri="{FF2B5EF4-FFF2-40B4-BE49-F238E27FC236}">
                <a16:creationId xmlns:a16="http://schemas.microsoft.com/office/drawing/2014/main" id="{7590A2D4-0D9F-47D3-8FC1-90BC6943F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38" y="3850552"/>
            <a:ext cx="490537" cy="454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2110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3247D-8BB3-4AA8-B0EC-E1053873B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01187-B757-452E-AC58-70326CCF6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163A3-096C-4968-84FA-0C910EC2C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47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0012E3-B0CF-4C30-9A01-D8FDC1AB1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08175"/>
            <a:ext cx="9096375" cy="4010025"/>
          </a:xfrm>
          <a:prstGeom prst="rect">
            <a:avLst/>
          </a:prstGeom>
        </p:spPr>
      </p:pic>
      <p:pic>
        <p:nvPicPr>
          <p:cNvPr id="7" name="Picture 2" descr="The check mark is a predominant affirmative symbol of convenience in the  English-speaking world because of its instant an… | Image icon, Flower png  images, Clip art">
            <a:extLst>
              <a:ext uri="{FF2B5EF4-FFF2-40B4-BE49-F238E27FC236}">
                <a16:creationId xmlns:a16="http://schemas.microsoft.com/office/drawing/2014/main" id="{23A4313D-5229-4EF3-8C74-3BCB24212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812" y="3269527"/>
            <a:ext cx="490537" cy="454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The check mark is a predominant affirmative symbol of convenience in the  English-speaking world because of its instant an… | Image icon, Flower png  images, Clip art">
            <a:extLst>
              <a:ext uri="{FF2B5EF4-FFF2-40B4-BE49-F238E27FC236}">
                <a16:creationId xmlns:a16="http://schemas.microsoft.com/office/drawing/2014/main" id="{5C523945-16BD-46AF-8DB1-0B19D2C5F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9088" y="4139116"/>
            <a:ext cx="490537" cy="454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The check mark is a predominant affirmative symbol of convenience in the  English-speaking world because of its instant an… | Image icon, Flower png  images, Clip art">
            <a:extLst>
              <a:ext uri="{FF2B5EF4-FFF2-40B4-BE49-F238E27FC236}">
                <a16:creationId xmlns:a16="http://schemas.microsoft.com/office/drawing/2014/main" id="{E128814C-9DED-42C1-81C6-05AFDC938B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812" y="5193577"/>
            <a:ext cx="490537" cy="454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42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E8344-7A73-406C-8FCB-99D5AB389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5107B-99EC-468F-B095-1FA585952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9DD2B-7D62-49CD-AAB0-EBA27E53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48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5EAFCA-2F8F-4C68-90CA-EF6007CEE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70074"/>
            <a:ext cx="9094163" cy="4441825"/>
          </a:xfrm>
          <a:prstGeom prst="rect">
            <a:avLst/>
          </a:prstGeom>
        </p:spPr>
      </p:pic>
      <p:pic>
        <p:nvPicPr>
          <p:cNvPr id="7" name="Picture 2" descr="The check mark is a predominant affirmative symbol of convenience in the  English-speaking world because of its instant an… | Image icon, Flower png  images, Clip art">
            <a:extLst>
              <a:ext uri="{FF2B5EF4-FFF2-40B4-BE49-F238E27FC236}">
                <a16:creationId xmlns:a16="http://schemas.microsoft.com/office/drawing/2014/main" id="{9C0DA7E3-FF36-406A-BA17-84D494A93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612" y="4469677"/>
            <a:ext cx="490537" cy="454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057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C150C-6E1E-4EDB-A65D-5B4898C4B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Ordering functions by growth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8E1F6-A317-49A7-AA58-09AA2DB7C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AF697-6E91-4500-877A-A218A2C45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49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14AF6C-78F5-42CB-8146-6DA31EE0F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37" y="1680369"/>
            <a:ext cx="89602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5882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C150C-6E1E-4EDB-A65D-5B4898C4B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Ordering functions by growth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8E1F6-A317-49A7-AA58-09AA2DB7C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94979"/>
            <a:ext cx="10515600" cy="781983"/>
          </a:xfrm>
        </p:spPr>
        <p:txBody>
          <a:bodyPr>
            <a:norm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 the point at which the function sqrt(</a:t>
            </a:r>
            <a:r>
              <a:rPr lang="en-US" sz="2400" b="1" i="1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n) </a:t>
            </a:r>
            <a:r>
              <a:rPr lang="en-US" sz="2400" b="1" i="0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dominates log</a:t>
            </a:r>
            <a:r>
              <a:rPr lang="en-US" sz="2400" b="1" i="0" u="none" strike="noStrike" baseline="30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i="0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1" i="0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AF697-6E91-4500-877A-A218A2C45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50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6642F3-A52B-4C27-A917-DEA166BA0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6575"/>
            <a:ext cx="10703560" cy="358840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9DE1F7C-2D97-A85F-B7E3-E77A764D4281}"/>
                  </a:ext>
                </a:extLst>
              </p14:cNvPr>
              <p14:cNvContentPartPr/>
              <p14:nvPr/>
            </p14:nvContentPartPr>
            <p14:xfrm>
              <a:off x="3289320" y="4591080"/>
              <a:ext cx="1638720" cy="641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9DE1F7C-2D97-A85F-B7E3-E77A764D428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79960" y="4581720"/>
                <a:ext cx="1657440" cy="66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8326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C150C-6E1E-4EDB-A65D-5B4898C4B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Logarithmic and Exponent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8E1F6-A317-49A7-AA58-09AA2DB7C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i="0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sz="2400" b="0" i="1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0" i="0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0" i="1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="0" i="0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0" i="1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2400" b="0" i="0" u="none" strike="noStrike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positive real numbers. We have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AF697-6E91-4500-877A-A218A2C45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51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74D0B5-3EF5-4283-A7F1-44372ABC5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4" y="2360096"/>
            <a:ext cx="3724275" cy="333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0978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0B652-B192-4F58-9796-1CA840640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Try yourself!!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99D943-9136-45A6-9770-D6937E6A7A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Order the following growth rates in ascending order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dirty="0"/>
                  <a:t>Order these asymptotic notations by increasing growth rate.</a:t>
                </a:r>
              </a:p>
              <a:p>
                <a:pPr marL="0" marR="0" indent="0">
                  <a:lnSpc>
                    <a:spcPct val="115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	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type m:val="lin"/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𝑙𝑜𝑔𝑛</m:t>
                            </m:r>
                          </m:den>
                        </m:f>
                      </m:sup>
                    </m:sSup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     </m:t>
                    </m:r>
                    <m:sSup>
                      <m:sSup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      (</m:t>
                        </m:r>
                        <m:f>
                          <m:f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𝑙𝑜𝑔𝑙𝑜𝑔𝑛</m:t>
                        </m:r>
                      </m:sup>
                    </m:sSup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,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func>
                          <m:func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func>
                      </m:e>
                      <m:sup>
                        <m:func>
                          <m:func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func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99D943-9136-45A6-9770-D6937E6A7A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2820C-8719-4973-A3D8-C50470B70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52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09F5ED-E369-4578-B11E-AB3A8C8C1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533650"/>
            <a:ext cx="5904470" cy="8953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0CD7F2B-FDDF-5B00-7EB4-A939ED5BF7BD}"/>
                  </a:ext>
                </a:extLst>
              </p14:cNvPr>
              <p14:cNvContentPartPr/>
              <p14:nvPr/>
            </p14:nvContentPartPr>
            <p14:xfrm>
              <a:off x="1730520" y="2156400"/>
              <a:ext cx="5507280" cy="1851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0CD7F2B-FDDF-5B00-7EB4-A939ED5BF7B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21160" y="2147040"/>
                <a:ext cx="5526000" cy="18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317F33B-4AAF-CE2B-7F71-28C34427415F}"/>
                  </a:ext>
                </a:extLst>
              </p14:cNvPr>
              <p14:cNvContentPartPr/>
              <p14:nvPr/>
            </p14:nvContentPartPr>
            <p14:xfrm>
              <a:off x="2215080" y="4731480"/>
              <a:ext cx="5022720" cy="704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317F33B-4AAF-CE2B-7F71-28C34427415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05720" y="4722120"/>
                <a:ext cx="5041440" cy="72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1849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92CC03A4-2585-431C-96AC-BD2E65D896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Solving Recurrences</a:t>
            </a:r>
            <a:endParaRPr lang="en-US" altLang="en-US" dirty="0"/>
          </a:p>
        </p:txBody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68423217-5738-4677-81AB-1B46C5FA66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1037" y="1654177"/>
            <a:ext cx="10829925" cy="4964114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en-US" sz="2400" dirty="0"/>
              <a:t>An equation or inequality that describes a function in terms of its value on smaller inputs.</a:t>
            </a: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en-US" sz="2400" dirty="0"/>
              <a:t>				 </a:t>
            </a:r>
            <a:r>
              <a:rPr lang="en-US" altLang="en-US" sz="2400" dirty="0">
                <a:latin typeface="Comic Sans MS" panose="030F0702030302020204" pitchFamily="66" charset="0"/>
              </a:rPr>
              <a:t>T(n) = T(n-1) + n</a:t>
            </a:r>
            <a:endParaRPr lang="en-US" altLang="en-US" sz="2400" dirty="0"/>
          </a:p>
          <a:p>
            <a:pPr>
              <a:lnSpc>
                <a:spcPct val="130000"/>
              </a:lnSpc>
            </a:pPr>
            <a:r>
              <a:rPr lang="en-US" altLang="en-US" sz="2400" dirty="0">
                <a:solidFill>
                  <a:srgbClr val="CC0000"/>
                </a:solidFill>
              </a:rPr>
              <a:t>Recurrences arise when an algorithm contains recursive calls to itself</a:t>
            </a:r>
          </a:p>
          <a:p>
            <a:pPr>
              <a:lnSpc>
                <a:spcPct val="160000"/>
              </a:lnSpc>
            </a:pPr>
            <a:r>
              <a:rPr lang="en-US" altLang="en-US" sz="2400" dirty="0"/>
              <a:t>What is the actual running time of the algorithm?</a:t>
            </a:r>
          </a:p>
          <a:p>
            <a:pPr>
              <a:lnSpc>
                <a:spcPct val="130000"/>
              </a:lnSpc>
            </a:pPr>
            <a:r>
              <a:rPr lang="en-US" altLang="en-US" sz="2400" dirty="0"/>
              <a:t>Need to solve the recurrence	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Find an explicit formula of the expression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Bound the recurrence by an expression that involves 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CAE908-E418-44BC-B84F-BD59E850A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>
            <a:extLst>
              <a:ext uri="{FF2B5EF4-FFF2-40B4-BE49-F238E27FC236}">
                <a16:creationId xmlns:a16="http://schemas.microsoft.com/office/drawing/2014/main" id="{9C3E148E-14E5-408B-896F-5A48F202F4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Example Recurrences</a:t>
            </a:r>
          </a:p>
        </p:txBody>
      </p:sp>
      <p:sp>
        <p:nvSpPr>
          <p:cNvPr id="220163" name="Rectangle 3">
            <a:extLst>
              <a:ext uri="{FF2B5EF4-FFF2-40B4-BE49-F238E27FC236}">
                <a16:creationId xmlns:a16="http://schemas.microsoft.com/office/drawing/2014/main" id="{D513F2E8-8EB0-4CDB-8B9B-7EAD94D4FD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latin typeface="Comic Sans MS" panose="030F0702030302020204" pitchFamily="66" charset="0"/>
              </a:rPr>
              <a:t>T(n) = T(n-1) + n			</a:t>
            </a:r>
            <a:r>
              <a:rPr lang="el-GR" altLang="en-US">
                <a:latin typeface="Comic Sans MS" panose="030F0702030302020204" pitchFamily="66" charset="0"/>
              </a:rPr>
              <a:t>Θ</a:t>
            </a:r>
            <a:r>
              <a:rPr lang="en-US" altLang="en-US">
                <a:latin typeface="Comic Sans MS" panose="030F0702030302020204" pitchFamily="66" charset="0"/>
              </a:rPr>
              <a:t>(n</a:t>
            </a:r>
            <a:r>
              <a:rPr lang="en-US" altLang="en-US" baseline="30000">
                <a:latin typeface="Comic Sans MS" panose="030F0702030302020204" pitchFamily="66" charset="0"/>
              </a:rPr>
              <a:t>2</a:t>
            </a:r>
            <a:r>
              <a:rPr lang="en-US" altLang="en-US">
                <a:latin typeface="Comic Sans MS" panose="030F0702030302020204" pitchFamily="66" charset="0"/>
              </a:rPr>
              <a:t>)</a:t>
            </a:r>
            <a:endParaRPr lang="el-GR" altLang="en-US">
              <a:latin typeface="Comic Sans MS" panose="030F0702030302020204" pitchFamily="66" charset="0"/>
            </a:endParaRPr>
          </a:p>
          <a:p>
            <a:pPr lvl="1"/>
            <a:r>
              <a:rPr lang="en-US" altLang="en-US"/>
              <a:t>Recursive algorithm that loops through the input to eliminate one item</a:t>
            </a:r>
          </a:p>
          <a:p>
            <a:r>
              <a:rPr lang="en-US" altLang="en-US">
                <a:latin typeface="Comic Sans MS" panose="030F0702030302020204" pitchFamily="66" charset="0"/>
              </a:rPr>
              <a:t>T(n) = T(n/2) + c			</a:t>
            </a:r>
            <a:r>
              <a:rPr lang="el-GR" altLang="en-US">
                <a:latin typeface="Comic Sans MS" panose="030F0702030302020204" pitchFamily="66" charset="0"/>
              </a:rPr>
              <a:t>Θ</a:t>
            </a:r>
            <a:r>
              <a:rPr lang="en-US" altLang="en-US">
                <a:latin typeface="Comic Sans MS" panose="030F0702030302020204" pitchFamily="66" charset="0"/>
              </a:rPr>
              <a:t>(lgn)</a:t>
            </a:r>
          </a:p>
          <a:p>
            <a:pPr lvl="1"/>
            <a:r>
              <a:rPr lang="en-US" altLang="en-US"/>
              <a:t>Recursive algorithm that halves the input in one step</a:t>
            </a:r>
          </a:p>
          <a:p>
            <a:r>
              <a:rPr lang="en-US" altLang="en-US">
                <a:latin typeface="Comic Sans MS" panose="030F0702030302020204" pitchFamily="66" charset="0"/>
              </a:rPr>
              <a:t>T(n) = T(n/2) + n			</a:t>
            </a:r>
            <a:r>
              <a:rPr lang="el-GR" altLang="en-US">
                <a:latin typeface="Comic Sans MS" panose="030F0702030302020204" pitchFamily="66" charset="0"/>
              </a:rPr>
              <a:t>Θ</a:t>
            </a:r>
            <a:r>
              <a:rPr lang="en-US" altLang="en-US">
                <a:latin typeface="Comic Sans MS" panose="030F0702030302020204" pitchFamily="66" charset="0"/>
              </a:rPr>
              <a:t>(n)</a:t>
            </a:r>
          </a:p>
          <a:p>
            <a:pPr lvl="1"/>
            <a:r>
              <a:rPr lang="en-US" altLang="en-US"/>
              <a:t>Recursive algorithm that halves the input but must examine every item in the input</a:t>
            </a:r>
          </a:p>
          <a:p>
            <a:r>
              <a:rPr lang="en-US" altLang="en-US">
                <a:latin typeface="Comic Sans MS" panose="030F0702030302020204" pitchFamily="66" charset="0"/>
              </a:rPr>
              <a:t>T(n) = 2T(n/2) + 1			</a:t>
            </a:r>
            <a:r>
              <a:rPr lang="el-GR" altLang="en-US">
                <a:latin typeface="Comic Sans MS" panose="030F0702030302020204" pitchFamily="66" charset="0"/>
              </a:rPr>
              <a:t>Θ</a:t>
            </a:r>
            <a:r>
              <a:rPr lang="en-US" altLang="en-US">
                <a:latin typeface="Comic Sans MS" panose="030F0702030302020204" pitchFamily="66" charset="0"/>
              </a:rPr>
              <a:t>(n)</a:t>
            </a:r>
          </a:p>
          <a:p>
            <a:pPr lvl="1"/>
            <a:r>
              <a:rPr lang="en-US" altLang="en-US"/>
              <a:t>Recursive algorithm that splits the input into 2 halves and does a constant amount of other work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1315B9-621E-4A86-9E2B-E0C19446E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6">
            <a:extLst>
              <a:ext uri="{FF2B5EF4-FFF2-40B4-BE49-F238E27FC236}">
                <a16:creationId xmlns:a16="http://schemas.microsoft.com/office/drawing/2014/main" id="{A7E6EA8A-690F-4F2F-BB96-A54BBD8575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882604-ACA0-4474-ADDC-6F4CAE7900EB}" type="slidenum">
              <a:rPr lang="en-US" altLang="en-US"/>
              <a:pPr/>
              <a:t>55</a:t>
            </a:fld>
            <a:endParaRPr lang="en-US" altLang="en-US"/>
          </a:p>
        </p:txBody>
      </p:sp>
      <p:sp>
        <p:nvSpPr>
          <p:cNvPr id="221186" name="Rectangle 2">
            <a:extLst>
              <a:ext uri="{FF2B5EF4-FFF2-40B4-BE49-F238E27FC236}">
                <a16:creationId xmlns:a16="http://schemas.microsoft.com/office/drawing/2014/main" id="{931AA7E1-4255-4BF7-89F6-C94DBE987E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b="1" dirty="0"/>
              <a:t>Recurrent Algorithms - BINARY-SEARCH</a:t>
            </a:r>
          </a:p>
        </p:txBody>
      </p:sp>
      <p:sp>
        <p:nvSpPr>
          <p:cNvPr id="221187" name="Rectangle 3">
            <a:extLst>
              <a:ext uri="{FF2B5EF4-FFF2-40B4-BE49-F238E27FC236}">
                <a16:creationId xmlns:a16="http://schemas.microsoft.com/office/drawing/2014/main" id="{E0D599D7-C6B1-469D-901F-69ACEFF99A2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038228" y="1214438"/>
            <a:ext cx="9020172" cy="5262562"/>
          </a:xfrm>
        </p:spPr>
        <p:txBody>
          <a:bodyPr>
            <a:normAutofit lnSpcReduction="10000"/>
          </a:bodyPr>
          <a:lstStyle/>
          <a:p>
            <a:pPr marL="457200" indent="-457200"/>
            <a:r>
              <a:rPr lang="en-US" altLang="en-US" sz="2400" dirty="0">
                <a:sym typeface="Symbol" panose="05050102010706020507" pitchFamily="18" charset="2"/>
              </a:rPr>
              <a:t>for an ordered array A, finds if 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 is in the array A[lo…hi]</a:t>
            </a:r>
          </a:p>
          <a:p>
            <a:pPr marL="457200" indent="-457200"/>
            <a:endParaRPr lang="en-US" altLang="en-US" sz="2400" dirty="0">
              <a:sym typeface="Symbol" panose="05050102010706020507" pitchFamily="18" charset="2"/>
            </a:endParaRPr>
          </a:p>
          <a:p>
            <a:pPr marL="457200" indent="-457200">
              <a:buNone/>
            </a:pPr>
            <a:r>
              <a:rPr lang="en-US" altLang="en-US" sz="2400" dirty="0">
                <a:solidFill>
                  <a:srgbClr val="DD0111"/>
                </a:solidFill>
                <a:latin typeface="Monotype Corsiva" panose="03010101010201010101" pitchFamily="66" charset="0"/>
                <a:sym typeface="Symbol" panose="05050102010706020507" pitchFamily="18" charset="2"/>
              </a:rPr>
              <a:t>Alg.:</a:t>
            </a:r>
            <a:r>
              <a:rPr lang="en-US" altLang="en-US" sz="2400" dirty="0">
                <a:sym typeface="Symbol" panose="05050102010706020507" pitchFamily="18" charset="2"/>
              </a:rPr>
              <a:t> BINARY-SEARCH (A, lo, hi, x) </a:t>
            </a:r>
          </a:p>
          <a:p>
            <a:pPr marL="457200" indent="-457200">
              <a:buNone/>
            </a:pPr>
            <a:r>
              <a:rPr lang="en-US" altLang="en-US" sz="900" dirty="0">
                <a:sym typeface="Symbol" panose="05050102010706020507" pitchFamily="18" charset="2"/>
              </a:rPr>
              <a:t>	</a:t>
            </a:r>
          </a:p>
          <a:p>
            <a:pPr marL="457200" indent="-45720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  <a:r>
              <a:rPr lang="en-US" altLang="en-US" sz="2400" b="1" dirty="0">
                <a:sym typeface="Symbol" panose="05050102010706020507" pitchFamily="18" charset="2"/>
              </a:rPr>
              <a:t>if</a:t>
            </a:r>
            <a:r>
              <a:rPr lang="en-US" altLang="en-US" sz="2400" dirty="0">
                <a:sym typeface="Symbol" panose="05050102010706020507" pitchFamily="18" charset="2"/>
              </a:rPr>
              <a:t> (lo &gt; hi)</a:t>
            </a:r>
          </a:p>
          <a:p>
            <a:pPr marL="457200" indent="-45720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</a:t>
            </a:r>
            <a:r>
              <a:rPr lang="en-US" altLang="en-US" sz="2400" b="1" dirty="0">
                <a:sym typeface="Symbol" panose="05050102010706020507" pitchFamily="18" charset="2"/>
              </a:rPr>
              <a:t>return</a:t>
            </a:r>
            <a:r>
              <a:rPr lang="en-US" altLang="en-US" sz="2400" dirty="0">
                <a:sym typeface="Symbol" panose="05050102010706020507" pitchFamily="18" charset="2"/>
              </a:rPr>
              <a:t> FALSE</a:t>
            </a:r>
          </a:p>
          <a:p>
            <a:pPr marL="457200" indent="-45720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mid  (</a:t>
            </a:r>
            <a:r>
              <a:rPr lang="en-US" altLang="en-US" sz="2400" dirty="0" err="1">
                <a:sym typeface="Symbol" panose="05050102010706020507" pitchFamily="18" charset="2"/>
              </a:rPr>
              <a:t>lo+hi</a:t>
            </a:r>
            <a:r>
              <a:rPr lang="en-US" altLang="en-US" sz="2400" dirty="0">
                <a:sym typeface="Symbol" panose="05050102010706020507" pitchFamily="18" charset="2"/>
              </a:rPr>
              <a:t>)/2</a:t>
            </a:r>
          </a:p>
          <a:p>
            <a:pPr marL="457200" indent="-45720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  <a:r>
              <a:rPr lang="en-US" altLang="en-US" sz="2400" b="1" dirty="0">
                <a:sym typeface="Symbol" panose="05050102010706020507" pitchFamily="18" charset="2"/>
              </a:rPr>
              <a:t>if</a:t>
            </a:r>
            <a:r>
              <a:rPr lang="en-US" altLang="en-US" sz="2400" dirty="0">
                <a:sym typeface="Symbol" panose="05050102010706020507" pitchFamily="18" charset="2"/>
              </a:rPr>
              <a:t> x = A[mid]</a:t>
            </a:r>
          </a:p>
          <a:p>
            <a:pPr marL="457200" indent="-45720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return TRUE</a:t>
            </a:r>
          </a:p>
          <a:p>
            <a:pPr marL="457200" indent="-45720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  <a:r>
              <a:rPr lang="en-US" altLang="en-US" sz="2400" b="1" dirty="0">
                <a:sym typeface="Symbol" panose="05050102010706020507" pitchFamily="18" charset="2"/>
              </a:rPr>
              <a:t>if</a:t>
            </a:r>
            <a:r>
              <a:rPr lang="en-US" altLang="en-US" sz="2400" dirty="0">
                <a:sym typeface="Symbol" panose="05050102010706020507" pitchFamily="18" charset="2"/>
              </a:rPr>
              <a:t> ( x &lt; A[mid] )</a:t>
            </a:r>
          </a:p>
          <a:p>
            <a:pPr marL="457200" indent="-45720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BINARY-SEARCH (A, lo, mid-1, x)</a:t>
            </a:r>
          </a:p>
          <a:p>
            <a:pPr marL="457200" indent="-45720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  <a:r>
              <a:rPr lang="en-US" altLang="en-US" sz="2400" b="1" dirty="0">
                <a:sym typeface="Symbol" panose="05050102010706020507" pitchFamily="18" charset="2"/>
              </a:rPr>
              <a:t>if</a:t>
            </a:r>
            <a:r>
              <a:rPr lang="en-US" altLang="en-US" sz="2400" dirty="0">
                <a:sym typeface="Symbol" panose="05050102010706020507" pitchFamily="18" charset="2"/>
              </a:rPr>
              <a:t> ( x &gt; A[mid] )</a:t>
            </a:r>
          </a:p>
          <a:p>
            <a:pPr marL="457200" indent="-45720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 		BINARY-SEARCH (A, mid+1, hi, x)</a:t>
            </a:r>
          </a:p>
        </p:txBody>
      </p:sp>
      <p:grpSp>
        <p:nvGrpSpPr>
          <p:cNvPr id="221188" name="Group 4">
            <a:extLst>
              <a:ext uri="{FF2B5EF4-FFF2-40B4-BE49-F238E27FC236}">
                <a16:creationId xmlns:a16="http://schemas.microsoft.com/office/drawing/2014/main" id="{828EEA6E-1786-452A-BA7D-63934FCFF3F9}"/>
              </a:ext>
            </a:extLst>
          </p:cNvPr>
          <p:cNvGrpSpPr>
            <a:grpSpLocks/>
          </p:cNvGrpSpPr>
          <p:nvPr/>
        </p:nvGrpSpPr>
        <p:grpSpPr bwMode="auto">
          <a:xfrm>
            <a:off x="6110288" y="2325689"/>
            <a:ext cx="4267200" cy="1665287"/>
            <a:chOff x="2736" y="1872"/>
            <a:chExt cx="2688" cy="1049"/>
          </a:xfrm>
        </p:grpSpPr>
        <p:grpSp>
          <p:nvGrpSpPr>
            <p:cNvPr id="221189" name="Group 5">
              <a:extLst>
                <a:ext uri="{FF2B5EF4-FFF2-40B4-BE49-F238E27FC236}">
                  <a16:creationId xmlns:a16="http://schemas.microsoft.com/office/drawing/2014/main" id="{53C34190-3B8F-491B-895B-5DDBF13CDA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6" y="1872"/>
              <a:ext cx="2688" cy="480"/>
              <a:chOff x="528" y="1392"/>
              <a:chExt cx="2688" cy="480"/>
            </a:xfrm>
          </p:grpSpPr>
          <p:grpSp>
            <p:nvGrpSpPr>
              <p:cNvPr id="221190" name="Group 6">
                <a:extLst>
                  <a:ext uri="{FF2B5EF4-FFF2-40B4-BE49-F238E27FC236}">
                    <a16:creationId xmlns:a16="http://schemas.microsoft.com/office/drawing/2014/main" id="{5F5A9F66-2618-4376-ADA2-09C88D968A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8" y="1584"/>
                <a:ext cx="2688" cy="288"/>
                <a:chOff x="528" y="1440"/>
                <a:chExt cx="2688" cy="288"/>
              </a:xfrm>
            </p:grpSpPr>
            <p:sp>
              <p:nvSpPr>
                <p:cNvPr id="221191" name="Rectangle 7">
                  <a:extLst>
                    <a:ext uri="{FF2B5EF4-FFF2-40B4-BE49-F238E27FC236}">
                      <a16:creationId xmlns:a16="http://schemas.microsoft.com/office/drawing/2014/main" id="{89616DA3-D952-4877-A898-C07D75A691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0" y="1440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FontTx/>
                    <a:buNone/>
                  </a:pPr>
                  <a:r>
                    <a:rPr lang="en-US" altLang="en-US"/>
                    <a:t>12</a:t>
                  </a:r>
                  <a:endParaRPr lang="en-US" altLang="en-US" baseline="-25000"/>
                </a:p>
              </p:txBody>
            </p:sp>
            <p:sp>
              <p:nvSpPr>
                <p:cNvPr id="221192" name="Rectangle 8">
                  <a:extLst>
                    <a:ext uri="{FF2B5EF4-FFF2-40B4-BE49-F238E27FC236}">
                      <a16:creationId xmlns:a16="http://schemas.microsoft.com/office/drawing/2014/main" id="{AD5A036B-EBBD-4AC6-90E4-3DF1217FA2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4" y="1440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FontTx/>
                    <a:buNone/>
                  </a:pPr>
                  <a:r>
                    <a:rPr lang="en-US" altLang="en-US"/>
                    <a:t>11</a:t>
                  </a:r>
                  <a:endParaRPr lang="en-US" altLang="en-US" baseline="-25000"/>
                </a:p>
              </p:txBody>
            </p:sp>
            <p:sp>
              <p:nvSpPr>
                <p:cNvPr id="221193" name="Rectangle 9">
                  <a:extLst>
                    <a:ext uri="{FF2B5EF4-FFF2-40B4-BE49-F238E27FC236}">
                      <a16:creationId xmlns:a16="http://schemas.microsoft.com/office/drawing/2014/main" id="{67A04336-12A6-4E40-8847-24773E5ACD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8" y="1440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FontTx/>
                    <a:buNone/>
                  </a:pPr>
                  <a:r>
                    <a:rPr lang="en-US" altLang="en-US"/>
                    <a:t>10</a:t>
                  </a:r>
                  <a:endParaRPr lang="en-US" altLang="en-US" baseline="-25000"/>
                </a:p>
              </p:txBody>
            </p:sp>
            <p:sp>
              <p:nvSpPr>
                <p:cNvPr id="221194" name="Rectangle 10">
                  <a:extLst>
                    <a:ext uri="{FF2B5EF4-FFF2-40B4-BE49-F238E27FC236}">
                      <a16:creationId xmlns:a16="http://schemas.microsoft.com/office/drawing/2014/main" id="{F78F9965-B280-41BF-BD4A-19709A61F9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72" y="1440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FontTx/>
                    <a:buNone/>
                  </a:pPr>
                  <a:r>
                    <a:rPr lang="en-US" altLang="en-US"/>
                    <a:t>9</a:t>
                  </a:r>
                  <a:endParaRPr lang="en-US" altLang="en-US" baseline="-25000"/>
                </a:p>
              </p:txBody>
            </p:sp>
            <p:sp>
              <p:nvSpPr>
                <p:cNvPr id="221195" name="Rectangle 11">
                  <a:extLst>
                    <a:ext uri="{FF2B5EF4-FFF2-40B4-BE49-F238E27FC236}">
                      <a16:creationId xmlns:a16="http://schemas.microsoft.com/office/drawing/2014/main" id="{0D052039-F0A3-4FB5-AD6C-E3F76B79BF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1440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FontTx/>
                    <a:buNone/>
                  </a:pPr>
                  <a:r>
                    <a:rPr lang="en-US" altLang="en-US"/>
                    <a:t>7</a:t>
                  </a:r>
                  <a:endParaRPr lang="en-US" altLang="en-US" baseline="-25000"/>
                </a:p>
              </p:txBody>
            </p:sp>
            <p:sp>
              <p:nvSpPr>
                <p:cNvPr id="221196" name="Rectangle 12">
                  <a:extLst>
                    <a:ext uri="{FF2B5EF4-FFF2-40B4-BE49-F238E27FC236}">
                      <a16:creationId xmlns:a16="http://schemas.microsoft.com/office/drawing/2014/main" id="{0A468059-2905-4176-9F20-ED6E556264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1440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FontTx/>
                    <a:buNone/>
                  </a:pPr>
                  <a:r>
                    <a:rPr lang="en-US" altLang="en-US"/>
                    <a:t>5</a:t>
                  </a:r>
                  <a:endParaRPr lang="en-US" altLang="en-US" baseline="-25000"/>
                </a:p>
              </p:txBody>
            </p:sp>
            <p:sp>
              <p:nvSpPr>
                <p:cNvPr id="221197" name="Rectangle 13">
                  <a:extLst>
                    <a:ext uri="{FF2B5EF4-FFF2-40B4-BE49-F238E27FC236}">
                      <a16:creationId xmlns:a16="http://schemas.microsoft.com/office/drawing/2014/main" id="{46D14C5D-971A-4AB9-9B21-1AA27D3ED7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4" y="1440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FontTx/>
                    <a:buNone/>
                  </a:pPr>
                  <a:r>
                    <a:rPr lang="en-US" altLang="en-US"/>
                    <a:t>3</a:t>
                  </a:r>
                  <a:endParaRPr lang="en-US" altLang="en-US" baseline="-25000"/>
                </a:p>
              </p:txBody>
            </p:sp>
            <p:sp>
              <p:nvSpPr>
                <p:cNvPr id="221198" name="Rectangle 14">
                  <a:extLst>
                    <a:ext uri="{FF2B5EF4-FFF2-40B4-BE49-F238E27FC236}">
                      <a16:creationId xmlns:a16="http://schemas.microsoft.com/office/drawing/2014/main" id="{46EE90F7-AEDD-4DE9-8FB6-E6EF74C296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" y="1440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>
                  <a:lvl1pPr>
                    <a:spcBef>
                      <a:spcPct val="20000"/>
                    </a:spcBef>
                    <a:buChar char="•"/>
                    <a:defRPr sz="2400"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1pPr>
                  <a:lvl2pPr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>
                    <a:spcBef>
                      <a:spcPct val="20000"/>
                    </a:spcBef>
                    <a:buChar char="•"/>
                    <a:defRPr>
                      <a:solidFill>
                        <a:schemeClr val="accent2"/>
                      </a:solidFill>
                      <a:latin typeface="Arial" panose="020B0604020202020204" pitchFamily="34" charset="0"/>
                    </a:defRPr>
                  </a:lvl3pPr>
                  <a:lvl4pPr>
                    <a:spcBef>
                      <a:spcPct val="20000"/>
                    </a:spcBef>
                    <a:buChar char="–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>
                    <a:spcBef>
                      <a:spcPct val="20000"/>
                    </a:spcBef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fontAlgn="base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FontTx/>
                    <a:buNone/>
                  </a:pPr>
                  <a:r>
                    <a:rPr lang="en-US" altLang="en-US"/>
                    <a:t>2</a:t>
                  </a:r>
                  <a:endParaRPr lang="en-US" altLang="en-US" baseline="-25000"/>
                </a:p>
              </p:txBody>
            </p:sp>
            <p:sp>
              <p:nvSpPr>
                <p:cNvPr id="221199" name="Line 15">
                  <a:extLst>
                    <a:ext uri="{FF2B5EF4-FFF2-40B4-BE49-F238E27FC236}">
                      <a16:creationId xmlns:a16="http://schemas.microsoft.com/office/drawing/2014/main" id="{CC004C2B-69FD-491C-B342-983008A430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1440"/>
                  <a:ext cx="2688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US"/>
                </a:p>
              </p:txBody>
            </p:sp>
            <p:sp>
              <p:nvSpPr>
                <p:cNvPr id="221200" name="Line 16">
                  <a:extLst>
                    <a:ext uri="{FF2B5EF4-FFF2-40B4-BE49-F238E27FC236}">
                      <a16:creationId xmlns:a16="http://schemas.microsoft.com/office/drawing/2014/main" id="{6D2E1F6F-5434-4B25-AA24-C5C0771370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1728"/>
                  <a:ext cx="2688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US"/>
                </a:p>
              </p:txBody>
            </p:sp>
            <p:sp>
              <p:nvSpPr>
                <p:cNvPr id="221201" name="Line 17">
                  <a:extLst>
                    <a:ext uri="{FF2B5EF4-FFF2-40B4-BE49-F238E27FC236}">
                      <a16:creationId xmlns:a16="http://schemas.microsoft.com/office/drawing/2014/main" id="{738CFF98-B919-44FF-8D84-95E3662CBE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1440"/>
                  <a:ext cx="0" cy="288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US"/>
                </a:p>
              </p:txBody>
            </p:sp>
            <p:sp>
              <p:nvSpPr>
                <p:cNvPr id="221202" name="Line 18">
                  <a:extLst>
                    <a:ext uri="{FF2B5EF4-FFF2-40B4-BE49-F238E27FC236}">
                      <a16:creationId xmlns:a16="http://schemas.microsoft.com/office/drawing/2014/main" id="{FD9C8C2F-74BE-41EF-AEC3-56CC4FB497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64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US"/>
                </a:p>
              </p:txBody>
            </p:sp>
            <p:sp>
              <p:nvSpPr>
                <p:cNvPr id="221203" name="Line 19">
                  <a:extLst>
                    <a:ext uri="{FF2B5EF4-FFF2-40B4-BE49-F238E27FC236}">
                      <a16:creationId xmlns:a16="http://schemas.microsoft.com/office/drawing/2014/main" id="{EB7D7655-B771-409A-8483-D8EF694498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00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US"/>
                </a:p>
              </p:txBody>
            </p:sp>
            <p:sp>
              <p:nvSpPr>
                <p:cNvPr id="221204" name="Line 20">
                  <a:extLst>
                    <a:ext uri="{FF2B5EF4-FFF2-40B4-BE49-F238E27FC236}">
                      <a16:creationId xmlns:a16="http://schemas.microsoft.com/office/drawing/2014/main" id="{5198A357-789C-4EA0-9689-C5C18DC2DC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US"/>
                </a:p>
              </p:txBody>
            </p:sp>
            <p:sp>
              <p:nvSpPr>
                <p:cNvPr id="221205" name="Line 21">
                  <a:extLst>
                    <a:ext uri="{FF2B5EF4-FFF2-40B4-BE49-F238E27FC236}">
                      <a16:creationId xmlns:a16="http://schemas.microsoft.com/office/drawing/2014/main" id="{B08F71EC-EC1B-4164-B247-BB0CCF404C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72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US"/>
                </a:p>
              </p:txBody>
            </p:sp>
            <p:sp>
              <p:nvSpPr>
                <p:cNvPr id="221206" name="Line 22">
                  <a:extLst>
                    <a:ext uri="{FF2B5EF4-FFF2-40B4-BE49-F238E27FC236}">
                      <a16:creationId xmlns:a16="http://schemas.microsoft.com/office/drawing/2014/main" id="{8A5B023C-64F2-4A79-B2C7-8A311CBBD0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8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US"/>
                </a:p>
              </p:txBody>
            </p:sp>
            <p:sp>
              <p:nvSpPr>
                <p:cNvPr id="221207" name="Line 23">
                  <a:extLst>
                    <a:ext uri="{FF2B5EF4-FFF2-40B4-BE49-F238E27FC236}">
                      <a16:creationId xmlns:a16="http://schemas.microsoft.com/office/drawing/2014/main" id="{5768CD50-D947-49B3-9A65-A22F37E135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44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US"/>
                </a:p>
              </p:txBody>
            </p:sp>
            <p:sp>
              <p:nvSpPr>
                <p:cNvPr id="221208" name="Line 24">
                  <a:extLst>
                    <a:ext uri="{FF2B5EF4-FFF2-40B4-BE49-F238E27FC236}">
                      <a16:creationId xmlns:a16="http://schemas.microsoft.com/office/drawing/2014/main" id="{11DA97A5-3BE6-4219-A2B4-9AAA1C4EE0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0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US"/>
                </a:p>
              </p:txBody>
            </p:sp>
            <p:sp>
              <p:nvSpPr>
                <p:cNvPr id="221209" name="Line 25">
                  <a:extLst>
                    <a:ext uri="{FF2B5EF4-FFF2-40B4-BE49-F238E27FC236}">
                      <a16:creationId xmlns:a16="http://schemas.microsoft.com/office/drawing/2014/main" id="{C4832228-A17C-4DFC-914C-A612B08322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6" y="1440"/>
                  <a:ext cx="0" cy="288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US"/>
                </a:p>
              </p:txBody>
            </p:sp>
          </p:grpSp>
          <p:sp>
            <p:nvSpPr>
              <p:cNvPr id="221210" name="Text Box 26">
                <a:extLst>
                  <a:ext uri="{FF2B5EF4-FFF2-40B4-BE49-F238E27FC236}">
                    <a16:creationId xmlns:a16="http://schemas.microsoft.com/office/drawing/2014/main" id="{1F2510C4-8471-4423-964C-A9BA383931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392"/>
                <a:ext cx="1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 sz="1000"/>
                  <a:t>1</a:t>
                </a:r>
              </a:p>
            </p:txBody>
          </p:sp>
          <p:sp>
            <p:nvSpPr>
              <p:cNvPr id="221211" name="Text Box 27">
                <a:extLst>
                  <a:ext uri="{FF2B5EF4-FFF2-40B4-BE49-F238E27FC236}">
                    <a16:creationId xmlns:a16="http://schemas.microsoft.com/office/drawing/2014/main" id="{F71ADB09-72F2-4E34-9E03-E8B4EEF1A2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0" y="1392"/>
                <a:ext cx="1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 sz="1000"/>
                  <a:t>2</a:t>
                </a:r>
              </a:p>
            </p:txBody>
          </p:sp>
          <p:sp>
            <p:nvSpPr>
              <p:cNvPr id="221212" name="Text Box 28">
                <a:extLst>
                  <a:ext uri="{FF2B5EF4-FFF2-40B4-BE49-F238E27FC236}">
                    <a16:creationId xmlns:a16="http://schemas.microsoft.com/office/drawing/2014/main" id="{6EC231E7-EC15-4059-A547-D613C7172F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6" y="1392"/>
                <a:ext cx="1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 sz="1000"/>
                  <a:t>3</a:t>
                </a:r>
              </a:p>
            </p:txBody>
          </p:sp>
          <p:sp>
            <p:nvSpPr>
              <p:cNvPr id="221213" name="Text Box 29">
                <a:extLst>
                  <a:ext uri="{FF2B5EF4-FFF2-40B4-BE49-F238E27FC236}">
                    <a16:creationId xmlns:a16="http://schemas.microsoft.com/office/drawing/2014/main" id="{FDD66DA2-9D5E-4198-8C28-63DFCE7C87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2" y="1392"/>
                <a:ext cx="1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 sz="1000"/>
                  <a:t>4</a:t>
                </a:r>
              </a:p>
            </p:txBody>
          </p:sp>
          <p:sp>
            <p:nvSpPr>
              <p:cNvPr id="221214" name="Text Box 30">
                <a:extLst>
                  <a:ext uri="{FF2B5EF4-FFF2-40B4-BE49-F238E27FC236}">
                    <a16:creationId xmlns:a16="http://schemas.microsoft.com/office/drawing/2014/main" id="{7285D839-E559-429A-AA9F-BCEBAEAB0C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1392"/>
                <a:ext cx="1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 sz="1000"/>
                  <a:t>5</a:t>
                </a:r>
              </a:p>
            </p:txBody>
          </p:sp>
          <p:sp>
            <p:nvSpPr>
              <p:cNvPr id="221215" name="Text Box 31">
                <a:extLst>
                  <a:ext uri="{FF2B5EF4-FFF2-40B4-BE49-F238E27FC236}">
                    <a16:creationId xmlns:a16="http://schemas.microsoft.com/office/drawing/2014/main" id="{484F4C90-554B-4433-ADE7-20E284A5AE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392"/>
                <a:ext cx="1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 sz="1000"/>
                  <a:t>6</a:t>
                </a:r>
              </a:p>
            </p:txBody>
          </p:sp>
          <p:sp>
            <p:nvSpPr>
              <p:cNvPr id="221216" name="Text Box 32">
                <a:extLst>
                  <a:ext uri="{FF2B5EF4-FFF2-40B4-BE49-F238E27FC236}">
                    <a16:creationId xmlns:a16="http://schemas.microsoft.com/office/drawing/2014/main" id="{502325E2-0147-4BB7-99D2-3CE76C8696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1392"/>
                <a:ext cx="1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 sz="1000"/>
                  <a:t>7</a:t>
                </a:r>
              </a:p>
            </p:txBody>
          </p:sp>
          <p:sp>
            <p:nvSpPr>
              <p:cNvPr id="221217" name="Text Box 33">
                <a:extLst>
                  <a:ext uri="{FF2B5EF4-FFF2-40B4-BE49-F238E27FC236}">
                    <a16:creationId xmlns:a16="http://schemas.microsoft.com/office/drawing/2014/main" id="{420CBBDE-6421-4C27-81D3-328B35FC93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1392"/>
                <a:ext cx="1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en-US" sz="1000"/>
                  <a:t>8</a:t>
                </a:r>
              </a:p>
            </p:txBody>
          </p:sp>
        </p:grpSp>
        <p:grpSp>
          <p:nvGrpSpPr>
            <p:cNvPr id="221218" name="Group 34">
              <a:extLst>
                <a:ext uri="{FF2B5EF4-FFF2-40B4-BE49-F238E27FC236}">
                  <a16:creationId xmlns:a16="http://schemas.microsoft.com/office/drawing/2014/main" id="{E9B011AD-8095-472F-B986-4CABE77373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6" y="2448"/>
              <a:ext cx="636" cy="377"/>
              <a:chOff x="3936" y="2448"/>
              <a:chExt cx="636" cy="377"/>
            </a:xfrm>
          </p:grpSpPr>
          <p:sp>
            <p:nvSpPr>
              <p:cNvPr id="221219" name="Text Box 35">
                <a:extLst>
                  <a:ext uri="{FF2B5EF4-FFF2-40B4-BE49-F238E27FC236}">
                    <a16:creationId xmlns:a16="http://schemas.microsoft.com/office/drawing/2014/main" id="{F29F7AE6-D85E-4F57-BEA1-614A02251D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24" y="2592"/>
                <a:ext cx="348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b="1"/>
                  <a:t>mid</a:t>
                </a:r>
              </a:p>
            </p:txBody>
          </p:sp>
          <p:sp>
            <p:nvSpPr>
              <p:cNvPr id="221220" name="Line 36">
                <a:extLst>
                  <a:ext uri="{FF2B5EF4-FFF2-40B4-BE49-F238E27FC236}">
                    <a16:creationId xmlns:a16="http://schemas.microsoft.com/office/drawing/2014/main" id="{6B981041-150C-45A7-8D41-C3060B6AB7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36" y="2736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221" name="Line 37">
                <a:extLst>
                  <a:ext uri="{FF2B5EF4-FFF2-40B4-BE49-F238E27FC236}">
                    <a16:creationId xmlns:a16="http://schemas.microsoft.com/office/drawing/2014/main" id="{44D309B2-9521-4FEF-AAB7-1C3F0CC0C1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36" y="2448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1222" name="Text Box 38">
              <a:extLst>
                <a:ext uri="{FF2B5EF4-FFF2-40B4-BE49-F238E27FC236}">
                  <a16:creationId xmlns:a16="http://schemas.microsoft.com/office/drawing/2014/main" id="{F32B40ED-791B-453A-9715-C8983FD281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688"/>
              <a:ext cx="22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/>
                <a:t>lo</a:t>
              </a:r>
            </a:p>
          </p:txBody>
        </p:sp>
        <p:sp>
          <p:nvSpPr>
            <p:cNvPr id="221223" name="Text Box 39">
              <a:extLst>
                <a:ext uri="{FF2B5EF4-FFF2-40B4-BE49-F238E27FC236}">
                  <a16:creationId xmlns:a16="http://schemas.microsoft.com/office/drawing/2014/main" id="{EF9E6E56-8AA3-4177-B2EE-13F19DF337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6" y="2688"/>
              <a:ext cx="22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/>
                <a:t>hi</a:t>
              </a:r>
            </a:p>
          </p:txBody>
        </p:sp>
        <p:sp>
          <p:nvSpPr>
            <p:cNvPr id="221224" name="Line 40">
              <a:extLst>
                <a:ext uri="{FF2B5EF4-FFF2-40B4-BE49-F238E27FC236}">
                  <a16:creationId xmlns:a16="http://schemas.microsoft.com/office/drawing/2014/main" id="{0CAD5A0D-7521-451B-8572-B072E2F55B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0" y="240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225" name="Line 41">
              <a:extLst>
                <a:ext uri="{FF2B5EF4-FFF2-40B4-BE49-F238E27FC236}">
                  <a16:creationId xmlns:a16="http://schemas.microsoft.com/office/drawing/2014/main" id="{550ECCC6-3593-41AC-BF6D-9FEE75E984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32" y="240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DC36F69-7BA4-48A9-AA35-6270B04878B6}"/>
                  </a:ext>
                </a:extLst>
              </p14:cNvPr>
              <p14:cNvContentPartPr/>
              <p14:nvPr/>
            </p14:nvContentPartPr>
            <p14:xfrm>
              <a:off x="2567160" y="3691440"/>
              <a:ext cx="9577800" cy="2405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DC36F69-7BA4-48A9-AA35-6270B04878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57800" y="3682080"/>
                <a:ext cx="9596520" cy="2424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Number Placeholder 5">
            <a:extLst>
              <a:ext uri="{FF2B5EF4-FFF2-40B4-BE49-F238E27FC236}">
                <a16:creationId xmlns:a16="http://schemas.microsoft.com/office/drawing/2014/main" id="{796AEBFD-6A07-494C-98DB-96E0D7BA99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53C857D-5C3E-407F-9D25-6F6F4FEC88B5}" type="slidenum">
              <a:rPr lang="en-US" altLang="en-US"/>
              <a:pPr/>
              <a:t>56</a:t>
            </a:fld>
            <a:endParaRPr lang="en-US" altLang="en-US"/>
          </a:p>
        </p:txBody>
      </p:sp>
      <p:sp>
        <p:nvSpPr>
          <p:cNvPr id="222210" name="Rectangle 2">
            <a:extLst>
              <a:ext uri="{FF2B5EF4-FFF2-40B4-BE49-F238E27FC236}">
                <a16:creationId xmlns:a16="http://schemas.microsoft.com/office/drawing/2014/main" id="{B46BA80D-8BD8-4822-AFAE-C1A9D63D1D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Example</a:t>
            </a:r>
          </a:p>
        </p:txBody>
      </p:sp>
      <p:sp>
        <p:nvSpPr>
          <p:cNvPr id="222211" name="Rectangle 3">
            <a:extLst>
              <a:ext uri="{FF2B5EF4-FFF2-40B4-BE49-F238E27FC236}">
                <a16:creationId xmlns:a16="http://schemas.microsoft.com/office/drawing/2014/main" id="{12B1ABAB-8852-463E-A904-CA5F259686D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74838" y="1214438"/>
            <a:ext cx="8259762" cy="1376362"/>
          </a:xfrm>
        </p:spPr>
        <p:txBody>
          <a:bodyPr/>
          <a:lstStyle/>
          <a:p>
            <a:r>
              <a:rPr lang="en-US" altLang="en-US" sz="2400" dirty="0"/>
              <a:t>A[8] = {1, 2, 3, 4, 5, 7, 9, 11}</a:t>
            </a:r>
          </a:p>
          <a:p>
            <a:pPr lvl="1"/>
            <a:r>
              <a:rPr lang="en-US" altLang="en-US" dirty="0"/>
              <a:t>lo = 1	hi = 8	  </a:t>
            </a:r>
            <a:r>
              <a:rPr lang="en-US" altLang="en-US" dirty="0">
                <a:solidFill>
                  <a:srgbClr val="DD0111"/>
                </a:solidFill>
              </a:rPr>
              <a:t>x = 7</a:t>
            </a:r>
          </a:p>
        </p:txBody>
      </p:sp>
      <p:grpSp>
        <p:nvGrpSpPr>
          <p:cNvPr id="222212" name="Group 4">
            <a:extLst>
              <a:ext uri="{FF2B5EF4-FFF2-40B4-BE49-F238E27FC236}">
                <a16:creationId xmlns:a16="http://schemas.microsoft.com/office/drawing/2014/main" id="{F61A3BEC-E6D5-40C2-9100-BE760BC7DE90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2633663"/>
            <a:ext cx="5638800" cy="457200"/>
            <a:chOff x="1536" y="1584"/>
            <a:chExt cx="3552" cy="288"/>
          </a:xfrm>
        </p:grpSpPr>
        <p:sp>
          <p:nvSpPr>
            <p:cNvPr id="222213" name="Text Box 5">
              <a:extLst>
                <a:ext uri="{FF2B5EF4-FFF2-40B4-BE49-F238E27FC236}">
                  <a16:creationId xmlns:a16="http://schemas.microsoft.com/office/drawing/2014/main" id="{A25BBD5F-4852-4232-BF11-07EDEC08FB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1613"/>
              <a:ext cx="17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2000"/>
                <a:t>mid = 4, lo = 5, hi = 8</a:t>
              </a:r>
            </a:p>
          </p:txBody>
        </p:sp>
        <p:sp>
          <p:nvSpPr>
            <p:cNvPr id="222214" name="Oval 6">
              <a:extLst>
                <a:ext uri="{FF2B5EF4-FFF2-40B4-BE49-F238E27FC236}">
                  <a16:creationId xmlns:a16="http://schemas.microsoft.com/office/drawing/2014/main" id="{86C773F6-0FE6-4AE2-8062-D3B2DFBBE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584"/>
              <a:ext cx="336" cy="288"/>
            </a:xfrm>
            <a:prstGeom prst="ellipse">
              <a:avLst/>
            </a:prstGeom>
            <a:noFill/>
            <a:ln w="38100">
              <a:solidFill>
                <a:srgbClr val="DD011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22215" name="Group 7">
            <a:extLst>
              <a:ext uri="{FF2B5EF4-FFF2-40B4-BE49-F238E27FC236}">
                <a16:creationId xmlns:a16="http://schemas.microsoft.com/office/drawing/2014/main" id="{3B3A24F0-F3DF-4B63-8BE6-4650BE557FFD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867148"/>
            <a:ext cx="4953000" cy="457200"/>
            <a:chOff x="2208" y="2064"/>
            <a:chExt cx="3120" cy="288"/>
          </a:xfrm>
        </p:grpSpPr>
        <p:sp>
          <p:nvSpPr>
            <p:cNvPr id="222216" name="Oval 8">
              <a:extLst>
                <a:ext uri="{FF2B5EF4-FFF2-40B4-BE49-F238E27FC236}">
                  <a16:creationId xmlns:a16="http://schemas.microsoft.com/office/drawing/2014/main" id="{6C49D6EB-88A6-459E-9D9C-2D7427E60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064"/>
              <a:ext cx="336" cy="288"/>
            </a:xfrm>
            <a:prstGeom prst="ellipse">
              <a:avLst/>
            </a:prstGeom>
            <a:noFill/>
            <a:ln w="38100">
              <a:solidFill>
                <a:srgbClr val="DD011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17" name="Text Box 9">
              <a:extLst>
                <a:ext uri="{FF2B5EF4-FFF2-40B4-BE49-F238E27FC236}">
                  <a16:creationId xmlns:a16="http://schemas.microsoft.com/office/drawing/2014/main" id="{6479C012-9EB0-495F-98E7-362E025786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2093"/>
              <a:ext cx="196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2000"/>
                <a:t>mid = 6, A[mid] = x  Found!</a:t>
              </a:r>
            </a:p>
          </p:txBody>
        </p:sp>
      </p:grpSp>
      <p:grpSp>
        <p:nvGrpSpPr>
          <p:cNvPr id="222218" name="Group 10">
            <a:extLst>
              <a:ext uri="{FF2B5EF4-FFF2-40B4-BE49-F238E27FC236}">
                <a16:creationId xmlns:a16="http://schemas.microsoft.com/office/drawing/2014/main" id="{A8DFEDC0-FF2E-4D8C-BA3E-D801369526F7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867150"/>
            <a:ext cx="4267200" cy="457200"/>
            <a:chOff x="528" y="1440"/>
            <a:chExt cx="2688" cy="288"/>
          </a:xfrm>
        </p:grpSpPr>
        <p:sp>
          <p:nvSpPr>
            <p:cNvPr id="222219" name="Rectangle 11">
              <a:extLst>
                <a:ext uri="{FF2B5EF4-FFF2-40B4-BE49-F238E27FC236}">
                  <a16:creationId xmlns:a16="http://schemas.microsoft.com/office/drawing/2014/main" id="{D54225CB-90C4-40F4-9A2B-219868DA3D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11</a:t>
              </a:r>
            </a:p>
          </p:txBody>
        </p:sp>
        <p:sp>
          <p:nvSpPr>
            <p:cNvPr id="222220" name="Rectangle 12">
              <a:extLst>
                <a:ext uri="{FF2B5EF4-FFF2-40B4-BE49-F238E27FC236}">
                  <a16:creationId xmlns:a16="http://schemas.microsoft.com/office/drawing/2014/main" id="{D98EF0BB-3100-4815-971B-9ED98FE57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9</a:t>
              </a:r>
            </a:p>
          </p:txBody>
        </p:sp>
        <p:sp>
          <p:nvSpPr>
            <p:cNvPr id="222221" name="Rectangle 13">
              <a:extLst>
                <a:ext uri="{FF2B5EF4-FFF2-40B4-BE49-F238E27FC236}">
                  <a16:creationId xmlns:a16="http://schemas.microsoft.com/office/drawing/2014/main" id="{2E084C27-0901-4B27-B4E4-540EB6448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7</a:t>
              </a:r>
            </a:p>
          </p:txBody>
        </p:sp>
        <p:sp>
          <p:nvSpPr>
            <p:cNvPr id="222222" name="Rectangle 14">
              <a:extLst>
                <a:ext uri="{FF2B5EF4-FFF2-40B4-BE49-F238E27FC236}">
                  <a16:creationId xmlns:a16="http://schemas.microsoft.com/office/drawing/2014/main" id="{72C9E7EB-18C4-44B7-AEDC-E3080CE4D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5</a:t>
              </a:r>
            </a:p>
          </p:txBody>
        </p:sp>
        <p:sp>
          <p:nvSpPr>
            <p:cNvPr id="222223" name="Rectangle 15">
              <a:extLst>
                <a:ext uri="{FF2B5EF4-FFF2-40B4-BE49-F238E27FC236}">
                  <a16:creationId xmlns:a16="http://schemas.microsoft.com/office/drawing/2014/main" id="{D5C2700B-27A9-401A-A56F-C4D47F255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4</a:t>
              </a:r>
            </a:p>
          </p:txBody>
        </p:sp>
        <p:sp>
          <p:nvSpPr>
            <p:cNvPr id="222224" name="Rectangle 16">
              <a:extLst>
                <a:ext uri="{FF2B5EF4-FFF2-40B4-BE49-F238E27FC236}">
                  <a16:creationId xmlns:a16="http://schemas.microsoft.com/office/drawing/2014/main" id="{2783A696-7B22-475F-986F-05BC97B9C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3</a:t>
              </a:r>
            </a:p>
          </p:txBody>
        </p:sp>
        <p:sp>
          <p:nvSpPr>
            <p:cNvPr id="222225" name="Rectangle 17">
              <a:extLst>
                <a:ext uri="{FF2B5EF4-FFF2-40B4-BE49-F238E27FC236}">
                  <a16:creationId xmlns:a16="http://schemas.microsoft.com/office/drawing/2014/main" id="{AA144376-4A4F-4880-BB6C-44B2358C90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2</a:t>
              </a:r>
            </a:p>
          </p:txBody>
        </p:sp>
        <p:sp>
          <p:nvSpPr>
            <p:cNvPr id="222226" name="Rectangle 18">
              <a:extLst>
                <a:ext uri="{FF2B5EF4-FFF2-40B4-BE49-F238E27FC236}">
                  <a16:creationId xmlns:a16="http://schemas.microsoft.com/office/drawing/2014/main" id="{32874AAD-1809-4B1D-89FF-C9204FB482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1</a:t>
              </a:r>
            </a:p>
          </p:txBody>
        </p:sp>
        <p:sp>
          <p:nvSpPr>
            <p:cNvPr id="222227" name="Line 19">
              <a:extLst>
                <a:ext uri="{FF2B5EF4-FFF2-40B4-BE49-F238E27FC236}">
                  <a16:creationId xmlns:a16="http://schemas.microsoft.com/office/drawing/2014/main" id="{4D0E0EF4-55FE-425A-AF37-5B58F763D5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2228" name="Line 20">
              <a:extLst>
                <a:ext uri="{FF2B5EF4-FFF2-40B4-BE49-F238E27FC236}">
                  <a16:creationId xmlns:a16="http://schemas.microsoft.com/office/drawing/2014/main" id="{8847E2E6-BC48-487A-8B95-A869391D07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728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2229" name="Line 21">
              <a:extLst>
                <a:ext uri="{FF2B5EF4-FFF2-40B4-BE49-F238E27FC236}">
                  <a16:creationId xmlns:a16="http://schemas.microsoft.com/office/drawing/2014/main" id="{508C57AF-41D8-44F6-9466-7DFC19847D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2230" name="Line 22">
              <a:extLst>
                <a:ext uri="{FF2B5EF4-FFF2-40B4-BE49-F238E27FC236}">
                  <a16:creationId xmlns:a16="http://schemas.microsoft.com/office/drawing/2014/main" id="{4CB2FC7C-8A36-449D-87DB-9C11717DA9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2231" name="Line 23">
              <a:extLst>
                <a:ext uri="{FF2B5EF4-FFF2-40B4-BE49-F238E27FC236}">
                  <a16:creationId xmlns:a16="http://schemas.microsoft.com/office/drawing/2014/main" id="{1EA56247-4899-480E-8438-ED748A805C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2232" name="Line 24">
              <a:extLst>
                <a:ext uri="{FF2B5EF4-FFF2-40B4-BE49-F238E27FC236}">
                  <a16:creationId xmlns:a16="http://schemas.microsoft.com/office/drawing/2014/main" id="{8861CB38-14B7-45AD-9108-76718030E8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2233" name="Line 25">
              <a:extLst>
                <a:ext uri="{FF2B5EF4-FFF2-40B4-BE49-F238E27FC236}">
                  <a16:creationId xmlns:a16="http://schemas.microsoft.com/office/drawing/2014/main" id="{F9ADB579-0558-422C-B6FD-400F9EF41A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2234" name="Line 26">
              <a:extLst>
                <a:ext uri="{FF2B5EF4-FFF2-40B4-BE49-F238E27FC236}">
                  <a16:creationId xmlns:a16="http://schemas.microsoft.com/office/drawing/2014/main" id="{1477D104-FB07-4A6F-80F5-9BE5095180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2235" name="Line 27">
              <a:extLst>
                <a:ext uri="{FF2B5EF4-FFF2-40B4-BE49-F238E27FC236}">
                  <a16:creationId xmlns:a16="http://schemas.microsoft.com/office/drawing/2014/main" id="{01EFE733-9BE7-45C7-9522-4F22AA7704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2236" name="Line 28">
              <a:extLst>
                <a:ext uri="{FF2B5EF4-FFF2-40B4-BE49-F238E27FC236}">
                  <a16:creationId xmlns:a16="http://schemas.microsoft.com/office/drawing/2014/main" id="{1537B725-430E-488F-8AFC-9A43F05FFF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2237" name="Line 29">
              <a:extLst>
                <a:ext uri="{FF2B5EF4-FFF2-40B4-BE49-F238E27FC236}">
                  <a16:creationId xmlns:a16="http://schemas.microsoft.com/office/drawing/2014/main" id="{25FB108E-726E-4BF3-A58D-5F60CC9D66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</p:grpSp>
      <p:grpSp>
        <p:nvGrpSpPr>
          <p:cNvPr id="222239" name="Group 31">
            <a:extLst>
              <a:ext uri="{FF2B5EF4-FFF2-40B4-BE49-F238E27FC236}">
                <a16:creationId xmlns:a16="http://schemas.microsoft.com/office/drawing/2014/main" id="{22C5CC5A-96DA-4742-92EB-65B25B18385D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2633663"/>
            <a:ext cx="4267200" cy="457200"/>
            <a:chOff x="528" y="1440"/>
            <a:chExt cx="2688" cy="288"/>
          </a:xfrm>
        </p:grpSpPr>
        <p:sp>
          <p:nvSpPr>
            <p:cNvPr id="222240" name="Rectangle 32">
              <a:extLst>
                <a:ext uri="{FF2B5EF4-FFF2-40B4-BE49-F238E27FC236}">
                  <a16:creationId xmlns:a16="http://schemas.microsoft.com/office/drawing/2014/main" id="{DCDEE1D7-55B2-4EFE-A4C3-8F0A790E8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11</a:t>
              </a:r>
            </a:p>
          </p:txBody>
        </p:sp>
        <p:sp>
          <p:nvSpPr>
            <p:cNvPr id="222241" name="Rectangle 33">
              <a:extLst>
                <a:ext uri="{FF2B5EF4-FFF2-40B4-BE49-F238E27FC236}">
                  <a16:creationId xmlns:a16="http://schemas.microsoft.com/office/drawing/2014/main" id="{908DDBB1-9B41-451E-9A00-7A61496BD5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 dirty="0"/>
                <a:t>9</a:t>
              </a:r>
            </a:p>
          </p:txBody>
        </p:sp>
        <p:sp>
          <p:nvSpPr>
            <p:cNvPr id="222242" name="Rectangle 34">
              <a:extLst>
                <a:ext uri="{FF2B5EF4-FFF2-40B4-BE49-F238E27FC236}">
                  <a16:creationId xmlns:a16="http://schemas.microsoft.com/office/drawing/2014/main" id="{9193837B-C397-4E86-A6EA-A3D7424D7B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7</a:t>
              </a:r>
            </a:p>
          </p:txBody>
        </p:sp>
        <p:sp>
          <p:nvSpPr>
            <p:cNvPr id="222243" name="Rectangle 35">
              <a:extLst>
                <a:ext uri="{FF2B5EF4-FFF2-40B4-BE49-F238E27FC236}">
                  <a16:creationId xmlns:a16="http://schemas.microsoft.com/office/drawing/2014/main" id="{8FAC747F-1907-42DF-8F73-777377594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5</a:t>
              </a:r>
            </a:p>
          </p:txBody>
        </p:sp>
        <p:sp>
          <p:nvSpPr>
            <p:cNvPr id="222244" name="Rectangle 36">
              <a:extLst>
                <a:ext uri="{FF2B5EF4-FFF2-40B4-BE49-F238E27FC236}">
                  <a16:creationId xmlns:a16="http://schemas.microsoft.com/office/drawing/2014/main" id="{B85B629D-CAAE-4B8F-8517-C01946EEF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4</a:t>
              </a:r>
            </a:p>
          </p:txBody>
        </p:sp>
        <p:sp>
          <p:nvSpPr>
            <p:cNvPr id="222245" name="Rectangle 37">
              <a:extLst>
                <a:ext uri="{FF2B5EF4-FFF2-40B4-BE49-F238E27FC236}">
                  <a16:creationId xmlns:a16="http://schemas.microsoft.com/office/drawing/2014/main" id="{BBC70FCB-3DBF-4796-8BE9-67C97C15E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3</a:t>
              </a:r>
            </a:p>
          </p:txBody>
        </p:sp>
        <p:sp>
          <p:nvSpPr>
            <p:cNvPr id="222246" name="Rectangle 38">
              <a:extLst>
                <a:ext uri="{FF2B5EF4-FFF2-40B4-BE49-F238E27FC236}">
                  <a16:creationId xmlns:a16="http://schemas.microsoft.com/office/drawing/2014/main" id="{A7E90590-5632-4E0C-946B-AE0F6D9BF4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2</a:t>
              </a:r>
            </a:p>
          </p:txBody>
        </p:sp>
        <p:sp>
          <p:nvSpPr>
            <p:cNvPr id="222247" name="Rectangle 39">
              <a:extLst>
                <a:ext uri="{FF2B5EF4-FFF2-40B4-BE49-F238E27FC236}">
                  <a16:creationId xmlns:a16="http://schemas.microsoft.com/office/drawing/2014/main" id="{1A720269-C09E-43EC-91A0-3A47B0D7A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1</a:t>
              </a:r>
            </a:p>
          </p:txBody>
        </p:sp>
        <p:sp>
          <p:nvSpPr>
            <p:cNvPr id="222248" name="Line 40">
              <a:extLst>
                <a:ext uri="{FF2B5EF4-FFF2-40B4-BE49-F238E27FC236}">
                  <a16:creationId xmlns:a16="http://schemas.microsoft.com/office/drawing/2014/main" id="{D4E71804-039D-44B6-9B9A-59F4A47996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2249" name="Line 41">
              <a:extLst>
                <a:ext uri="{FF2B5EF4-FFF2-40B4-BE49-F238E27FC236}">
                  <a16:creationId xmlns:a16="http://schemas.microsoft.com/office/drawing/2014/main" id="{5CA007A9-17AD-4804-93CC-3BBEEFAA4A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728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2250" name="Line 42">
              <a:extLst>
                <a:ext uri="{FF2B5EF4-FFF2-40B4-BE49-F238E27FC236}">
                  <a16:creationId xmlns:a16="http://schemas.microsoft.com/office/drawing/2014/main" id="{D319E707-138F-4F1C-888C-DEE1416F41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2251" name="Line 43">
              <a:extLst>
                <a:ext uri="{FF2B5EF4-FFF2-40B4-BE49-F238E27FC236}">
                  <a16:creationId xmlns:a16="http://schemas.microsoft.com/office/drawing/2014/main" id="{CE23AF11-06F3-40C9-B301-3C95F9910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2252" name="Line 44">
              <a:extLst>
                <a:ext uri="{FF2B5EF4-FFF2-40B4-BE49-F238E27FC236}">
                  <a16:creationId xmlns:a16="http://schemas.microsoft.com/office/drawing/2014/main" id="{FFEB70AF-BCCF-42D9-87DE-ED0CFA8F06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2253" name="Line 45">
              <a:extLst>
                <a:ext uri="{FF2B5EF4-FFF2-40B4-BE49-F238E27FC236}">
                  <a16:creationId xmlns:a16="http://schemas.microsoft.com/office/drawing/2014/main" id="{22B5A142-D865-4148-A297-DF837F3570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2254" name="Line 46">
              <a:extLst>
                <a:ext uri="{FF2B5EF4-FFF2-40B4-BE49-F238E27FC236}">
                  <a16:creationId xmlns:a16="http://schemas.microsoft.com/office/drawing/2014/main" id="{63451D18-6794-4606-9357-352D3ABF04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2255" name="Line 47">
              <a:extLst>
                <a:ext uri="{FF2B5EF4-FFF2-40B4-BE49-F238E27FC236}">
                  <a16:creationId xmlns:a16="http://schemas.microsoft.com/office/drawing/2014/main" id="{56787008-5D8C-4EF2-8D67-0CCBD784C3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2256" name="Line 48">
              <a:extLst>
                <a:ext uri="{FF2B5EF4-FFF2-40B4-BE49-F238E27FC236}">
                  <a16:creationId xmlns:a16="http://schemas.microsoft.com/office/drawing/2014/main" id="{76552DBC-F3A4-4D04-925F-334E032809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2257" name="Line 49">
              <a:extLst>
                <a:ext uri="{FF2B5EF4-FFF2-40B4-BE49-F238E27FC236}">
                  <a16:creationId xmlns:a16="http://schemas.microsoft.com/office/drawing/2014/main" id="{34F85B98-02D1-46BB-A9E0-6C30F40F0C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2258" name="Line 50">
              <a:extLst>
                <a:ext uri="{FF2B5EF4-FFF2-40B4-BE49-F238E27FC236}">
                  <a16:creationId xmlns:a16="http://schemas.microsoft.com/office/drawing/2014/main" id="{F0EEB919-6507-4657-B66B-C6DB8E2FE8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</p:grpSp>
      <p:sp>
        <p:nvSpPr>
          <p:cNvPr id="222259" name="Text Box 51">
            <a:extLst>
              <a:ext uri="{FF2B5EF4-FFF2-40B4-BE49-F238E27FC236}">
                <a16:creationId xmlns:a16="http://schemas.microsoft.com/office/drawing/2014/main" id="{8ED5A0A1-50F9-4BFE-8AD1-3ED6E42D9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2328864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000"/>
              <a:t>1</a:t>
            </a:r>
          </a:p>
        </p:txBody>
      </p:sp>
      <p:sp>
        <p:nvSpPr>
          <p:cNvPr id="222260" name="Text Box 52">
            <a:extLst>
              <a:ext uri="{FF2B5EF4-FFF2-40B4-BE49-F238E27FC236}">
                <a16:creationId xmlns:a16="http://schemas.microsoft.com/office/drawing/2014/main" id="{05ABE773-363D-4370-93C1-99B7EF9FF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2328864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000"/>
              <a:t>2</a:t>
            </a:r>
          </a:p>
        </p:txBody>
      </p:sp>
      <p:sp>
        <p:nvSpPr>
          <p:cNvPr id="222261" name="Text Box 53">
            <a:extLst>
              <a:ext uri="{FF2B5EF4-FFF2-40B4-BE49-F238E27FC236}">
                <a16:creationId xmlns:a16="http://schemas.microsoft.com/office/drawing/2014/main" id="{AE1F6897-EC1E-4B3C-98ED-2589031DF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2328864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000"/>
              <a:t>3</a:t>
            </a:r>
          </a:p>
        </p:txBody>
      </p:sp>
      <p:sp>
        <p:nvSpPr>
          <p:cNvPr id="222262" name="Text Box 54">
            <a:extLst>
              <a:ext uri="{FF2B5EF4-FFF2-40B4-BE49-F238E27FC236}">
                <a16:creationId xmlns:a16="http://schemas.microsoft.com/office/drawing/2014/main" id="{3DDFFB9B-F08D-4385-A62F-19AB89A09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328864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000"/>
              <a:t>4</a:t>
            </a:r>
          </a:p>
        </p:txBody>
      </p:sp>
      <p:sp>
        <p:nvSpPr>
          <p:cNvPr id="222263" name="Text Box 55">
            <a:extLst>
              <a:ext uri="{FF2B5EF4-FFF2-40B4-BE49-F238E27FC236}">
                <a16:creationId xmlns:a16="http://schemas.microsoft.com/office/drawing/2014/main" id="{5FB8C981-F173-45F0-83B2-30BE0575C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328864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000"/>
              <a:t>5</a:t>
            </a:r>
          </a:p>
        </p:txBody>
      </p:sp>
      <p:sp>
        <p:nvSpPr>
          <p:cNvPr id="222264" name="Text Box 56">
            <a:extLst>
              <a:ext uri="{FF2B5EF4-FFF2-40B4-BE49-F238E27FC236}">
                <a16:creationId xmlns:a16="http://schemas.microsoft.com/office/drawing/2014/main" id="{1CD680A2-71DD-4B98-9D64-BBCB17C5D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328864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000"/>
              <a:t>6</a:t>
            </a:r>
          </a:p>
        </p:txBody>
      </p:sp>
      <p:sp>
        <p:nvSpPr>
          <p:cNvPr id="222265" name="Text Box 57">
            <a:extLst>
              <a:ext uri="{FF2B5EF4-FFF2-40B4-BE49-F238E27FC236}">
                <a16:creationId xmlns:a16="http://schemas.microsoft.com/office/drawing/2014/main" id="{0F93D816-8F39-4AC5-9F84-B6DC372AB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2328864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000"/>
              <a:t>7</a:t>
            </a:r>
          </a:p>
        </p:txBody>
      </p:sp>
      <p:sp>
        <p:nvSpPr>
          <p:cNvPr id="222266" name="Text Box 58">
            <a:extLst>
              <a:ext uri="{FF2B5EF4-FFF2-40B4-BE49-F238E27FC236}">
                <a16:creationId xmlns:a16="http://schemas.microsoft.com/office/drawing/2014/main" id="{7B59B6E2-0244-4B62-B38F-164981B09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2328864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000"/>
              <a:t>8</a:t>
            </a:r>
          </a:p>
        </p:txBody>
      </p:sp>
      <p:sp>
        <p:nvSpPr>
          <p:cNvPr id="222267" name="Text Box 59">
            <a:extLst>
              <a:ext uri="{FF2B5EF4-FFF2-40B4-BE49-F238E27FC236}">
                <a16:creationId xmlns:a16="http://schemas.microsoft.com/office/drawing/2014/main" id="{D25479F8-959D-44BA-B545-B4673BE6F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2213" y="3552826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000"/>
              <a:t>8</a:t>
            </a:r>
          </a:p>
        </p:txBody>
      </p:sp>
      <p:sp>
        <p:nvSpPr>
          <p:cNvPr id="222268" name="Text Box 60">
            <a:extLst>
              <a:ext uri="{FF2B5EF4-FFF2-40B4-BE49-F238E27FC236}">
                <a16:creationId xmlns:a16="http://schemas.microsoft.com/office/drawing/2014/main" id="{2668DEF5-91FC-4CC2-BAF3-1625DCD9F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6275" y="3570289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000"/>
              <a:t>7</a:t>
            </a:r>
          </a:p>
        </p:txBody>
      </p:sp>
      <p:sp>
        <p:nvSpPr>
          <p:cNvPr id="222269" name="Text Box 61">
            <a:extLst>
              <a:ext uri="{FF2B5EF4-FFF2-40B4-BE49-F238E27FC236}">
                <a16:creationId xmlns:a16="http://schemas.microsoft.com/office/drawing/2014/main" id="{0E6B828A-B06E-4574-9FE8-DB60B6AB2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6838" y="3579814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000"/>
              <a:t>6</a:t>
            </a:r>
          </a:p>
        </p:txBody>
      </p:sp>
      <p:sp>
        <p:nvSpPr>
          <p:cNvPr id="222270" name="Text Box 62">
            <a:extLst>
              <a:ext uri="{FF2B5EF4-FFF2-40B4-BE49-F238E27FC236}">
                <a16:creationId xmlns:a16="http://schemas.microsoft.com/office/drawing/2014/main" id="{A01AA92B-8B86-4333-8F4A-1C7F72410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0425" y="3598864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000"/>
              <a:t>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lide Number Placeholder 5">
            <a:extLst>
              <a:ext uri="{FF2B5EF4-FFF2-40B4-BE49-F238E27FC236}">
                <a16:creationId xmlns:a16="http://schemas.microsoft.com/office/drawing/2014/main" id="{400B8700-B08B-4348-8964-1E9F45EFAC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364B08-F14F-4364-963F-E3105A7B3712}" type="slidenum">
              <a:rPr lang="en-US" altLang="en-US"/>
              <a:pPr/>
              <a:t>57</a:t>
            </a:fld>
            <a:endParaRPr lang="en-US" altLang="en-US"/>
          </a:p>
        </p:txBody>
      </p:sp>
      <p:sp>
        <p:nvSpPr>
          <p:cNvPr id="223234" name="Rectangle 2">
            <a:extLst>
              <a:ext uri="{FF2B5EF4-FFF2-40B4-BE49-F238E27FC236}">
                <a16:creationId xmlns:a16="http://schemas.microsoft.com/office/drawing/2014/main" id="{E56F8541-7407-4607-BD3A-4E881CE6F4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Another Example</a:t>
            </a:r>
          </a:p>
        </p:txBody>
      </p:sp>
      <p:sp>
        <p:nvSpPr>
          <p:cNvPr id="223235" name="Rectangle 3">
            <a:extLst>
              <a:ext uri="{FF2B5EF4-FFF2-40B4-BE49-F238E27FC236}">
                <a16:creationId xmlns:a16="http://schemas.microsoft.com/office/drawing/2014/main" id="{E4880AE8-50A6-4001-8B58-40D1617BF12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74838" y="1214438"/>
            <a:ext cx="8259762" cy="4556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A[8] = {1, 2, 3, 4, 5, 7, 9, 11}</a:t>
            </a:r>
          </a:p>
        </p:txBody>
      </p:sp>
      <p:sp>
        <p:nvSpPr>
          <p:cNvPr id="223236" name="Rectangle 4">
            <a:extLst>
              <a:ext uri="{FF2B5EF4-FFF2-40B4-BE49-F238E27FC236}">
                <a16:creationId xmlns:a16="http://schemas.microsoft.com/office/drawing/2014/main" id="{DE0F01F0-C4E1-4608-8FB5-8067DE2CF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1" y="1762125"/>
            <a:ext cx="8259763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/>
            <a:r>
              <a:rPr lang="en-US" altLang="en-US" sz="2400"/>
              <a:t>lo = 1	hi = 8	  </a:t>
            </a:r>
            <a:r>
              <a:rPr lang="en-US" altLang="en-US" sz="2400">
                <a:solidFill>
                  <a:srgbClr val="DD0111"/>
                </a:solidFill>
              </a:rPr>
              <a:t>x = 6</a:t>
            </a:r>
          </a:p>
        </p:txBody>
      </p:sp>
      <p:grpSp>
        <p:nvGrpSpPr>
          <p:cNvPr id="223237" name="Group 5">
            <a:extLst>
              <a:ext uri="{FF2B5EF4-FFF2-40B4-BE49-F238E27FC236}">
                <a16:creationId xmlns:a16="http://schemas.microsoft.com/office/drawing/2014/main" id="{33874AF3-E0F1-4B80-980D-B1A7E2CED0B5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2505075"/>
            <a:ext cx="5638800" cy="457200"/>
            <a:chOff x="1536" y="1584"/>
            <a:chExt cx="3552" cy="288"/>
          </a:xfrm>
        </p:grpSpPr>
        <p:sp>
          <p:nvSpPr>
            <p:cNvPr id="223238" name="Text Box 6">
              <a:extLst>
                <a:ext uri="{FF2B5EF4-FFF2-40B4-BE49-F238E27FC236}">
                  <a16:creationId xmlns:a16="http://schemas.microsoft.com/office/drawing/2014/main" id="{D0BA84B3-EF57-4A36-A6D1-B770E60AE9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1613"/>
              <a:ext cx="17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/>
                <a:t>mid = 4, lo = 5, hi = 8</a:t>
              </a:r>
            </a:p>
          </p:txBody>
        </p:sp>
        <p:sp>
          <p:nvSpPr>
            <p:cNvPr id="223239" name="Oval 7">
              <a:extLst>
                <a:ext uri="{FF2B5EF4-FFF2-40B4-BE49-F238E27FC236}">
                  <a16:creationId xmlns:a16="http://schemas.microsoft.com/office/drawing/2014/main" id="{281007E3-83BE-4423-ACA5-A2FDCBB53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584"/>
              <a:ext cx="336" cy="288"/>
            </a:xfrm>
            <a:prstGeom prst="ellipse">
              <a:avLst/>
            </a:prstGeom>
            <a:noFill/>
            <a:ln w="38100">
              <a:solidFill>
                <a:srgbClr val="DD011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23240" name="Group 8">
            <a:extLst>
              <a:ext uri="{FF2B5EF4-FFF2-40B4-BE49-F238E27FC236}">
                <a16:creationId xmlns:a16="http://schemas.microsoft.com/office/drawing/2014/main" id="{90E45053-B42E-4C2F-B998-B9BBEC051AC2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3333750"/>
            <a:ext cx="5257800" cy="457200"/>
            <a:chOff x="2208" y="3408"/>
            <a:chExt cx="3312" cy="288"/>
          </a:xfrm>
        </p:grpSpPr>
        <p:sp>
          <p:nvSpPr>
            <p:cNvPr id="223241" name="Oval 9">
              <a:extLst>
                <a:ext uri="{FF2B5EF4-FFF2-40B4-BE49-F238E27FC236}">
                  <a16:creationId xmlns:a16="http://schemas.microsoft.com/office/drawing/2014/main" id="{9EC107CA-E018-47CA-8E18-B945AF595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408"/>
              <a:ext cx="336" cy="288"/>
            </a:xfrm>
            <a:prstGeom prst="ellipse">
              <a:avLst/>
            </a:prstGeom>
            <a:noFill/>
            <a:ln w="38100">
              <a:solidFill>
                <a:srgbClr val="DD011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242" name="Text Box 10">
              <a:extLst>
                <a:ext uri="{FF2B5EF4-FFF2-40B4-BE49-F238E27FC236}">
                  <a16:creationId xmlns:a16="http://schemas.microsoft.com/office/drawing/2014/main" id="{E34EA734-C2F4-4760-A187-AE21EA8192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437"/>
              <a:ext cx="21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/>
                <a:t>mid = 6, A[6] = 7, lo = 5, hi = 5</a:t>
              </a:r>
            </a:p>
          </p:txBody>
        </p:sp>
      </p:grpSp>
      <p:grpSp>
        <p:nvGrpSpPr>
          <p:cNvPr id="223243" name="Group 11">
            <a:extLst>
              <a:ext uri="{FF2B5EF4-FFF2-40B4-BE49-F238E27FC236}">
                <a16:creationId xmlns:a16="http://schemas.microsoft.com/office/drawing/2014/main" id="{BC5DF963-38D7-46A4-8AE1-226B7D024A2A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3333750"/>
            <a:ext cx="4267200" cy="457200"/>
            <a:chOff x="528" y="1440"/>
            <a:chExt cx="2688" cy="288"/>
          </a:xfrm>
        </p:grpSpPr>
        <p:sp>
          <p:nvSpPr>
            <p:cNvPr id="223244" name="Rectangle 12">
              <a:extLst>
                <a:ext uri="{FF2B5EF4-FFF2-40B4-BE49-F238E27FC236}">
                  <a16:creationId xmlns:a16="http://schemas.microsoft.com/office/drawing/2014/main" id="{D3B6FE65-A4D6-4F6C-92C6-065E6D719E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11</a:t>
              </a:r>
            </a:p>
          </p:txBody>
        </p:sp>
        <p:sp>
          <p:nvSpPr>
            <p:cNvPr id="223245" name="Rectangle 13">
              <a:extLst>
                <a:ext uri="{FF2B5EF4-FFF2-40B4-BE49-F238E27FC236}">
                  <a16:creationId xmlns:a16="http://schemas.microsoft.com/office/drawing/2014/main" id="{B6E99D87-6B5B-460C-9D96-93C4B35A5F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9</a:t>
              </a:r>
            </a:p>
          </p:txBody>
        </p:sp>
        <p:sp>
          <p:nvSpPr>
            <p:cNvPr id="223246" name="Rectangle 14">
              <a:extLst>
                <a:ext uri="{FF2B5EF4-FFF2-40B4-BE49-F238E27FC236}">
                  <a16:creationId xmlns:a16="http://schemas.microsoft.com/office/drawing/2014/main" id="{8CB7DB03-2DF9-43F9-9B51-0FDF6D4B9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7</a:t>
              </a:r>
            </a:p>
          </p:txBody>
        </p:sp>
        <p:sp>
          <p:nvSpPr>
            <p:cNvPr id="223247" name="Rectangle 15">
              <a:extLst>
                <a:ext uri="{FF2B5EF4-FFF2-40B4-BE49-F238E27FC236}">
                  <a16:creationId xmlns:a16="http://schemas.microsoft.com/office/drawing/2014/main" id="{3C5E7EE9-F383-4ED4-A559-A2133583EA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5</a:t>
              </a:r>
            </a:p>
          </p:txBody>
        </p:sp>
        <p:sp>
          <p:nvSpPr>
            <p:cNvPr id="223248" name="Rectangle 16">
              <a:extLst>
                <a:ext uri="{FF2B5EF4-FFF2-40B4-BE49-F238E27FC236}">
                  <a16:creationId xmlns:a16="http://schemas.microsoft.com/office/drawing/2014/main" id="{EAD195EC-DEFB-4231-A061-7FD5AE7B9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4</a:t>
              </a:r>
            </a:p>
          </p:txBody>
        </p:sp>
        <p:sp>
          <p:nvSpPr>
            <p:cNvPr id="223249" name="Rectangle 17">
              <a:extLst>
                <a:ext uri="{FF2B5EF4-FFF2-40B4-BE49-F238E27FC236}">
                  <a16:creationId xmlns:a16="http://schemas.microsoft.com/office/drawing/2014/main" id="{95DF9FB6-6FC6-44DC-860A-B10837BF42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3</a:t>
              </a:r>
            </a:p>
          </p:txBody>
        </p:sp>
        <p:sp>
          <p:nvSpPr>
            <p:cNvPr id="223250" name="Rectangle 18">
              <a:extLst>
                <a:ext uri="{FF2B5EF4-FFF2-40B4-BE49-F238E27FC236}">
                  <a16:creationId xmlns:a16="http://schemas.microsoft.com/office/drawing/2014/main" id="{3F2BA130-7D52-45AD-99DE-76F6B72AA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2</a:t>
              </a:r>
            </a:p>
          </p:txBody>
        </p:sp>
        <p:sp>
          <p:nvSpPr>
            <p:cNvPr id="223251" name="Rectangle 19">
              <a:extLst>
                <a:ext uri="{FF2B5EF4-FFF2-40B4-BE49-F238E27FC236}">
                  <a16:creationId xmlns:a16="http://schemas.microsoft.com/office/drawing/2014/main" id="{3F7C6F27-F536-4B61-8FB2-1DFC37517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1</a:t>
              </a:r>
            </a:p>
          </p:txBody>
        </p:sp>
        <p:sp>
          <p:nvSpPr>
            <p:cNvPr id="223252" name="Line 20">
              <a:extLst>
                <a:ext uri="{FF2B5EF4-FFF2-40B4-BE49-F238E27FC236}">
                  <a16:creationId xmlns:a16="http://schemas.microsoft.com/office/drawing/2014/main" id="{89BF06E9-5C2D-49D3-80D2-AC0FDA903D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253" name="Line 21">
              <a:extLst>
                <a:ext uri="{FF2B5EF4-FFF2-40B4-BE49-F238E27FC236}">
                  <a16:creationId xmlns:a16="http://schemas.microsoft.com/office/drawing/2014/main" id="{FE0A0B04-6D17-41FA-8961-53A20215CD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728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254" name="Line 22">
              <a:extLst>
                <a:ext uri="{FF2B5EF4-FFF2-40B4-BE49-F238E27FC236}">
                  <a16:creationId xmlns:a16="http://schemas.microsoft.com/office/drawing/2014/main" id="{A7FAFD54-427C-430C-90C1-41A1ED9063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255" name="Line 23">
              <a:extLst>
                <a:ext uri="{FF2B5EF4-FFF2-40B4-BE49-F238E27FC236}">
                  <a16:creationId xmlns:a16="http://schemas.microsoft.com/office/drawing/2014/main" id="{79FA70CA-E8FB-464B-9881-2FAD936A1B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256" name="Line 24">
              <a:extLst>
                <a:ext uri="{FF2B5EF4-FFF2-40B4-BE49-F238E27FC236}">
                  <a16:creationId xmlns:a16="http://schemas.microsoft.com/office/drawing/2014/main" id="{3FEC4E61-5BC0-48C4-814D-69733B1059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257" name="Line 25">
              <a:extLst>
                <a:ext uri="{FF2B5EF4-FFF2-40B4-BE49-F238E27FC236}">
                  <a16:creationId xmlns:a16="http://schemas.microsoft.com/office/drawing/2014/main" id="{65F25B78-48D5-4F5F-8C2F-CF08986C50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258" name="Line 26">
              <a:extLst>
                <a:ext uri="{FF2B5EF4-FFF2-40B4-BE49-F238E27FC236}">
                  <a16:creationId xmlns:a16="http://schemas.microsoft.com/office/drawing/2014/main" id="{520B89BD-1AC6-483E-9542-9CBC04D82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259" name="Line 27">
              <a:extLst>
                <a:ext uri="{FF2B5EF4-FFF2-40B4-BE49-F238E27FC236}">
                  <a16:creationId xmlns:a16="http://schemas.microsoft.com/office/drawing/2014/main" id="{9632D8D5-57F2-4002-98EB-890466101E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260" name="Line 28">
              <a:extLst>
                <a:ext uri="{FF2B5EF4-FFF2-40B4-BE49-F238E27FC236}">
                  <a16:creationId xmlns:a16="http://schemas.microsoft.com/office/drawing/2014/main" id="{879A7042-09F8-4AEC-903A-DD2C4B25B6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261" name="Line 29">
              <a:extLst>
                <a:ext uri="{FF2B5EF4-FFF2-40B4-BE49-F238E27FC236}">
                  <a16:creationId xmlns:a16="http://schemas.microsoft.com/office/drawing/2014/main" id="{8A00B340-5D4D-4A29-AA17-85BEC8C01D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262" name="Line 30">
              <a:extLst>
                <a:ext uri="{FF2B5EF4-FFF2-40B4-BE49-F238E27FC236}">
                  <a16:creationId xmlns:a16="http://schemas.microsoft.com/office/drawing/2014/main" id="{A375CBCD-3F06-47AD-A8A0-918F21500B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</p:grpSp>
      <p:grpSp>
        <p:nvGrpSpPr>
          <p:cNvPr id="223263" name="Group 31">
            <a:extLst>
              <a:ext uri="{FF2B5EF4-FFF2-40B4-BE49-F238E27FC236}">
                <a16:creationId xmlns:a16="http://schemas.microsoft.com/office/drawing/2014/main" id="{76B39316-DF9D-49AB-9733-A9764BC76E55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2200275"/>
            <a:ext cx="4267200" cy="762000"/>
            <a:chOff x="528" y="1392"/>
            <a:chExt cx="2688" cy="480"/>
          </a:xfrm>
        </p:grpSpPr>
        <p:grpSp>
          <p:nvGrpSpPr>
            <p:cNvPr id="223264" name="Group 32">
              <a:extLst>
                <a:ext uri="{FF2B5EF4-FFF2-40B4-BE49-F238E27FC236}">
                  <a16:creationId xmlns:a16="http://schemas.microsoft.com/office/drawing/2014/main" id="{45580778-C744-43C8-BE73-D8134E772B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1584"/>
              <a:ext cx="2688" cy="288"/>
              <a:chOff x="528" y="1440"/>
              <a:chExt cx="2688" cy="288"/>
            </a:xfrm>
          </p:grpSpPr>
          <p:sp>
            <p:nvSpPr>
              <p:cNvPr id="223265" name="Rectangle 33">
                <a:extLst>
                  <a:ext uri="{FF2B5EF4-FFF2-40B4-BE49-F238E27FC236}">
                    <a16:creationId xmlns:a16="http://schemas.microsoft.com/office/drawing/2014/main" id="{8F5BFAE7-1167-46B8-99FC-0A0094F74C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spcBef>
                    <a:spcPct val="20000"/>
                  </a:spcBef>
                  <a:buChar char="•"/>
                  <a:defRPr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US"/>
                  <a:t>11</a:t>
                </a:r>
              </a:p>
            </p:txBody>
          </p:sp>
          <p:sp>
            <p:nvSpPr>
              <p:cNvPr id="223266" name="Rectangle 34">
                <a:extLst>
                  <a:ext uri="{FF2B5EF4-FFF2-40B4-BE49-F238E27FC236}">
                    <a16:creationId xmlns:a16="http://schemas.microsoft.com/office/drawing/2014/main" id="{8172F2C8-E616-42F4-82E1-E14E1936D3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spcBef>
                    <a:spcPct val="20000"/>
                  </a:spcBef>
                  <a:buChar char="•"/>
                  <a:defRPr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US"/>
                  <a:t>9</a:t>
                </a:r>
              </a:p>
            </p:txBody>
          </p:sp>
          <p:sp>
            <p:nvSpPr>
              <p:cNvPr id="223267" name="Rectangle 35">
                <a:extLst>
                  <a:ext uri="{FF2B5EF4-FFF2-40B4-BE49-F238E27FC236}">
                    <a16:creationId xmlns:a16="http://schemas.microsoft.com/office/drawing/2014/main" id="{3DE06B98-B252-42C5-8B9F-FE8984A79E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spcBef>
                    <a:spcPct val="20000"/>
                  </a:spcBef>
                  <a:buChar char="•"/>
                  <a:defRPr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US"/>
                  <a:t>7</a:t>
                </a:r>
              </a:p>
            </p:txBody>
          </p:sp>
          <p:sp>
            <p:nvSpPr>
              <p:cNvPr id="223268" name="Rectangle 36">
                <a:extLst>
                  <a:ext uri="{FF2B5EF4-FFF2-40B4-BE49-F238E27FC236}">
                    <a16:creationId xmlns:a16="http://schemas.microsoft.com/office/drawing/2014/main" id="{CC2DFE81-8FD0-4065-A67F-1CFA24BA2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spcBef>
                    <a:spcPct val="20000"/>
                  </a:spcBef>
                  <a:buChar char="•"/>
                  <a:defRPr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US"/>
                  <a:t>5</a:t>
                </a:r>
              </a:p>
            </p:txBody>
          </p:sp>
          <p:sp>
            <p:nvSpPr>
              <p:cNvPr id="223269" name="Rectangle 37">
                <a:extLst>
                  <a:ext uri="{FF2B5EF4-FFF2-40B4-BE49-F238E27FC236}">
                    <a16:creationId xmlns:a16="http://schemas.microsoft.com/office/drawing/2014/main" id="{A8171453-0BF1-4395-8A86-C39E6E8E23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spcBef>
                    <a:spcPct val="20000"/>
                  </a:spcBef>
                  <a:buChar char="•"/>
                  <a:defRPr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US"/>
                  <a:t>4</a:t>
                </a:r>
              </a:p>
            </p:txBody>
          </p:sp>
          <p:sp>
            <p:nvSpPr>
              <p:cNvPr id="223270" name="Rectangle 38">
                <a:extLst>
                  <a:ext uri="{FF2B5EF4-FFF2-40B4-BE49-F238E27FC236}">
                    <a16:creationId xmlns:a16="http://schemas.microsoft.com/office/drawing/2014/main" id="{2E4372F5-0C05-498A-B231-D0B5B8FAD3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spcBef>
                    <a:spcPct val="20000"/>
                  </a:spcBef>
                  <a:buChar char="•"/>
                  <a:defRPr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US"/>
                  <a:t>3</a:t>
                </a:r>
              </a:p>
            </p:txBody>
          </p:sp>
          <p:sp>
            <p:nvSpPr>
              <p:cNvPr id="223271" name="Rectangle 39">
                <a:extLst>
                  <a:ext uri="{FF2B5EF4-FFF2-40B4-BE49-F238E27FC236}">
                    <a16:creationId xmlns:a16="http://schemas.microsoft.com/office/drawing/2014/main" id="{0C59CB98-CBDD-4D0B-9282-A62FE578A2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spcBef>
                    <a:spcPct val="20000"/>
                  </a:spcBef>
                  <a:buChar char="•"/>
                  <a:defRPr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US"/>
                  <a:t>2</a:t>
                </a:r>
              </a:p>
            </p:txBody>
          </p:sp>
          <p:sp>
            <p:nvSpPr>
              <p:cNvPr id="223272" name="Rectangle 40">
                <a:extLst>
                  <a:ext uri="{FF2B5EF4-FFF2-40B4-BE49-F238E27FC236}">
                    <a16:creationId xmlns:a16="http://schemas.microsoft.com/office/drawing/2014/main" id="{BAA204CE-E783-4B5F-B05C-639BC4DBD3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1pPr>
                <a:lvl2pPr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spcBef>
                    <a:spcPct val="20000"/>
                  </a:spcBef>
                  <a:buChar char="•"/>
                  <a:defRPr>
                    <a:solidFill>
                      <a:schemeClr val="accent2"/>
                    </a:solidFill>
                    <a:latin typeface="Arial" panose="020B0604020202020204" pitchFamily="34" charset="0"/>
                  </a:defRPr>
                </a:lvl3pPr>
                <a:lvl4pPr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US"/>
                  <a:t>1</a:t>
                </a:r>
              </a:p>
            </p:txBody>
          </p:sp>
          <p:sp>
            <p:nvSpPr>
              <p:cNvPr id="223273" name="Line 41">
                <a:extLst>
                  <a:ext uri="{FF2B5EF4-FFF2-40B4-BE49-F238E27FC236}">
                    <a16:creationId xmlns:a16="http://schemas.microsoft.com/office/drawing/2014/main" id="{D352CB61-2EF9-4A3B-A4C4-6C36F75C37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1440"/>
                <a:ext cx="2688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223274" name="Line 42">
                <a:extLst>
                  <a:ext uri="{FF2B5EF4-FFF2-40B4-BE49-F238E27FC236}">
                    <a16:creationId xmlns:a16="http://schemas.microsoft.com/office/drawing/2014/main" id="{CFD6524B-B0F7-4C21-A551-AA2165D457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1728"/>
                <a:ext cx="2688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223275" name="Line 43">
                <a:extLst>
                  <a:ext uri="{FF2B5EF4-FFF2-40B4-BE49-F238E27FC236}">
                    <a16:creationId xmlns:a16="http://schemas.microsoft.com/office/drawing/2014/main" id="{D71BF8C5-2332-490F-AFB8-9252E7D38C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1440"/>
                <a:ext cx="0" cy="28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223276" name="Line 44">
                <a:extLst>
                  <a:ext uri="{FF2B5EF4-FFF2-40B4-BE49-F238E27FC236}">
                    <a16:creationId xmlns:a16="http://schemas.microsoft.com/office/drawing/2014/main" id="{9D4FF249-264E-4087-9E84-80C7F16D87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223277" name="Line 45">
                <a:extLst>
                  <a:ext uri="{FF2B5EF4-FFF2-40B4-BE49-F238E27FC236}">
                    <a16:creationId xmlns:a16="http://schemas.microsoft.com/office/drawing/2014/main" id="{B63E3837-E4AF-49DA-89A4-A2BE61BF6C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223278" name="Line 46">
                <a:extLst>
                  <a:ext uri="{FF2B5EF4-FFF2-40B4-BE49-F238E27FC236}">
                    <a16:creationId xmlns:a16="http://schemas.microsoft.com/office/drawing/2014/main" id="{DE12907F-B5EC-4C9E-B665-3EE0F00D80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223279" name="Line 47">
                <a:extLst>
                  <a:ext uri="{FF2B5EF4-FFF2-40B4-BE49-F238E27FC236}">
                    <a16:creationId xmlns:a16="http://schemas.microsoft.com/office/drawing/2014/main" id="{F1B8051E-E064-4459-B5F8-7134118706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223280" name="Line 48">
                <a:extLst>
                  <a:ext uri="{FF2B5EF4-FFF2-40B4-BE49-F238E27FC236}">
                    <a16:creationId xmlns:a16="http://schemas.microsoft.com/office/drawing/2014/main" id="{D08D116F-63CE-47E5-B79D-C415EB542D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223281" name="Line 49">
                <a:extLst>
                  <a:ext uri="{FF2B5EF4-FFF2-40B4-BE49-F238E27FC236}">
                    <a16:creationId xmlns:a16="http://schemas.microsoft.com/office/drawing/2014/main" id="{C43B799B-5224-4B0B-9AFD-91C14071FC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223282" name="Line 50">
                <a:extLst>
                  <a:ext uri="{FF2B5EF4-FFF2-40B4-BE49-F238E27FC236}">
                    <a16:creationId xmlns:a16="http://schemas.microsoft.com/office/drawing/2014/main" id="{FCC22D3D-51B0-4A3E-B882-181D4463C2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/>
              </a:p>
            </p:txBody>
          </p:sp>
          <p:sp>
            <p:nvSpPr>
              <p:cNvPr id="223283" name="Line 51">
                <a:extLst>
                  <a:ext uri="{FF2B5EF4-FFF2-40B4-BE49-F238E27FC236}">
                    <a16:creationId xmlns:a16="http://schemas.microsoft.com/office/drawing/2014/main" id="{FB6F95B1-7E2C-4303-80E4-D7A8390AF7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1440"/>
                <a:ext cx="0" cy="28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US"/>
              </a:p>
            </p:txBody>
          </p:sp>
        </p:grpSp>
        <p:sp>
          <p:nvSpPr>
            <p:cNvPr id="223284" name="Text Box 52">
              <a:extLst>
                <a:ext uri="{FF2B5EF4-FFF2-40B4-BE49-F238E27FC236}">
                  <a16:creationId xmlns:a16="http://schemas.microsoft.com/office/drawing/2014/main" id="{1DDC21D5-6C14-4416-B056-1D76FC9367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392"/>
              <a:ext cx="14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1000"/>
                <a:t>1</a:t>
              </a:r>
            </a:p>
          </p:txBody>
        </p:sp>
        <p:sp>
          <p:nvSpPr>
            <p:cNvPr id="223285" name="Text Box 53">
              <a:extLst>
                <a:ext uri="{FF2B5EF4-FFF2-40B4-BE49-F238E27FC236}">
                  <a16:creationId xmlns:a16="http://schemas.microsoft.com/office/drawing/2014/main" id="{FAC508D0-3883-4210-9321-CF38DA15F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392"/>
              <a:ext cx="14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1000"/>
                <a:t>2</a:t>
              </a:r>
            </a:p>
          </p:txBody>
        </p:sp>
        <p:sp>
          <p:nvSpPr>
            <p:cNvPr id="223286" name="Text Box 54">
              <a:extLst>
                <a:ext uri="{FF2B5EF4-FFF2-40B4-BE49-F238E27FC236}">
                  <a16:creationId xmlns:a16="http://schemas.microsoft.com/office/drawing/2014/main" id="{0C4E409F-C0F2-45BB-BA5A-1B23098C60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1392"/>
              <a:ext cx="14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1000"/>
                <a:t>3</a:t>
              </a:r>
            </a:p>
          </p:txBody>
        </p:sp>
        <p:sp>
          <p:nvSpPr>
            <p:cNvPr id="223287" name="Text Box 55">
              <a:extLst>
                <a:ext uri="{FF2B5EF4-FFF2-40B4-BE49-F238E27FC236}">
                  <a16:creationId xmlns:a16="http://schemas.microsoft.com/office/drawing/2014/main" id="{83A9271D-6414-4511-881B-518D83D0FA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1392"/>
              <a:ext cx="14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1000"/>
                <a:t>4</a:t>
              </a:r>
            </a:p>
          </p:txBody>
        </p:sp>
        <p:sp>
          <p:nvSpPr>
            <p:cNvPr id="223288" name="Text Box 56">
              <a:extLst>
                <a:ext uri="{FF2B5EF4-FFF2-40B4-BE49-F238E27FC236}">
                  <a16:creationId xmlns:a16="http://schemas.microsoft.com/office/drawing/2014/main" id="{BCB6197B-52EC-4D2E-8347-BDAC2CDC73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1392"/>
              <a:ext cx="14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1000"/>
                <a:t>5</a:t>
              </a:r>
            </a:p>
          </p:txBody>
        </p:sp>
        <p:sp>
          <p:nvSpPr>
            <p:cNvPr id="223289" name="Text Box 57">
              <a:extLst>
                <a:ext uri="{FF2B5EF4-FFF2-40B4-BE49-F238E27FC236}">
                  <a16:creationId xmlns:a16="http://schemas.microsoft.com/office/drawing/2014/main" id="{13946CE7-C3D0-49C6-841C-4FED9DDAB0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92"/>
              <a:ext cx="14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1000"/>
                <a:t>6</a:t>
              </a:r>
            </a:p>
          </p:txBody>
        </p:sp>
        <p:sp>
          <p:nvSpPr>
            <p:cNvPr id="223290" name="Text Box 58">
              <a:extLst>
                <a:ext uri="{FF2B5EF4-FFF2-40B4-BE49-F238E27FC236}">
                  <a16:creationId xmlns:a16="http://schemas.microsoft.com/office/drawing/2014/main" id="{FB6DC634-A7F3-46E0-8D96-456D46DE43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392"/>
              <a:ext cx="14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1000"/>
                <a:t>7</a:t>
              </a:r>
            </a:p>
          </p:txBody>
        </p:sp>
        <p:sp>
          <p:nvSpPr>
            <p:cNvPr id="223291" name="Text Box 59">
              <a:extLst>
                <a:ext uri="{FF2B5EF4-FFF2-40B4-BE49-F238E27FC236}">
                  <a16:creationId xmlns:a16="http://schemas.microsoft.com/office/drawing/2014/main" id="{B63A5681-123A-4C5D-B21A-D4F64DB76C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1392"/>
              <a:ext cx="14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1000"/>
                <a:t>8</a:t>
              </a:r>
            </a:p>
          </p:txBody>
        </p:sp>
      </p:grpSp>
      <p:grpSp>
        <p:nvGrpSpPr>
          <p:cNvPr id="223292" name="Group 60">
            <a:extLst>
              <a:ext uri="{FF2B5EF4-FFF2-40B4-BE49-F238E27FC236}">
                <a16:creationId xmlns:a16="http://schemas.microsoft.com/office/drawing/2014/main" id="{C535C276-2281-49DF-BCDB-574482C5801E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4197350"/>
            <a:ext cx="4267200" cy="457200"/>
            <a:chOff x="528" y="1440"/>
            <a:chExt cx="2688" cy="288"/>
          </a:xfrm>
        </p:grpSpPr>
        <p:sp>
          <p:nvSpPr>
            <p:cNvPr id="223293" name="Rectangle 61">
              <a:extLst>
                <a:ext uri="{FF2B5EF4-FFF2-40B4-BE49-F238E27FC236}">
                  <a16:creationId xmlns:a16="http://schemas.microsoft.com/office/drawing/2014/main" id="{4F3C65EE-4FCF-4F78-8990-8F1D14BF84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11</a:t>
              </a:r>
            </a:p>
          </p:txBody>
        </p:sp>
        <p:sp>
          <p:nvSpPr>
            <p:cNvPr id="223294" name="Rectangle 62">
              <a:extLst>
                <a:ext uri="{FF2B5EF4-FFF2-40B4-BE49-F238E27FC236}">
                  <a16:creationId xmlns:a16="http://schemas.microsoft.com/office/drawing/2014/main" id="{D756DF7C-192D-445E-A60C-9E78E12B5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9</a:t>
              </a:r>
            </a:p>
          </p:txBody>
        </p:sp>
        <p:sp>
          <p:nvSpPr>
            <p:cNvPr id="223295" name="Rectangle 63">
              <a:extLst>
                <a:ext uri="{FF2B5EF4-FFF2-40B4-BE49-F238E27FC236}">
                  <a16:creationId xmlns:a16="http://schemas.microsoft.com/office/drawing/2014/main" id="{F0962AE4-FB9E-4F73-ADDA-A16F20815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7</a:t>
              </a:r>
            </a:p>
          </p:txBody>
        </p:sp>
        <p:sp>
          <p:nvSpPr>
            <p:cNvPr id="223296" name="Rectangle 64">
              <a:extLst>
                <a:ext uri="{FF2B5EF4-FFF2-40B4-BE49-F238E27FC236}">
                  <a16:creationId xmlns:a16="http://schemas.microsoft.com/office/drawing/2014/main" id="{94494D2D-ACF7-426D-9EE6-0FD956ED4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5</a:t>
              </a:r>
            </a:p>
          </p:txBody>
        </p:sp>
        <p:sp>
          <p:nvSpPr>
            <p:cNvPr id="223297" name="Rectangle 65">
              <a:extLst>
                <a:ext uri="{FF2B5EF4-FFF2-40B4-BE49-F238E27FC236}">
                  <a16:creationId xmlns:a16="http://schemas.microsoft.com/office/drawing/2014/main" id="{E59FF44C-8872-46DB-8ADC-0AB905FFB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4</a:t>
              </a:r>
            </a:p>
          </p:txBody>
        </p:sp>
        <p:sp>
          <p:nvSpPr>
            <p:cNvPr id="223298" name="Rectangle 66">
              <a:extLst>
                <a:ext uri="{FF2B5EF4-FFF2-40B4-BE49-F238E27FC236}">
                  <a16:creationId xmlns:a16="http://schemas.microsoft.com/office/drawing/2014/main" id="{B9573813-F1A1-461C-852E-2E9AD53AF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3</a:t>
              </a:r>
            </a:p>
          </p:txBody>
        </p:sp>
        <p:sp>
          <p:nvSpPr>
            <p:cNvPr id="223299" name="Rectangle 67">
              <a:extLst>
                <a:ext uri="{FF2B5EF4-FFF2-40B4-BE49-F238E27FC236}">
                  <a16:creationId xmlns:a16="http://schemas.microsoft.com/office/drawing/2014/main" id="{4C2F40F8-9D95-4819-8E47-55FC162D0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2</a:t>
              </a:r>
            </a:p>
          </p:txBody>
        </p:sp>
        <p:sp>
          <p:nvSpPr>
            <p:cNvPr id="223300" name="Rectangle 68">
              <a:extLst>
                <a:ext uri="{FF2B5EF4-FFF2-40B4-BE49-F238E27FC236}">
                  <a16:creationId xmlns:a16="http://schemas.microsoft.com/office/drawing/2014/main" id="{E3F0C12B-BDD6-4D00-8EA8-CAB5D5778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1</a:t>
              </a:r>
            </a:p>
          </p:txBody>
        </p:sp>
        <p:sp>
          <p:nvSpPr>
            <p:cNvPr id="223301" name="Line 69">
              <a:extLst>
                <a:ext uri="{FF2B5EF4-FFF2-40B4-BE49-F238E27FC236}">
                  <a16:creationId xmlns:a16="http://schemas.microsoft.com/office/drawing/2014/main" id="{B9B5F89E-8064-47DB-9548-B405CB8499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302" name="Line 70">
              <a:extLst>
                <a:ext uri="{FF2B5EF4-FFF2-40B4-BE49-F238E27FC236}">
                  <a16:creationId xmlns:a16="http://schemas.microsoft.com/office/drawing/2014/main" id="{0427600E-98BD-4094-8FED-1884554E3B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728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303" name="Line 71">
              <a:extLst>
                <a:ext uri="{FF2B5EF4-FFF2-40B4-BE49-F238E27FC236}">
                  <a16:creationId xmlns:a16="http://schemas.microsoft.com/office/drawing/2014/main" id="{E5CBE19E-386D-47F4-8183-CAF55726B3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304" name="Line 72">
              <a:extLst>
                <a:ext uri="{FF2B5EF4-FFF2-40B4-BE49-F238E27FC236}">
                  <a16:creationId xmlns:a16="http://schemas.microsoft.com/office/drawing/2014/main" id="{0C5C7057-24FA-479C-963D-2AFBE3118D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305" name="Line 73">
              <a:extLst>
                <a:ext uri="{FF2B5EF4-FFF2-40B4-BE49-F238E27FC236}">
                  <a16:creationId xmlns:a16="http://schemas.microsoft.com/office/drawing/2014/main" id="{F8B6FF6B-2D3B-4016-831F-C43C0F5DF2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306" name="Line 74">
              <a:extLst>
                <a:ext uri="{FF2B5EF4-FFF2-40B4-BE49-F238E27FC236}">
                  <a16:creationId xmlns:a16="http://schemas.microsoft.com/office/drawing/2014/main" id="{C19FC9AE-9D22-44C5-8267-F87BDE4B37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307" name="Line 75">
              <a:extLst>
                <a:ext uri="{FF2B5EF4-FFF2-40B4-BE49-F238E27FC236}">
                  <a16:creationId xmlns:a16="http://schemas.microsoft.com/office/drawing/2014/main" id="{1A666E6E-1E1B-4E61-B1C0-5AB519F356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308" name="Line 76">
              <a:extLst>
                <a:ext uri="{FF2B5EF4-FFF2-40B4-BE49-F238E27FC236}">
                  <a16:creationId xmlns:a16="http://schemas.microsoft.com/office/drawing/2014/main" id="{38377F5D-FAF6-42B9-9045-6DADDDDAC2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309" name="Line 77">
              <a:extLst>
                <a:ext uri="{FF2B5EF4-FFF2-40B4-BE49-F238E27FC236}">
                  <a16:creationId xmlns:a16="http://schemas.microsoft.com/office/drawing/2014/main" id="{E9145E8E-6F5A-45D4-9143-E97CDDAB26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310" name="Line 78">
              <a:extLst>
                <a:ext uri="{FF2B5EF4-FFF2-40B4-BE49-F238E27FC236}">
                  <a16:creationId xmlns:a16="http://schemas.microsoft.com/office/drawing/2014/main" id="{990AB931-2750-4FA1-AF25-3928CA3AB2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311" name="Line 79">
              <a:extLst>
                <a:ext uri="{FF2B5EF4-FFF2-40B4-BE49-F238E27FC236}">
                  <a16:creationId xmlns:a16="http://schemas.microsoft.com/office/drawing/2014/main" id="{774E2CDC-F398-4575-A7DF-F4BA97AEB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</p:grpSp>
      <p:grpSp>
        <p:nvGrpSpPr>
          <p:cNvPr id="223312" name="Group 80">
            <a:extLst>
              <a:ext uri="{FF2B5EF4-FFF2-40B4-BE49-F238E27FC236}">
                <a16:creationId xmlns:a16="http://schemas.microsoft.com/office/drawing/2014/main" id="{0607CD86-2D9B-4814-9AB5-78ABF12C193C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4197350"/>
            <a:ext cx="5791200" cy="687388"/>
            <a:chOff x="1872" y="3792"/>
            <a:chExt cx="3648" cy="433"/>
          </a:xfrm>
        </p:grpSpPr>
        <p:sp>
          <p:nvSpPr>
            <p:cNvPr id="223313" name="Oval 81">
              <a:extLst>
                <a:ext uri="{FF2B5EF4-FFF2-40B4-BE49-F238E27FC236}">
                  <a16:creationId xmlns:a16="http://schemas.microsoft.com/office/drawing/2014/main" id="{3822DCAF-0D5A-4474-81B6-E922466FE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792"/>
              <a:ext cx="336" cy="288"/>
            </a:xfrm>
            <a:prstGeom prst="ellipse">
              <a:avLst/>
            </a:prstGeom>
            <a:noFill/>
            <a:ln w="38100">
              <a:solidFill>
                <a:srgbClr val="DD011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314" name="Text Box 82">
              <a:extLst>
                <a:ext uri="{FF2B5EF4-FFF2-40B4-BE49-F238E27FC236}">
                  <a16:creationId xmlns:a16="http://schemas.microsoft.com/office/drawing/2014/main" id="{C5D5D110-FBCF-4707-AB7F-89991B6B4C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821"/>
              <a:ext cx="216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/>
                <a:t>mid = 5, A[5] = 5, lo = 6, hi = 5 </a:t>
              </a:r>
            </a:p>
            <a:p>
              <a:r>
                <a:rPr lang="en-US" altLang="en-US"/>
                <a:t>	NOT FOUND!</a:t>
              </a:r>
            </a:p>
          </p:txBody>
        </p:sp>
      </p:grpSp>
      <p:sp>
        <p:nvSpPr>
          <p:cNvPr id="223315" name="Line 83">
            <a:extLst>
              <a:ext uri="{FF2B5EF4-FFF2-40B4-BE49-F238E27FC236}">
                <a16:creationId xmlns:a16="http://schemas.microsoft.com/office/drawing/2014/main" id="{439EE88A-14B8-43C9-A9BA-FB77E72931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46325" y="3038476"/>
            <a:ext cx="0" cy="157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3316" name="Line 84">
            <a:extLst>
              <a:ext uri="{FF2B5EF4-FFF2-40B4-BE49-F238E27FC236}">
                <a16:creationId xmlns:a16="http://schemas.microsoft.com/office/drawing/2014/main" id="{36BF3D79-D176-47FD-AE64-A2C36288F4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22988" y="2982913"/>
            <a:ext cx="0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3317" name="Line 85">
            <a:extLst>
              <a:ext uri="{FF2B5EF4-FFF2-40B4-BE49-F238E27FC236}">
                <a16:creationId xmlns:a16="http://schemas.microsoft.com/office/drawing/2014/main" id="{CD7B9609-DEAC-48FB-8CD5-5AD01991743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89450" y="3814764"/>
            <a:ext cx="7938" cy="249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3318" name="Line 86">
            <a:extLst>
              <a:ext uri="{FF2B5EF4-FFF2-40B4-BE49-F238E27FC236}">
                <a16:creationId xmlns:a16="http://schemas.microsoft.com/office/drawing/2014/main" id="{D073DE74-E47A-45A8-A1E8-648D99EC46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15050" y="384175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23321" name="Group 89">
            <a:extLst>
              <a:ext uri="{FF2B5EF4-FFF2-40B4-BE49-F238E27FC236}">
                <a16:creationId xmlns:a16="http://schemas.microsoft.com/office/drawing/2014/main" id="{F3265BB6-5078-476B-A57B-DFEC9A9DCDE4}"/>
              </a:ext>
            </a:extLst>
          </p:cNvPr>
          <p:cNvGrpSpPr>
            <a:grpSpLocks/>
          </p:cNvGrpSpPr>
          <p:nvPr/>
        </p:nvGrpSpPr>
        <p:grpSpPr bwMode="auto">
          <a:xfrm>
            <a:off x="2157413" y="5035550"/>
            <a:ext cx="4267200" cy="457200"/>
            <a:chOff x="528" y="1440"/>
            <a:chExt cx="2688" cy="288"/>
          </a:xfrm>
        </p:grpSpPr>
        <p:sp>
          <p:nvSpPr>
            <p:cNvPr id="223322" name="Rectangle 90">
              <a:extLst>
                <a:ext uri="{FF2B5EF4-FFF2-40B4-BE49-F238E27FC236}">
                  <a16:creationId xmlns:a16="http://schemas.microsoft.com/office/drawing/2014/main" id="{E30D738B-9335-41C8-885B-3BCE46269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11</a:t>
              </a:r>
            </a:p>
          </p:txBody>
        </p:sp>
        <p:sp>
          <p:nvSpPr>
            <p:cNvPr id="223323" name="Rectangle 91">
              <a:extLst>
                <a:ext uri="{FF2B5EF4-FFF2-40B4-BE49-F238E27FC236}">
                  <a16:creationId xmlns:a16="http://schemas.microsoft.com/office/drawing/2014/main" id="{567DD63A-FB08-4A3E-9E40-85F0FB8C26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9</a:t>
              </a:r>
            </a:p>
          </p:txBody>
        </p:sp>
        <p:sp>
          <p:nvSpPr>
            <p:cNvPr id="223324" name="Rectangle 92">
              <a:extLst>
                <a:ext uri="{FF2B5EF4-FFF2-40B4-BE49-F238E27FC236}">
                  <a16:creationId xmlns:a16="http://schemas.microsoft.com/office/drawing/2014/main" id="{95DBC395-118A-41B8-A4F5-A6391BD89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7</a:t>
              </a:r>
            </a:p>
          </p:txBody>
        </p:sp>
        <p:sp>
          <p:nvSpPr>
            <p:cNvPr id="223325" name="Rectangle 93">
              <a:extLst>
                <a:ext uri="{FF2B5EF4-FFF2-40B4-BE49-F238E27FC236}">
                  <a16:creationId xmlns:a16="http://schemas.microsoft.com/office/drawing/2014/main" id="{871F64C5-2070-4E1C-B2A4-E719E3B90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5</a:t>
              </a:r>
            </a:p>
          </p:txBody>
        </p:sp>
        <p:sp>
          <p:nvSpPr>
            <p:cNvPr id="223326" name="Rectangle 94">
              <a:extLst>
                <a:ext uri="{FF2B5EF4-FFF2-40B4-BE49-F238E27FC236}">
                  <a16:creationId xmlns:a16="http://schemas.microsoft.com/office/drawing/2014/main" id="{092B2642-0BE0-419C-A901-2E171EEDE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4</a:t>
              </a:r>
            </a:p>
          </p:txBody>
        </p:sp>
        <p:sp>
          <p:nvSpPr>
            <p:cNvPr id="223327" name="Rectangle 95">
              <a:extLst>
                <a:ext uri="{FF2B5EF4-FFF2-40B4-BE49-F238E27FC236}">
                  <a16:creationId xmlns:a16="http://schemas.microsoft.com/office/drawing/2014/main" id="{85F4447E-B805-4704-8765-931CCE339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3</a:t>
              </a:r>
            </a:p>
          </p:txBody>
        </p:sp>
        <p:sp>
          <p:nvSpPr>
            <p:cNvPr id="223328" name="Rectangle 96">
              <a:extLst>
                <a:ext uri="{FF2B5EF4-FFF2-40B4-BE49-F238E27FC236}">
                  <a16:creationId xmlns:a16="http://schemas.microsoft.com/office/drawing/2014/main" id="{DCCAC086-2736-436D-A00E-3E37C85A6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2</a:t>
              </a:r>
            </a:p>
          </p:txBody>
        </p:sp>
        <p:sp>
          <p:nvSpPr>
            <p:cNvPr id="223329" name="Rectangle 97">
              <a:extLst>
                <a:ext uri="{FF2B5EF4-FFF2-40B4-BE49-F238E27FC236}">
                  <a16:creationId xmlns:a16="http://schemas.microsoft.com/office/drawing/2014/main" id="{81632DDF-EC78-4E4D-90C9-52B137689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accent2"/>
                  </a:solidFill>
                  <a:latin typeface="Arial" panose="020B0604020202020204" pitchFamily="34" charset="0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>
                <a:spcBef>
                  <a:spcPct val="20000"/>
                </a:spcBef>
                <a:buChar char="•"/>
                <a:defRPr>
                  <a:solidFill>
                    <a:schemeClr val="accent2"/>
                  </a:solidFill>
                  <a:latin typeface="Arial" panose="020B0604020202020204" pitchFamily="34" charset="0"/>
                </a:defRPr>
              </a:lvl3pPr>
              <a:lvl4pPr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US"/>
                <a:t>1</a:t>
              </a:r>
            </a:p>
          </p:txBody>
        </p:sp>
        <p:sp>
          <p:nvSpPr>
            <p:cNvPr id="223330" name="Line 98">
              <a:extLst>
                <a:ext uri="{FF2B5EF4-FFF2-40B4-BE49-F238E27FC236}">
                  <a16:creationId xmlns:a16="http://schemas.microsoft.com/office/drawing/2014/main" id="{569BFAE5-7141-4837-B0BB-32EA31DEA3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331" name="Line 99">
              <a:extLst>
                <a:ext uri="{FF2B5EF4-FFF2-40B4-BE49-F238E27FC236}">
                  <a16:creationId xmlns:a16="http://schemas.microsoft.com/office/drawing/2014/main" id="{8274C493-086B-48FF-90E8-63DCC86408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728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332" name="Line 100">
              <a:extLst>
                <a:ext uri="{FF2B5EF4-FFF2-40B4-BE49-F238E27FC236}">
                  <a16:creationId xmlns:a16="http://schemas.microsoft.com/office/drawing/2014/main" id="{D343120A-5217-416D-8D8D-5D70226098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333" name="Line 101">
              <a:extLst>
                <a:ext uri="{FF2B5EF4-FFF2-40B4-BE49-F238E27FC236}">
                  <a16:creationId xmlns:a16="http://schemas.microsoft.com/office/drawing/2014/main" id="{03256894-CC82-41C8-8CB5-4CFE138E1C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334" name="Line 102">
              <a:extLst>
                <a:ext uri="{FF2B5EF4-FFF2-40B4-BE49-F238E27FC236}">
                  <a16:creationId xmlns:a16="http://schemas.microsoft.com/office/drawing/2014/main" id="{D4D3E35E-0509-42D2-839E-E805EE3503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335" name="Line 103">
              <a:extLst>
                <a:ext uri="{FF2B5EF4-FFF2-40B4-BE49-F238E27FC236}">
                  <a16:creationId xmlns:a16="http://schemas.microsoft.com/office/drawing/2014/main" id="{C23A11CB-6216-43F2-BEA9-B79B44F123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336" name="Line 104">
              <a:extLst>
                <a:ext uri="{FF2B5EF4-FFF2-40B4-BE49-F238E27FC236}">
                  <a16:creationId xmlns:a16="http://schemas.microsoft.com/office/drawing/2014/main" id="{52825152-B2BD-40AA-98F6-3D3EC2AE87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337" name="Line 105">
              <a:extLst>
                <a:ext uri="{FF2B5EF4-FFF2-40B4-BE49-F238E27FC236}">
                  <a16:creationId xmlns:a16="http://schemas.microsoft.com/office/drawing/2014/main" id="{584ACFF0-C495-49FE-9063-4BEBF9CC94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338" name="Line 106">
              <a:extLst>
                <a:ext uri="{FF2B5EF4-FFF2-40B4-BE49-F238E27FC236}">
                  <a16:creationId xmlns:a16="http://schemas.microsoft.com/office/drawing/2014/main" id="{CF403695-1335-4D91-BC10-5848B38FDB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339" name="Line 107">
              <a:extLst>
                <a:ext uri="{FF2B5EF4-FFF2-40B4-BE49-F238E27FC236}">
                  <a16:creationId xmlns:a16="http://schemas.microsoft.com/office/drawing/2014/main" id="{E9EDA49E-5FBD-4407-B314-6140AD19F8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  <p:sp>
          <p:nvSpPr>
            <p:cNvPr id="223340" name="Line 108">
              <a:extLst>
                <a:ext uri="{FF2B5EF4-FFF2-40B4-BE49-F238E27FC236}">
                  <a16:creationId xmlns:a16="http://schemas.microsoft.com/office/drawing/2014/main" id="{8BDEFB81-FA5A-4FEC-A7D4-8874E53ABF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US"/>
            </a:p>
          </p:txBody>
        </p:sp>
      </p:grpSp>
      <p:sp>
        <p:nvSpPr>
          <p:cNvPr id="223341" name="Line 109">
            <a:extLst>
              <a:ext uri="{FF2B5EF4-FFF2-40B4-BE49-F238E27FC236}">
                <a16:creationId xmlns:a16="http://schemas.microsoft.com/office/drawing/2014/main" id="{02FD5EDD-6FC0-4EDD-AE97-49DA3552F91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05314" y="4710113"/>
            <a:ext cx="9525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3342" name="Line 110">
            <a:extLst>
              <a:ext uri="{FF2B5EF4-FFF2-40B4-BE49-F238E27FC236}">
                <a16:creationId xmlns:a16="http://schemas.microsoft.com/office/drawing/2014/main" id="{D23BDAA8-13DA-46E1-982C-61FB9C1FF8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27563" y="4729164"/>
            <a:ext cx="0" cy="193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3343" name="Line 111">
            <a:extLst>
              <a:ext uri="{FF2B5EF4-FFF2-40B4-BE49-F238E27FC236}">
                <a16:creationId xmlns:a16="http://schemas.microsoft.com/office/drawing/2014/main" id="{DBE2EB4C-EA43-4807-999E-960346D777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16513" y="5551488"/>
            <a:ext cx="0" cy="341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3344" name="Line 112">
            <a:extLst>
              <a:ext uri="{FF2B5EF4-FFF2-40B4-BE49-F238E27FC236}">
                <a16:creationId xmlns:a16="http://schemas.microsoft.com/office/drawing/2014/main" id="{DE1B46F2-DB88-4C19-A88C-04022175BB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54538" y="5561014"/>
            <a:ext cx="0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3345" name="Text Box 113">
            <a:extLst>
              <a:ext uri="{FF2B5EF4-FFF2-40B4-BE49-F238E27FC236}">
                <a16:creationId xmlns:a16="http://schemas.microsoft.com/office/drawing/2014/main" id="{EA6C9853-67D5-41DD-B8C1-22C21AD2A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325" y="2917826"/>
            <a:ext cx="527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low</a:t>
            </a:r>
          </a:p>
        </p:txBody>
      </p:sp>
      <p:sp>
        <p:nvSpPr>
          <p:cNvPr id="223346" name="Text Box 114">
            <a:extLst>
              <a:ext uri="{FF2B5EF4-FFF2-40B4-BE49-F238E27FC236}">
                <a16:creationId xmlns:a16="http://schemas.microsoft.com/office/drawing/2014/main" id="{03114B6C-9DAC-40C1-A2BA-6547BA514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1563" y="2900363"/>
            <a:ext cx="5902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high</a:t>
            </a:r>
          </a:p>
        </p:txBody>
      </p:sp>
      <p:sp>
        <p:nvSpPr>
          <p:cNvPr id="223347" name="Text Box 115">
            <a:extLst>
              <a:ext uri="{FF2B5EF4-FFF2-40B4-BE49-F238E27FC236}">
                <a16:creationId xmlns:a16="http://schemas.microsoft.com/office/drawing/2014/main" id="{DEC2288E-CE64-4655-8C99-15F6DB7C3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7238" y="3827463"/>
            <a:ext cx="527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low</a:t>
            </a:r>
          </a:p>
        </p:txBody>
      </p:sp>
      <p:sp>
        <p:nvSpPr>
          <p:cNvPr id="223348" name="Text Box 116">
            <a:extLst>
              <a:ext uri="{FF2B5EF4-FFF2-40B4-BE49-F238E27FC236}">
                <a16:creationId xmlns:a16="http://schemas.microsoft.com/office/drawing/2014/main" id="{646F232C-9743-48C9-86C7-B8F185B0F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4463" y="5591176"/>
            <a:ext cx="527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low</a:t>
            </a:r>
          </a:p>
        </p:txBody>
      </p:sp>
      <p:sp>
        <p:nvSpPr>
          <p:cNvPr id="223349" name="Text Box 117">
            <a:extLst>
              <a:ext uri="{FF2B5EF4-FFF2-40B4-BE49-F238E27FC236}">
                <a16:creationId xmlns:a16="http://schemas.microsoft.com/office/drawing/2014/main" id="{788C5AC5-9762-4C51-A723-ED2B8B20D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2538" y="5592763"/>
            <a:ext cx="5902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high</a:t>
            </a:r>
          </a:p>
        </p:txBody>
      </p:sp>
      <p:sp>
        <p:nvSpPr>
          <p:cNvPr id="223350" name="Text Box 118">
            <a:extLst>
              <a:ext uri="{FF2B5EF4-FFF2-40B4-BE49-F238E27FC236}">
                <a16:creationId xmlns:a16="http://schemas.microsoft.com/office/drawing/2014/main" id="{93764C99-427B-4FCF-8D87-2C720BB87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5850" y="3819525"/>
            <a:ext cx="5902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high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>
            <a:extLst>
              <a:ext uri="{FF2B5EF4-FFF2-40B4-BE49-F238E27FC236}">
                <a16:creationId xmlns:a16="http://schemas.microsoft.com/office/drawing/2014/main" id="{5476E014-7147-45D4-9DD8-2750636196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Analysis of BINARY-SEARCH</a:t>
            </a:r>
          </a:p>
        </p:txBody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0D4F5EDF-0D81-4E3E-90DD-F670A2940D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65288" y="1214438"/>
            <a:ext cx="8229600" cy="5397500"/>
          </a:xfrm>
        </p:spPr>
        <p:txBody>
          <a:bodyPr>
            <a:normAutofit lnSpcReduction="10000"/>
          </a:bodyPr>
          <a:lstStyle/>
          <a:p>
            <a:pPr marL="533400" indent="-533400">
              <a:lnSpc>
                <a:spcPct val="80000"/>
              </a:lnSpc>
              <a:buNone/>
            </a:pPr>
            <a:r>
              <a:rPr lang="en-US" altLang="en-US" sz="1600" dirty="0">
                <a:sym typeface="Symbol" panose="05050102010706020507" pitchFamily="18" charset="2"/>
              </a:rPr>
              <a:t>	</a:t>
            </a:r>
          </a:p>
          <a:p>
            <a:pPr marL="533400" indent="-533400">
              <a:lnSpc>
                <a:spcPct val="80000"/>
              </a:lnSpc>
              <a:buNone/>
            </a:pPr>
            <a:r>
              <a:rPr lang="en-US" altLang="en-US" sz="2400" dirty="0">
                <a:solidFill>
                  <a:srgbClr val="DD0111"/>
                </a:solidFill>
                <a:latin typeface="Monotype Corsiva" panose="03010101010201010101" pitchFamily="66" charset="0"/>
                <a:sym typeface="Symbol" panose="05050102010706020507" pitchFamily="18" charset="2"/>
              </a:rPr>
              <a:t>Alg.:</a:t>
            </a:r>
            <a:r>
              <a:rPr lang="en-US" altLang="en-US" sz="2400" dirty="0">
                <a:sym typeface="Symbol" panose="05050102010706020507" pitchFamily="18" charset="2"/>
              </a:rPr>
              <a:t> BINARY-SEARCH (A, lo, hi, x)</a:t>
            </a:r>
          </a:p>
          <a:p>
            <a:pPr marL="533400" indent="-533400">
              <a:lnSpc>
                <a:spcPct val="80000"/>
              </a:lnSpc>
              <a:buNone/>
            </a:pPr>
            <a:r>
              <a:rPr lang="en-US" altLang="en-US" sz="1600" dirty="0">
                <a:sym typeface="Symbol" panose="05050102010706020507" pitchFamily="18" charset="2"/>
              </a:rPr>
              <a:t>	</a:t>
            </a:r>
            <a:r>
              <a:rPr lang="en-US" altLang="en-US" sz="2400" b="1" dirty="0">
                <a:sym typeface="Symbol" panose="05050102010706020507" pitchFamily="18" charset="2"/>
              </a:rPr>
              <a:t>if</a:t>
            </a:r>
            <a:r>
              <a:rPr lang="en-US" altLang="en-US" sz="2400" dirty="0">
                <a:sym typeface="Symbol" panose="05050102010706020507" pitchFamily="18" charset="2"/>
              </a:rPr>
              <a:t> (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lo &gt; hi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</a:p>
          <a:p>
            <a:pPr marL="533400" indent="-533400">
              <a:lnSpc>
                <a:spcPct val="8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</a:t>
            </a:r>
            <a:r>
              <a:rPr lang="en-US" altLang="en-US" sz="2400" b="1" dirty="0">
                <a:sym typeface="Symbol" panose="05050102010706020507" pitchFamily="18" charset="2"/>
              </a:rPr>
              <a:t>return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sym typeface="Symbol" panose="05050102010706020507" pitchFamily="18" charset="2"/>
              </a:rPr>
              <a:t>FALSE</a:t>
            </a:r>
          </a:p>
          <a:p>
            <a:pPr marL="533400" indent="-533400">
              <a:lnSpc>
                <a:spcPct val="8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mid</a:t>
            </a:r>
            <a:r>
              <a:rPr lang="en-US" altLang="en-US" sz="2400" dirty="0">
                <a:sym typeface="Symbol" panose="05050102010706020507" pitchFamily="18" charset="2"/>
              </a:rPr>
              <a:t>  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(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lo+hi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)/2</a:t>
            </a:r>
          </a:p>
          <a:p>
            <a:pPr marL="533400" indent="-533400">
              <a:lnSpc>
                <a:spcPct val="8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  <a:r>
              <a:rPr lang="en-US" altLang="en-US" sz="2400" b="1" dirty="0">
                <a:sym typeface="Symbol" panose="05050102010706020507" pitchFamily="18" charset="2"/>
              </a:rPr>
              <a:t>if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x = A[mid]</a:t>
            </a:r>
          </a:p>
          <a:p>
            <a:pPr marL="533400" indent="-533400">
              <a:lnSpc>
                <a:spcPct val="8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return </a:t>
            </a:r>
            <a:r>
              <a:rPr lang="en-US" altLang="en-US" sz="2400" b="1" dirty="0">
                <a:sym typeface="Symbol" panose="05050102010706020507" pitchFamily="18" charset="2"/>
              </a:rPr>
              <a:t>TRUE</a:t>
            </a:r>
          </a:p>
          <a:p>
            <a:pPr marL="533400" indent="-533400">
              <a:lnSpc>
                <a:spcPct val="8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  <a:r>
              <a:rPr lang="en-US" altLang="en-US" sz="2400" b="1" dirty="0">
                <a:sym typeface="Symbol" panose="05050102010706020507" pitchFamily="18" charset="2"/>
              </a:rPr>
              <a:t>if</a:t>
            </a:r>
            <a:r>
              <a:rPr lang="en-US" altLang="en-US" sz="2400" dirty="0">
                <a:sym typeface="Symbol" panose="05050102010706020507" pitchFamily="18" charset="2"/>
              </a:rPr>
              <a:t> ( 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x &lt; A[mid]</a:t>
            </a:r>
            <a:r>
              <a:rPr lang="en-US" altLang="en-US" sz="2400" dirty="0">
                <a:sym typeface="Symbol" panose="05050102010706020507" pitchFamily="18" charset="2"/>
              </a:rPr>
              <a:t> )</a:t>
            </a:r>
          </a:p>
          <a:p>
            <a:pPr marL="533400" indent="-533400">
              <a:lnSpc>
                <a:spcPct val="8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BINARY-SEARCH (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A, lo, mid-1, x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</a:p>
          <a:p>
            <a:pPr marL="533400" indent="-533400">
              <a:lnSpc>
                <a:spcPct val="8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  <a:r>
              <a:rPr lang="en-US" altLang="en-US" sz="2400" b="1" dirty="0">
                <a:sym typeface="Symbol" panose="05050102010706020507" pitchFamily="18" charset="2"/>
              </a:rPr>
              <a:t>if</a:t>
            </a:r>
            <a:r>
              <a:rPr lang="en-US" altLang="en-US" sz="2400" dirty="0">
                <a:sym typeface="Symbol" panose="05050102010706020507" pitchFamily="18" charset="2"/>
              </a:rPr>
              <a:t> ( 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x &gt; A[mid]</a:t>
            </a:r>
            <a:r>
              <a:rPr lang="en-US" altLang="en-US" sz="2400" dirty="0">
                <a:sym typeface="Symbol" panose="05050102010706020507" pitchFamily="18" charset="2"/>
              </a:rPr>
              <a:t> )</a:t>
            </a:r>
          </a:p>
          <a:p>
            <a:pPr marL="533400" indent="-533400">
              <a:lnSpc>
                <a:spcPct val="80000"/>
              </a:lnSpc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 		BINARY-SEARCH (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A, mid+1, hi, x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</a:p>
          <a:p>
            <a:pPr marL="533400" indent="-533400">
              <a:lnSpc>
                <a:spcPct val="150000"/>
              </a:lnSpc>
            </a:pPr>
            <a:r>
              <a:rPr lang="en-US" altLang="en-US" sz="3200" dirty="0">
                <a:latin typeface="Comic Sans MS" panose="030F0702030302020204" pitchFamily="66" charset="0"/>
              </a:rPr>
              <a:t>T(n) = c +</a:t>
            </a:r>
            <a:endParaRPr lang="en-US" altLang="en-US" sz="3200" dirty="0">
              <a:sym typeface="Symbol" panose="05050102010706020507" pitchFamily="18" charset="2"/>
            </a:endParaRPr>
          </a:p>
          <a:p>
            <a:pPr marL="914400" lvl="1" indent="-457200">
              <a:lnSpc>
                <a:spcPct val="150000"/>
              </a:lnSpc>
            </a:pPr>
            <a:r>
              <a:rPr lang="en-US" altLang="en-US" sz="2000" dirty="0">
                <a:latin typeface="Comic Sans MS" panose="030F0702030302020204" pitchFamily="66" charset="0"/>
              </a:rPr>
              <a:t>T(n)</a:t>
            </a:r>
            <a:r>
              <a:rPr lang="en-US" altLang="en-US" sz="2000" dirty="0"/>
              <a:t> – running time for an array of size n</a:t>
            </a:r>
            <a:endParaRPr lang="en-US" altLang="en-US" sz="1400" dirty="0"/>
          </a:p>
        </p:txBody>
      </p:sp>
      <p:sp>
        <p:nvSpPr>
          <p:cNvPr id="224260" name="Line 4">
            <a:extLst>
              <a:ext uri="{FF2B5EF4-FFF2-40B4-BE49-F238E27FC236}">
                <a16:creationId xmlns:a16="http://schemas.microsoft.com/office/drawing/2014/main" id="{78A7A7B3-EE2B-4DE0-90EA-4394157F0E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11801" y="2724150"/>
            <a:ext cx="1795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4261" name="Text Box 5">
            <a:extLst>
              <a:ext uri="{FF2B5EF4-FFF2-40B4-BE49-F238E27FC236}">
                <a16:creationId xmlns:a16="http://schemas.microsoft.com/office/drawing/2014/main" id="{1D103521-275F-4685-BA5D-F0E6F446D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6963" y="2536825"/>
            <a:ext cx="17670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constant time: c</a:t>
            </a:r>
            <a:r>
              <a:rPr lang="en-US" altLang="en-US" baseline="-25000"/>
              <a:t>2</a:t>
            </a:r>
            <a:endParaRPr lang="en-US" altLang="en-US"/>
          </a:p>
        </p:txBody>
      </p:sp>
      <p:sp>
        <p:nvSpPr>
          <p:cNvPr id="224262" name="Text Box 6">
            <a:extLst>
              <a:ext uri="{FF2B5EF4-FFF2-40B4-BE49-F238E27FC236}">
                <a16:creationId xmlns:a16="http://schemas.microsoft.com/office/drawing/2014/main" id="{99B7F38E-E4A7-459D-AE92-C9331DAD8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9388" y="4032251"/>
            <a:ext cx="27670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same problem of size n/2</a:t>
            </a:r>
          </a:p>
        </p:txBody>
      </p:sp>
      <p:sp>
        <p:nvSpPr>
          <p:cNvPr id="224263" name="Text Box 7">
            <a:extLst>
              <a:ext uri="{FF2B5EF4-FFF2-40B4-BE49-F238E27FC236}">
                <a16:creationId xmlns:a16="http://schemas.microsoft.com/office/drawing/2014/main" id="{6A8005CC-42C0-45AB-9349-BE63D1148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9388" y="4770438"/>
            <a:ext cx="27860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same problem of size n/2</a:t>
            </a:r>
          </a:p>
        </p:txBody>
      </p:sp>
      <p:sp>
        <p:nvSpPr>
          <p:cNvPr id="224264" name="Line 8">
            <a:extLst>
              <a:ext uri="{FF2B5EF4-FFF2-40B4-BE49-F238E27FC236}">
                <a16:creationId xmlns:a16="http://schemas.microsoft.com/office/drawing/2014/main" id="{853BAA65-06E3-483A-B926-ED39052BB1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07039" y="2154238"/>
            <a:ext cx="1793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4265" name="Text Box 9">
            <a:extLst>
              <a:ext uri="{FF2B5EF4-FFF2-40B4-BE49-F238E27FC236}">
                <a16:creationId xmlns:a16="http://schemas.microsoft.com/office/drawing/2014/main" id="{3ADED1EC-6615-4EC3-8BDF-B4A728016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0613" y="1966913"/>
            <a:ext cx="17670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constant time: c</a:t>
            </a:r>
            <a:r>
              <a:rPr lang="en-US" altLang="en-US" baseline="-25000"/>
              <a:t>1</a:t>
            </a:r>
            <a:endParaRPr lang="en-US" altLang="en-US"/>
          </a:p>
        </p:txBody>
      </p:sp>
      <p:sp>
        <p:nvSpPr>
          <p:cNvPr id="224266" name="Line 10">
            <a:extLst>
              <a:ext uri="{FF2B5EF4-FFF2-40B4-BE49-F238E27FC236}">
                <a16:creationId xmlns:a16="http://schemas.microsoft.com/office/drawing/2014/main" id="{2DEBCC58-8019-475F-B5EE-F996FC3886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43551" y="3257550"/>
            <a:ext cx="1757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4267" name="Text Box 11">
            <a:extLst>
              <a:ext uri="{FF2B5EF4-FFF2-40B4-BE49-F238E27FC236}">
                <a16:creationId xmlns:a16="http://schemas.microsoft.com/office/drawing/2014/main" id="{E1C34201-F722-47B3-8069-BA03D9264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0613" y="3070225"/>
            <a:ext cx="17670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constant time: c</a:t>
            </a:r>
            <a:r>
              <a:rPr lang="en-US" altLang="en-US" baseline="-25000"/>
              <a:t>3</a:t>
            </a:r>
            <a:endParaRPr lang="en-US" altLang="en-US"/>
          </a:p>
        </p:txBody>
      </p:sp>
      <p:sp>
        <p:nvSpPr>
          <p:cNvPr id="224268" name="Line 12">
            <a:extLst>
              <a:ext uri="{FF2B5EF4-FFF2-40B4-BE49-F238E27FC236}">
                <a16:creationId xmlns:a16="http://schemas.microsoft.com/office/drawing/2014/main" id="{525EFFA6-4B0D-4CFA-8D6E-BC1874B820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05689" y="4240213"/>
            <a:ext cx="3635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4269" name="Line 13">
            <a:extLst>
              <a:ext uri="{FF2B5EF4-FFF2-40B4-BE49-F238E27FC236}">
                <a16:creationId xmlns:a16="http://schemas.microsoft.com/office/drawing/2014/main" id="{8E54493B-9257-4EAE-892E-22F9BB6E14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56489" y="4973638"/>
            <a:ext cx="3635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4270" name="Rectangle 14">
            <a:extLst>
              <a:ext uri="{FF2B5EF4-FFF2-40B4-BE49-F238E27FC236}">
                <a16:creationId xmlns:a16="http://schemas.microsoft.com/office/drawing/2014/main" id="{F05FEE1A-28AC-4460-909F-E8886E41C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6389" y="5476875"/>
            <a:ext cx="14271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dirty="0">
                <a:solidFill>
                  <a:schemeClr val="accent2"/>
                </a:solidFill>
                <a:latin typeface="Comic Sans MS" panose="030F0702030302020204" pitchFamily="66" charset="0"/>
              </a:rPr>
              <a:t>T(n/2)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3221BE-1FE9-4CBD-90B1-BB23BD1CD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58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6E73AFB-C2C6-4CB5-B790-22139ADB4F88}"/>
                  </a:ext>
                </a:extLst>
              </p14:cNvPr>
              <p14:cNvContentPartPr/>
              <p14:nvPr/>
            </p14:nvContentPartPr>
            <p14:xfrm>
              <a:off x="2218320" y="5442480"/>
              <a:ext cx="3542760" cy="804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6E73AFB-C2C6-4CB5-B790-22139ADB4F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08960" y="5433120"/>
                <a:ext cx="3561480" cy="823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61" grpId="0"/>
      <p:bldP spid="224262" grpId="0"/>
      <p:bldP spid="224263" grpId="0"/>
      <p:bldP spid="224265" grpId="0"/>
      <p:bldP spid="22426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>
            <a:extLst>
              <a:ext uri="{FF2B5EF4-FFF2-40B4-BE49-F238E27FC236}">
                <a16:creationId xmlns:a16="http://schemas.microsoft.com/office/drawing/2014/main" id="{5FBEFCFF-88E8-467E-817A-84C5A83636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Methods for Solving Recurrences</a:t>
            </a:r>
          </a:p>
        </p:txBody>
      </p:sp>
      <p:sp>
        <p:nvSpPr>
          <p:cNvPr id="227331" name="Rectangle 3">
            <a:extLst>
              <a:ext uri="{FF2B5EF4-FFF2-40B4-BE49-F238E27FC236}">
                <a16:creationId xmlns:a16="http://schemas.microsoft.com/office/drawing/2014/main" id="{90E6917D-6EE6-49DD-BB5A-C497BF945F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altLang="en-US" dirty="0"/>
              <a:t>Iteration method (or) Iterative substitution method</a:t>
            </a:r>
          </a:p>
          <a:p>
            <a:pPr>
              <a:lnSpc>
                <a:spcPct val="200000"/>
              </a:lnSpc>
            </a:pPr>
            <a:r>
              <a:rPr lang="en-US" altLang="en-US" dirty="0"/>
              <a:t>Substitution method (or) Guess and test method</a:t>
            </a:r>
          </a:p>
          <a:p>
            <a:pPr>
              <a:lnSpc>
                <a:spcPct val="200000"/>
              </a:lnSpc>
            </a:pPr>
            <a:r>
              <a:rPr lang="en-US" altLang="en-US" dirty="0"/>
              <a:t>Recursion tree method</a:t>
            </a:r>
          </a:p>
          <a:p>
            <a:pPr>
              <a:lnSpc>
                <a:spcPct val="200000"/>
              </a:lnSpc>
            </a:pPr>
            <a:r>
              <a:rPr lang="en-US" altLang="en-US" dirty="0"/>
              <a:t>Master method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D388AB-F8EC-4FF7-9402-761DF5094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59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F88F255-5042-4856-AB35-4915C728A416}"/>
                  </a:ext>
                </a:extLst>
              </p14:cNvPr>
              <p14:cNvContentPartPr/>
              <p14:nvPr/>
            </p14:nvContentPartPr>
            <p14:xfrm>
              <a:off x="1479960" y="2565000"/>
              <a:ext cx="6750000" cy="143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F88F255-5042-4856-AB35-4915C728A4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70600" y="2555640"/>
                <a:ext cx="6768720" cy="16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>
            <a:extLst>
              <a:ext uri="{FF2B5EF4-FFF2-40B4-BE49-F238E27FC236}">
                <a16:creationId xmlns:a16="http://schemas.microsoft.com/office/drawing/2014/main" id="{2BB16933-024D-4A7F-9944-9A2D2AD593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The Iteration Method</a:t>
            </a: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236ECF9D-3DAE-4ADE-A5C3-383387A63F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en-US">
                <a:solidFill>
                  <a:schemeClr val="tx1"/>
                </a:solidFill>
              </a:rPr>
              <a:t>Convert the recurrence into a summation and try to bound it using known series</a:t>
            </a:r>
          </a:p>
          <a:p>
            <a:pPr lvl="1">
              <a:lnSpc>
                <a:spcPct val="130000"/>
              </a:lnSpc>
            </a:pPr>
            <a:r>
              <a:rPr lang="en-US" altLang="en-US"/>
              <a:t>Iterate the recurrence until the initial condition is reached.</a:t>
            </a:r>
          </a:p>
          <a:p>
            <a:pPr lvl="1">
              <a:lnSpc>
                <a:spcPct val="130000"/>
              </a:lnSpc>
            </a:pPr>
            <a:r>
              <a:rPr lang="en-US" altLang="en-US"/>
              <a:t>Use back-substitution to express the recurrence in terms of </a:t>
            </a:r>
            <a:r>
              <a:rPr lang="en-US" altLang="en-US" i="1"/>
              <a:t>n</a:t>
            </a:r>
            <a:r>
              <a:rPr lang="en-US" altLang="en-US"/>
              <a:t> and the initial (boundary) condition.</a:t>
            </a:r>
            <a:endParaRPr lang="el-GR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3AAC88-7D6A-4BC0-A37E-6DEB8ECF0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60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9D30780-DECB-47E9-8DA1-1CCBB1D635ED}"/>
                  </a:ext>
                </a:extLst>
              </p14:cNvPr>
              <p14:cNvContentPartPr/>
              <p14:nvPr/>
            </p14:nvContentPartPr>
            <p14:xfrm>
              <a:off x="2391120" y="4020480"/>
              <a:ext cx="2066040" cy="106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9D30780-DECB-47E9-8DA1-1CCBB1D635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81760" y="4011120"/>
                <a:ext cx="2084760" cy="125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>
            <a:extLst>
              <a:ext uri="{FF2B5EF4-FFF2-40B4-BE49-F238E27FC236}">
                <a16:creationId xmlns:a16="http://schemas.microsoft.com/office/drawing/2014/main" id="{F60FB57E-4974-4D47-9141-844886FB6F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The Iteration Method – Example 1</a:t>
            </a:r>
          </a:p>
        </p:txBody>
      </p:sp>
      <p:sp>
        <p:nvSpPr>
          <p:cNvPr id="228355" name="Rectangle 3">
            <a:extLst>
              <a:ext uri="{FF2B5EF4-FFF2-40B4-BE49-F238E27FC236}">
                <a16:creationId xmlns:a16="http://schemas.microsoft.com/office/drawing/2014/main" id="{B6D2B4F5-21F9-49FB-A7D4-928201E1BF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en-US" b="1" dirty="0">
                <a:latin typeface="Comic Sans MS" panose="030F0702030302020204" pitchFamily="66" charset="0"/>
              </a:rPr>
              <a:t>                   Example: T(n) = c + T(n/2)</a:t>
            </a:r>
            <a:endParaRPr lang="en-US" altLang="en-US" dirty="0"/>
          </a:p>
          <a:p>
            <a:pPr>
              <a:buFontTx/>
              <a:buNone/>
            </a:pPr>
            <a:r>
              <a:rPr lang="en-US" altLang="en-US" dirty="0">
                <a:latin typeface="Comic Sans MS" panose="030F0702030302020204" pitchFamily="66" charset="0"/>
              </a:rPr>
              <a:t>	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T(n) = c + T(n/2)		</a:t>
            </a:r>
          </a:p>
          <a:p>
            <a:pPr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		  = c + c + T(n/4)		</a:t>
            </a:r>
          </a:p>
          <a:p>
            <a:pPr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		  = c + c + c + T(n/8)</a:t>
            </a:r>
          </a:p>
          <a:p>
            <a:pPr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Assume n = 2</a:t>
            </a:r>
            <a:r>
              <a:rPr lang="en-US" altLang="en-US" baseline="30000" dirty="0">
                <a:solidFill>
                  <a:schemeClr val="tx1"/>
                </a:solidFill>
                <a:latin typeface="Comic Sans MS" panose="030F0702030302020204" pitchFamily="66" charset="0"/>
              </a:rPr>
              <a:t>k</a:t>
            </a:r>
            <a:endParaRPr lang="en-US" alt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	T(n) = c + c + … + c + T(1) </a:t>
            </a:r>
          </a:p>
          <a:p>
            <a:pPr>
              <a:buFontTx/>
              <a:buNone/>
            </a:pPr>
            <a:endParaRPr lang="en-US" alt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		   = </a:t>
            </a:r>
            <a:r>
              <a:rPr lang="en-US" altLang="en-US" dirty="0" err="1">
                <a:solidFill>
                  <a:schemeClr val="tx1"/>
                </a:solidFill>
                <a:latin typeface="Comic Sans MS" panose="030F0702030302020204" pitchFamily="66" charset="0"/>
              </a:rPr>
              <a:t>clgn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 + T(1)</a:t>
            </a:r>
          </a:p>
          <a:p>
            <a:pPr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		   = </a:t>
            </a:r>
            <a:r>
              <a:rPr lang="el-GR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Θ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(</a:t>
            </a:r>
            <a:r>
              <a:rPr lang="en-US" altLang="en-US" dirty="0" err="1">
                <a:solidFill>
                  <a:schemeClr val="tx1"/>
                </a:solidFill>
                <a:latin typeface="Comic Sans MS" panose="030F0702030302020204" pitchFamily="66" charset="0"/>
              </a:rPr>
              <a:t>lgn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)</a:t>
            </a:r>
            <a:endParaRPr lang="el-GR" alt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228356" name="AutoShape 4">
            <a:extLst>
              <a:ext uri="{FF2B5EF4-FFF2-40B4-BE49-F238E27FC236}">
                <a16:creationId xmlns:a16="http://schemas.microsoft.com/office/drawing/2014/main" id="{F18B7070-F428-4F8B-ABB1-990E896EE160}"/>
              </a:ext>
            </a:extLst>
          </p:cNvPr>
          <p:cNvSpPr>
            <a:spLocks/>
          </p:cNvSpPr>
          <p:nvPr/>
        </p:nvSpPr>
        <p:spPr bwMode="auto">
          <a:xfrm rot="16200000">
            <a:off x="3186114" y="3640137"/>
            <a:ext cx="147638" cy="2049463"/>
          </a:xfrm>
          <a:prstGeom prst="leftBrace">
            <a:avLst>
              <a:gd name="adj1" fmla="val 11568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8357" name="Text Box 5">
            <a:extLst>
              <a:ext uri="{FF2B5EF4-FFF2-40B4-BE49-F238E27FC236}">
                <a16:creationId xmlns:a16="http://schemas.microsoft.com/office/drawing/2014/main" id="{28B823D5-F3D0-4826-B379-5B3AE137F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0333" y="4738688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>
                <a:latin typeface="Comic Sans MS" panose="030F0702030302020204" pitchFamily="66" charset="0"/>
              </a:rPr>
              <a:t>k times</a:t>
            </a:r>
          </a:p>
        </p:txBody>
      </p:sp>
      <p:sp>
        <p:nvSpPr>
          <p:cNvPr id="228358" name="Rectangle 6">
            <a:extLst>
              <a:ext uri="{FF2B5EF4-FFF2-40B4-BE49-F238E27FC236}">
                <a16:creationId xmlns:a16="http://schemas.microsoft.com/office/drawing/2014/main" id="{D9A422C4-1E74-449D-B277-E0E4CAD6B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2832101"/>
            <a:ext cx="33194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>
                <a:solidFill>
                  <a:srgbClr val="C00000"/>
                </a:solidFill>
                <a:latin typeface="Comic Sans MS" panose="030F0702030302020204" pitchFamily="66" charset="0"/>
              </a:rPr>
              <a:t>T(n/2) = c + T(n/4)</a:t>
            </a:r>
          </a:p>
        </p:txBody>
      </p:sp>
      <p:sp>
        <p:nvSpPr>
          <p:cNvPr id="228359" name="Rectangle 7">
            <a:extLst>
              <a:ext uri="{FF2B5EF4-FFF2-40B4-BE49-F238E27FC236}">
                <a16:creationId xmlns:a16="http://schemas.microsoft.com/office/drawing/2014/main" id="{96920E9D-FCB5-4C22-8FBA-81F4D1386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0663" y="3322638"/>
            <a:ext cx="33194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>
                <a:solidFill>
                  <a:srgbClr val="C00000"/>
                </a:solidFill>
                <a:latin typeface="Comic Sans MS" panose="030F0702030302020204" pitchFamily="66" charset="0"/>
              </a:rPr>
              <a:t>T(n/4) = c + T(n/8)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FE0749-2345-496E-8F58-7A613742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61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7" grpId="0"/>
      <p:bldP spid="228359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>
            <a:extLst>
              <a:ext uri="{FF2B5EF4-FFF2-40B4-BE49-F238E27FC236}">
                <a16:creationId xmlns:a16="http://schemas.microsoft.com/office/drawing/2014/main" id="{CB71BB54-6FBD-48CC-A526-074DC3801F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Iteration Method – Example 2</a:t>
            </a:r>
          </a:p>
        </p:txBody>
      </p:sp>
      <p:sp>
        <p:nvSpPr>
          <p:cNvPr id="181251" name="Rectangle 3">
            <a:extLst>
              <a:ext uri="{FF2B5EF4-FFF2-40B4-BE49-F238E27FC236}">
                <a16:creationId xmlns:a16="http://schemas.microsoft.com/office/drawing/2014/main" id="{18582367-9D3A-4EB4-893E-BECB650CD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69989" y="1611314"/>
            <a:ext cx="8599487" cy="5076825"/>
          </a:xfrm>
        </p:spPr>
        <p:txBody>
          <a:bodyPr/>
          <a:lstStyle/>
          <a:p>
            <a:pPr algn="ctr">
              <a:lnSpc>
                <a:spcPct val="130000"/>
              </a:lnSpc>
              <a:buFontTx/>
              <a:buNone/>
            </a:pPr>
            <a:r>
              <a:rPr lang="en-US" altLang="en-US" b="1" dirty="0">
                <a:latin typeface="Comic Sans MS" panose="030F0702030302020204" pitchFamily="66" charset="0"/>
              </a:rPr>
              <a:t>Example: T(n) = n + 2T(n/2)</a:t>
            </a:r>
            <a:endParaRPr lang="en-US" altLang="en-US" dirty="0"/>
          </a:p>
          <a:p>
            <a:pPr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T(n) = n + 2T(n/2) 	</a:t>
            </a:r>
          </a:p>
          <a:p>
            <a:pPr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	    = n + 2(n/2 + 2T(n/4)) </a:t>
            </a:r>
          </a:p>
          <a:p>
            <a:pPr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	    = n + n + 4T(n/4)</a:t>
            </a:r>
          </a:p>
          <a:p>
            <a:pPr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	    = n + n + 4(n/4 + 2T(n/8))</a:t>
            </a:r>
          </a:p>
          <a:p>
            <a:pPr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	    = n + n + n + 8T(n/8)</a:t>
            </a:r>
          </a:p>
          <a:p>
            <a:pPr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	…  = in + 2</a:t>
            </a:r>
            <a:r>
              <a:rPr lang="en-US" altLang="en-US" baseline="30000" dirty="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T(n/2</a:t>
            </a:r>
            <a:r>
              <a:rPr lang="en-US" altLang="en-US" baseline="30000" dirty="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)</a:t>
            </a:r>
          </a:p>
          <a:p>
            <a:pPr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	    = </a:t>
            </a:r>
            <a:r>
              <a:rPr lang="en-US" altLang="en-US" dirty="0" err="1">
                <a:solidFill>
                  <a:schemeClr val="tx1"/>
                </a:solidFill>
                <a:latin typeface="Comic Sans MS" panose="030F0702030302020204" pitchFamily="66" charset="0"/>
              </a:rPr>
              <a:t>kn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 + 2</a:t>
            </a:r>
            <a:r>
              <a:rPr lang="en-US" altLang="en-US" baseline="30000" dirty="0">
                <a:solidFill>
                  <a:schemeClr val="tx1"/>
                </a:solidFill>
                <a:latin typeface="Comic Sans MS" panose="030F0702030302020204" pitchFamily="66" charset="0"/>
              </a:rPr>
              <a:t>k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T(1) </a:t>
            </a:r>
          </a:p>
          <a:p>
            <a:pPr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	    = </a:t>
            </a:r>
            <a:r>
              <a:rPr lang="en-US" altLang="en-US" dirty="0" err="1">
                <a:solidFill>
                  <a:schemeClr val="tx1"/>
                </a:solidFill>
                <a:latin typeface="Comic Sans MS" panose="030F0702030302020204" pitchFamily="66" charset="0"/>
              </a:rPr>
              <a:t>nlgn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 + </a:t>
            </a:r>
            <a:r>
              <a:rPr lang="en-US" altLang="en-US" dirty="0" err="1">
                <a:solidFill>
                  <a:schemeClr val="tx1"/>
                </a:solidFill>
                <a:latin typeface="Comic Sans MS" panose="030F0702030302020204" pitchFamily="66" charset="0"/>
              </a:rPr>
              <a:t>nT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(1) = </a:t>
            </a:r>
            <a:r>
              <a:rPr lang="el-GR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Θ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(</a:t>
            </a:r>
            <a:r>
              <a:rPr lang="en-US" altLang="en-US" dirty="0" err="1">
                <a:solidFill>
                  <a:schemeClr val="tx1"/>
                </a:solidFill>
                <a:latin typeface="Comic Sans MS" panose="030F0702030302020204" pitchFamily="66" charset="0"/>
              </a:rPr>
              <a:t>nlgn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)</a:t>
            </a:r>
            <a:endParaRPr lang="el-GR" alt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81252" name="Text Box 4">
            <a:extLst>
              <a:ext uri="{FF2B5EF4-FFF2-40B4-BE49-F238E27FC236}">
                <a16:creationId xmlns:a16="http://schemas.microsoft.com/office/drawing/2014/main" id="{4BCEDD21-EFEE-40A4-8A66-803C4848D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0101" y="1690688"/>
            <a:ext cx="2282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400" dirty="0">
                <a:latin typeface="Comic Sans MS" panose="030F0702030302020204" pitchFamily="66" charset="0"/>
              </a:rPr>
              <a:t>Assume: n = 2</a:t>
            </a:r>
            <a:r>
              <a:rPr lang="en-US" altLang="en-US" sz="2400" baseline="30000" dirty="0">
                <a:latin typeface="Comic Sans MS" panose="030F0702030302020204" pitchFamily="66" charset="0"/>
              </a:rPr>
              <a:t>k</a:t>
            </a:r>
            <a:endParaRPr lang="en-US" altLang="en-US" sz="2400" dirty="0">
              <a:latin typeface="Comic Sans MS" panose="030F0702030302020204" pitchFamily="66" charset="0"/>
            </a:endParaRPr>
          </a:p>
        </p:txBody>
      </p:sp>
      <p:sp>
        <p:nvSpPr>
          <p:cNvPr id="181253" name="Rectangle 5">
            <a:extLst>
              <a:ext uri="{FF2B5EF4-FFF2-40B4-BE49-F238E27FC236}">
                <a16:creationId xmlns:a16="http://schemas.microsoft.com/office/drawing/2014/main" id="{D4ED2403-3732-4781-A093-07261EED8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689" y="2276476"/>
            <a:ext cx="3940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>
                <a:latin typeface="Comic Sans MS" panose="030F0702030302020204" pitchFamily="66" charset="0"/>
              </a:rPr>
              <a:t>T(n/2) = n/2 + 2T(n/4)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879A1D-9831-4D97-A3B6-225167D4E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62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3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>
            <a:extLst>
              <a:ext uri="{FF2B5EF4-FFF2-40B4-BE49-F238E27FC236}">
                <a16:creationId xmlns:a16="http://schemas.microsoft.com/office/drawing/2014/main" id="{CB71BB54-6FBD-48CC-A526-074DC3801F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Iteration Method – Example 3</a:t>
            </a:r>
          </a:p>
        </p:txBody>
      </p:sp>
      <p:sp>
        <p:nvSpPr>
          <p:cNvPr id="181251" name="Rectangle 3">
            <a:extLst>
              <a:ext uri="{FF2B5EF4-FFF2-40B4-BE49-F238E27FC236}">
                <a16:creationId xmlns:a16="http://schemas.microsoft.com/office/drawing/2014/main" id="{18582367-9D3A-4EB4-893E-BECB650CD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69989" y="1611314"/>
            <a:ext cx="8599487" cy="5076825"/>
          </a:xfrm>
        </p:spPr>
        <p:txBody>
          <a:bodyPr/>
          <a:lstStyle/>
          <a:p>
            <a:pPr>
              <a:lnSpc>
                <a:spcPct val="130000"/>
              </a:lnSpc>
              <a:buFontTx/>
              <a:buNone/>
            </a:pPr>
            <a:r>
              <a:rPr lang="en-US" altLang="en-US" b="1" dirty="0">
                <a:latin typeface="Comic Sans MS" panose="030F0702030302020204" pitchFamily="66" charset="0"/>
              </a:rPr>
              <a:t>T(n) = 8T(n/2) + n</a:t>
            </a:r>
            <a:r>
              <a:rPr lang="en-US" altLang="en-US" b="1" baseline="30000" dirty="0">
                <a:latin typeface="Comic Sans MS" panose="030F0702030302020204" pitchFamily="66" charset="0"/>
              </a:rPr>
              <a:t>2</a:t>
            </a:r>
            <a:endParaRPr lang="el-GR" altLang="en-US" baseline="300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879A1D-9831-4D97-A3B6-225167D4E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63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8153756-6567-4CDC-9538-860F5A5E4153}"/>
              </a:ext>
            </a:extLst>
          </p:cNvPr>
          <p:cNvGrpSpPr/>
          <p:nvPr/>
        </p:nvGrpSpPr>
        <p:grpSpPr>
          <a:xfrm>
            <a:off x="395288" y="2407520"/>
            <a:ext cx="11515723" cy="3948830"/>
            <a:chOff x="395288" y="2407520"/>
            <a:chExt cx="11515723" cy="321751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F7EEB03-AE9F-4DEC-A986-633D9F0F82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43594"/>
            <a:stretch/>
          </p:blipFill>
          <p:spPr>
            <a:xfrm>
              <a:off x="5838824" y="2407520"/>
              <a:ext cx="6072187" cy="3217517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6EEDBD6-E5CC-41AB-B9B4-3D6C808158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43593"/>
            <a:stretch/>
          </p:blipFill>
          <p:spPr>
            <a:xfrm>
              <a:off x="395288" y="2494252"/>
              <a:ext cx="5772150" cy="30585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09991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>
            <a:extLst>
              <a:ext uri="{FF2B5EF4-FFF2-40B4-BE49-F238E27FC236}">
                <a16:creationId xmlns:a16="http://schemas.microsoft.com/office/drawing/2014/main" id="{CB71BB54-6FBD-48CC-A526-074DC3801F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Iteration Method – Example 4</a:t>
            </a:r>
          </a:p>
        </p:txBody>
      </p:sp>
      <p:sp>
        <p:nvSpPr>
          <p:cNvPr id="181251" name="Rectangle 3">
            <a:extLst>
              <a:ext uri="{FF2B5EF4-FFF2-40B4-BE49-F238E27FC236}">
                <a16:creationId xmlns:a16="http://schemas.microsoft.com/office/drawing/2014/main" id="{18582367-9D3A-4EB4-893E-BECB650CD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69989" y="1611314"/>
            <a:ext cx="8599487" cy="5076825"/>
          </a:xfrm>
        </p:spPr>
        <p:txBody>
          <a:bodyPr/>
          <a:lstStyle/>
          <a:p>
            <a:pPr algn="ctr">
              <a:lnSpc>
                <a:spcPct val="130000"/>
              </a:lnSpc>
              <a:buFontTx/>
              <a:buNone/>
            </a:pPr>
            <a:r>
              <a:rPr lang="en-US" altLang="en-US" b="1" dirty="0">
                <a:latin typeface="Comic Sans MS" panose="030F0702030302020204" pitchFamily="66" charset="0"/>
              </a:rPr>
              <a:t>T(n) = 2T(n/2) + b</a:t>
            </a:r>
            <a:endParaRPr lang="el-GR" alt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879A1D-9831-4D97-A3B6-225167D4E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64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2430B76-E988-40E2-AFB3-E16FC3DBC0B2}"/>
                  </a:ext>
                </a:extLst>
              </p14:cNvPr>
              <p14:cNvContentPartPr/>
              <p14:nvPr/>
            </p14:nvContentPartPr>
            <p14:xfrm>
              <a:off x="785880" y="1941600"/>
              <a:ext cx="9929745" cy="4813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2430B76-E988-40E2-AFB3-E16FC3DBC0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6520" y="1932240"/>
                <a:ext cx="9948465" cy="483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294908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>
            <a:extLst>
              <a:ext uri="{FF2B5EF4-FFF2-40B4-BE49-F238E27FC236}">
                <a16:creationId xmlns:a16="http://schemas.microsoft.com/office/drawing/2014/main" id="{CB71BB54-6FBD-48CC-A526-074DC3801F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Iteration Method – Example 5</a:t>
            </a:r>
          </a:p>
        </p:txBody>
      </p:sp>
      <p:sp>
        <p:nvSpPr>
          <p:cNvPr id="181251" name="Rectangle 3">
            <a:extLst>
              <a:ext uri="{FF2B5EF4-FFF2-40B4-BE49-F238E27FC236}">
                <a16:creationId xmlns:a16="http://schemas.microsoft.com/office/drawing/2014/main" id="{18582367-9D3A-4EB4-893E-BECB650CDC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69989" y="1611314"/>
            <a:ext cx="8599487" cy="5076825"/>
          </a:xfrm>
        </p:spPr>
        <p:txBody>
          <a:bodyPr/>
          <a:lstStyle/>
          <a:p>
            <a:pPr>
              <a:lnSpc>
                <a:spcPct val="130000"/>
              </a:lnSpc>
              <a:buFontTx/>
              <a:buNone/>
            </a:pPr>
            <a:r>
              <a:rPr lang="en-US" altLang="en-US" b="1" dirty="0">
                <a:latin typeface="Comic Sans MS" panose="030F0702030302020204" pitchFamily="66" charset="0"/>
              </a:rPr>
              <a:t>T(n) = 2T(n-1) + b  (Tower of Hanoi)</a:t>
            </a:r>
            <a:endParaRPr lang="el-GR" alt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879A1D-9831-4D97-A3B6-225167D4E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65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52BF78A-B0B5-44BB-B3AE-4CF06C4CD413}"/>
              </a:ext>
            </a:extLst>
          </p:cNvPr>
          <p:cNvGrpSpPr/>
          <p:nvPr/>
        </p:nvGrpSpPr>
        <p:grpSpPr>
          <a:xfrm>
            <a:off x="423069" y="2496343"/>
            <a:ext cx="11677651" cy="3876676"/>
            <a:chOff x="423069" y="2496343"/>
            <a:chExt cx="11677651" cy="387667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B7CE54A-3DC7-4A26-A10D-7C0F7EBFEA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1829"/>
            <a:stretch/>
          </p:blipFill>
          <p:spPr>
            <a:xfrm rot="5400000">
              <a:off x="7717633" y="1230313"/>
              <a:ext cx="2927349" cy="583882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46C54CB-C58D-4CF4-B440-CCBB05E9E9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36207"/>
            <a:stretch/>
          </p:blipFill>
          <p:spPr>
            <a:xfrm rot="5400000">
              <a:off x="1404144" y="1515268"/>
              <a:ext cx="3876676" cy="58388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1627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9CF14-D962-46DF-85DE-255FCAAC1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Iteration Method – Example 6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D485B-ECB0-4579-923F-2A4B28B7D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EC6DE-6541-46FE-B3A2-D35F7F632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66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3998D7-A09A-403C-93E1-5F9DC2760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1558300"/>
            <a:ext cx="6372225" cy="516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39619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44EBD-A302-4739-AFED-6DFD4547E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Iteration Method – Example 7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1CF27-C3C7-4B6D-A743-6C3C38305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A7464-D1FE-4416-98D5-ABA7EE0B1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67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0FF057-C4D6-4748-8BA5-749111D80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00956"/>
            <a:ext cx="9801225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65045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DDEC9-92EC-40D3-A490-A3856C2C6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Iteration Method – Example 8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F6670-3036-4435-AFE3-62DA670B9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4CD5E-AEDB-433C-A6EB-F96EDE468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68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9FB5CC-4CA4-48D5-9417-E8A5C5A700D8}"/>
              </a:ext>
            </a:extLst>
          </p:cNvPr>
          <p:cNvGrpSpPr/>
          <p:nvPr/>
        </p:nvGrpSpPr>
        <p:grpSpPr>
          <a:xfrm>
            <a:off x="242887" y="1650206"/>
            <a:ext cx="11706225" cy="4842669"/>
            <a:chOff x="190500" y="1646238"/>
            <a:chExt cx="11706225" cy="418782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144FCF4-6701-4ED8-9E48-4F9BC667CF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6305"/>
            <a:stretch/>
          </p:blipFill>
          <p:spPr>
            <a:xfrm rot="16200000">
              <a:off x="1593056" y="735805"/>
              <a:ext cx="3300413" cy="610552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0BFE0CD-3E0C-4607-8537-D2AF9E9D1A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44557" b="2184"/>
            <a:stretch/>
          </p:blipFill>
          <p:spPr>
            <a:xfrm rot="16200000">
              <a:off x="6816725" y="754063"/>
              <a:ext cx="4187825" cy="5972175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CEB5763-130C-46A1-852A-3D32B4FD84CC}"/>
                </a:ext>
              </a:extLst>
            </p:cNvPr>
            <p:cNvSpPr txBox="1"/>
            <p:nvPr/>
          </p:nvSpPr>
          <p:spPr>
            <a:xfrm>
              <a:off x="3419475" y="2947987"/>
              <a:ext cx="800100" cy="48101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B9CED6A-CC3B-4EAF-98EE-70D802D51E3C}"/>
                </a:ext>
              </a:extLst>
            </p:cNvPr>
            <p:cNvSpPr txBox="1"/>
            <p:nvPr/>
          </p:nvSpPr>
          <p:spPr>
            <a:xfrm>
              <a:off x="2876550" y="2959893"/>
              <a:ext cx="323850" cy="2286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EEDE018-DD7B-477C-ADBA-BEC9AEC0FB5B}"/>
                  </a:ext>
                </a:extLst>
              </p14:cNvPr>
              <p14:cNvContentPartPr/>
              <p14:nvPr/>
            </p14:nvContentPartPr>
            <p14:xfrm>
              <a:off x="11250360" y="4329360"/>
              <a:ext cx="156240" cy="136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EEDE018-DD7B-477C-ADBA-BEC9AEC0FB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41000" y="4320000"/>
                <a:ext cx="174960" cy="15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3962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33A19-EED1-4B1A-BEA1-050B1D5E5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Iteration Method – Example 9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5174C-C39F-4AD7-99D4-2BF6AF06A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53EA8-ED6A-4C65-8D93-9FD2E180E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69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83149B-1A22-4166-B687-0C0BCF826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51389"/>
            <a:ext cx="6172200" cy="500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2962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>
            <a:extLst>
              <a:ext uri="{FF2B5EF4-FFF2-40B4-BE49-F238E27FC236}">
                <a16:creationId xmlns:a16="http://schemas.microsoft.com/office/drawing/2014/main" id="{746EC7C1-1C5C-4A49-ACD2-19DC65F209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The substitution method</a:t>
            </a:r>
          </a:p>
        </p:txBody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033C9D4C-11D2-44AA-BA00-BF121215FC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0" y="2514600"/>
            <a:ext cx="6019800" cy="2133600"/>
          </a:xfr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533400" indent="-533400" algn="ctr">
              <a:buFontTx/>
              <a:buAutoNum type="arabicPeriod"/>
            </a:pPr>
            <a:r>
              <a:rPr lang="en-US" altLang="en-US"/>
              <a:t>Guess a solution</a:t>
            </a:r>
          </a:p>
          <a:p>
            <a:pPr marL="533400" indent="-533400" algn="ctr">
              <a:buFontTx/>
              <a:buAutoNum type="arabicPeriod"/>
            </a:pPr>
            <a:endParaRPr lang="en-US" altLang="en-US"/>
          </a:p>
          <a:p>
            <a:pPr marL="533400" indent="-533400" algn="ctr">
              <a:buFontTx/>
              <a:buAutoNum type="arabicPeriod"/>
            </a:pPr>
            <a:r>
              <a:rPr lang="en-US" altLang="en-US"/>
              <a:t>Use induction to prove that the solution works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99DFC-ED64-42A6-9B12-2CCA521EF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9FCA6750-01CD-43AD-BA60-B0CCCF9BBE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Substitution method</a:t>
            </a:r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DE782397-93D1-4AA8-B71A-FE4ECC1CA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lnSpc>
                <a:spcPct val="150000"/>
              </a:lnSpc>
            </a:pPr>
            <a:r>
              <a:rPr lang="en-US" altLang="en-US" sz="2400"/>
              <a:t>Guess a solution</a:t>
            </a:r>
          </a:p>
          <a:p>
            <a:pPr marL="914400" lvl="1" indent="-457200">
              <a:lnSpc>
                <a:spcPct val="150000"/>
              </a:lnSpc>
            </a:pPr>
            <a:r>
              <a:rPr lang="en-US" altLang="en-US" sz="2000"/>
              <a:t> </a:t>
            </a:r>
            <a:r>
              <a:rPr lang="en-US" altLang="en-US" sz="2000">
                <a:latin typeface="Comic Sans MS" panose="030F0702030302020204" pitchFamily="66" charset="0"/>
              </a:rPr>
              <a:t>T(n) = O(g(n))</a:t>
            </a:r>
          </a:p>
          <a:p>
            <a:pPr marL="914400" lvl="1" indent="-457200">
              <a:lnSpc>
                <a:spcPct val="150000"/>
              </a:lnSpc>
            </a:pPr>
            <a:r>
              <a:rPr lang="en-US" altLang="en-US" sz="2000"/>
              <a:t>Induction goal: </a:t>
            </a:r>
            <a:r>
              <a:rPr lang="en-US" altLang="en-US" sz="2000">
                <a:solidFill>
                  <a:srgbClr val="DD0111"/>
                </a:solidFill>
              </a:rPr>
              <a:t>apply the definition of the asymptotic notation</a:t>
            </a:r>
          </a:p>
          <a:p>
            <a:pPr marL="1295400" lvl="2" indent="-381000">
              <a:lnSpc>
                <a:spcPct val="150000"/>
              </a:lnSpc>
            </a:pPr>
            <a:r>
              <a:rPr lang="en-US" altLang="en-US">
                <a:latin typeface="Comic Sans MS" panose="030F0702030302020204" pitchFamily="66" charset="0"/>
              </a:rPr>
              <a:t>T(n) </a:t>
            </a: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>
                <a:latin typeface="Comic Sans MS" panose="030F0702030302020204" pitchFamily="66" charset="0"/>
              </a:rPr>
              <a:t>d g(n)</a:t>
            </a:r>
            <a:r>
              <a:rPr lang="en-US" altLang="en-US"/>
              <a:t>, for some </a:t>
            </a:r>
            <a:r>
              <a:rPr lang="en-US" altLang="en-US">
                <a:latin typeface="Comic Sans MS" panose="030F0702030302020204" pitchFamily="66" charset="0"/>
              </a:rPr>
              <a:t>d &gt; 0</a:t>
            </a:r>
            <a:r>
              <a:rPr lang="en-US" altLang="en-US"/>
              <a:t> and </a:t>
            </a:r>
            <a:r>
              <a:rPr lang="en-US" altLang="en-US">
                <a:latin typeface="Comic Sans MS" panose="030F0702030302020204" pitchFamily="66" charset="0"/>
              </a:rPr>
              <a:t>n </a:t>
            </a: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</a:rPr>
              <a:t>≥ n</a:t>
            </a:r>
            <a:r>
              <a:rPr lang="en-US" altLang="en-US" baseline="-25000">
                <a:latin typeface="Comic Sans MS" panose="030F0702030302020204" pitchFamily="66" charset="0"/>
                <a:cs typeface="Arial" panose="020B0604020202020204" pitchFamily="34" charset="0"/>
              </a:rPr>
              <a:t>0</a:t>
            </a:r>
          </a:p>
          <a:p>
            <a:pPr marL="914400" lvl="1" indent="-457200">
              <a:lnSpc>
                <a:spcPct val="150000"/>
              </a:lnSpc>
            </a:pPr>
            <a:r>
              <a:rPr lang="en-US" altLang="en-US" sz="2000">
                <a:cs typeface="Arial" panose="020B0604020202020204" pitchFamily="34" charset="0"/>
              </a:rPr>
              <a:t>Induction</a:t>
            </a:r>
            <a:r>
              <a:rPr lang="en-US" altLang="en-US" sz="2000"/>
              <a:t> hypothesis: </a:t>
            </a:r>
            <a:r>
              <a:rPr lang="en-US" altLang="en-US" sz="2000">
                <a:latin typeface="Comic Sans MS" panose="030F0702030302020204" pitchFamily="66" charset="0"/>
              </a:rPr>
              <a:t>T(k) </a:t>
            </a: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 sz="2000">
                <a:latin typeface="Comic Sans MS" panose="030F0702030302020204" pitchFamily="66" charset="0"/>
              </a:rPr>
              <a:t>d g(k) for all k &lt; n </a:t>
            </a:r>
            <a:endParaRPr lang="en-US" altLang="en-US" sz="2000"/>
          </a:p>
          <a:p>
            <a:pPr marL="533400" indent="-533400">
              <a:lnSpc>
                <a:spcPct val="150000"/>
              </a:lnSpc>
            </a:pPr>
            <a:r>
              <a:rPr lang="en-US" altLang="en-US" sz="2400"/>
              <a:t>Prove the induction goal</a:t>
            </a:r>
          </a:p>
          <a:p>
            <a:pPr marL="914400" lvl="1" indent="-457200">
              <a:lnSpc>
                <a:spcPct val="150000"/>
              </a:lnSpc>
            </a:pPr>
            <a:r>
              <a:rPr lang="en-US" altLang="en-US" sz="2000"/>
              <a:t>Use the </a:t>
            </a:r>
            <a:r>
              <a:rPr lang="en-US" altLang="en-US" sz="2000" b="1"/>
              <a:t>induction hypothesis</a:t>
            </a:r>
            <a:r>
              <a:rPr lang="en-US" altLang="en-US" sz="2000"/>
              <a:t> to </a:t>
            </a:r>
            <a:r>
              <a:rPr lang="en-US" altLang="en-US" sz="2000">
                <a:solidFill>
                  <a:srgbClr val="DD0111"/>
                </a:solidFill>
              </a:rPr>
              <a:t>find some values of the constants </a:t>
            </a:r>
            <a:r>
              <a:rPr lang="en-US" altLang="en-US" sz="2000">
                <a:solidFill>
                  <a:srgbClr val="DD0111"/>
                </a:solidFill>
                <a:latin typeface="Comic Sans MS" panose="030F0702030302020204" pitchFamily="66" charset="0"/>
              </a:rPr>
              <a:t>d </a:t>
            </a:r>
            <a:r>
              <a:rPr lang="en-US" altLang="en-US" sz="2000">
                <a:solidFill>
                  <a:srgbClr val="DD0111"/>
                </a:solidFill>
              </a:rPr>
              <a:t>and</a:t>
            </a:r>
            <a:r>
              <a:rPr lang="en-US" altLang="en-US" sz="2000">
                <a:solidFill>
                  <a:srgbClr val="DD0111"/>
                </a:solidFill>
                <a:latin typeface="Comic Sans MS" panose="030F0702030302020204" pitchFamily="66" charset="0"/>
              </a:rPr>
              <a:t> n</a:t>
            </a:r>
            <a:r>
              <a:rPr lang="en-US" altLang="en-US" sz="2000" baseline="-25000">
                <a:solidFill>
                  <a:srgbClr val="DD0111"/>
                </a:solidFill>
                <a:latin typeface="Comic Sans MS" panose="030F0702030302020204" pitchFamily="66" charset="0"/>
              </a:rPr>
              <a:t>0</a:t>
            </a:r>
            <a:r>
              <a:rPr lang="en-US" altLang="en-US" sz="2000"/>
              <a:t> for which the </a:t>
            </a:r>
            <a:r>
              <a:rPr lang="en-US" altLang="en-US" sz="2000" b="1"/>
              <a:t>induction goal</a:t>
            </a:r>
            <a:r>
              <a:rPr lang="en-US" altLang="en-US" sz="2000"/>
              <a:t> holds</a:t>
            </a:r>
          </a:p>
        </p:txBody>
      </p:sp>
      <p:sp>
        <p:nvSpPr>
          <p:cNvPr id="183300" name="Text Box 4">
            <a:extLst>
              <a:ext uri="{FF2B5EF4-FFF2-40B4-BE49-F238E27FC236}">
                <a16:creationId xmlns:a16="http://schemas.microsoft.com/office/drawing/2014/main" id="{8DA79BA1-FCC9-4641-90A8-14107B3E3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2326" y="3519488"/>
            <a:ext cx="18615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(strong induction)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304DFD-7643-44D7-AA3B-0B4CD3C24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>
            <a:extLst>
              <a:ext uri="{FF2B5EF4-FFF2-40B4-BE49-F238E27FC236}">
                <a16:creationId xmlns:a16="http://schemas.microsoft.com/office/drawing/2014/main" id="{6E640A04-5EAF-46D6-8E15-536EDFB82A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Example: Binary Search</a:t>
            </a:r>
          </a:p>
        </p:txBody>
      </p:sp>
      <p:sp>
        <p:nvSpPr>
          <p:cNvPr id="184323" name="Rectangle 3">
            <a:extLst>
              <a:ext uri="{FF2B5EF4-FFF2-40B4-BE49-F238E27FC236}">
                <a16:creationId xmlns:a16="http://schemas.microsoft.com/office/drawing/2014/main" id="{4477E4B4-1406-4136-925B-955541ADBC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066800"/>
            <a:ext cx="8572500" cy="5791200"/>
          </a:xfrm>
        </p:spPr>
        <p:txBody>
          <a:bodyPr/>
          <a:lstStyle/>
          <a:p>
            <a:pPr marL="533400" indent="-533400">
              <a:lnSpc>
                <a:spcPct val="130000"/>
              </a:lnSpc>
              <a:buNone/>
            </a:pPr>
            <a:r>
              <a:rPr lang="en-US" altLang="en-US" dirty="0"/>
              <a:t>				</a:t>
            </a:r>
            <a:r>
              <a:rPr lang="en-US" altLang="en-US" b="1" dirty="0">
                <a:latin typeface="Comic Sans MS" panose="030F0702030302020204" pitchFamily="66" charset="0"/>
              </a:rPr>
              <a:t>T(n) = c + T(n/2)</a:t>
            </a:r>
          </a:p>
          <a:p>
            <a:pPr marL="533400" indent="-533400">
              <a:lnSpc>
                <a:spcPct val="130000"/>
              </a:lnSpc>
            </a:pPr>
            <a:r>
              <a:rPr lang="en-US" altLang="en-US" dirty="0"/>
              <a:t>Guess: </a:t>
            </a:r>
            <a:r>
              <a:rPr lang="en-US" altLang="en-US" dirty="0">
                <a:latin typeface="Comic Sans MS" panose="030F0702030302020204" pitchFamily="66" charset="0"/>
              </a:rPr>
              <a:t>T(n) = O(</a:t>
            </a:r>
            <a:r>
              <a:rPr lang="en-US" altLang="en-US" dirty="0" err="1">
                <a:latin typeface="Comic Sans MS" panose="030F0702030302020204" pitchFamily="66" charset="0"/>
              </a:rPr>
              <a:t>lgn</a:t>
            </a:r>
            <a:r>
              <a:rPr lang="en-US" altLang="en-US" dirty="0">
                <a:latin typeface="Comic Sans MS" panose="030F0702030302020204" pitchFamily="66" charset="0"/>
              </a:rPr>
              <a:t>)</a:t>
            </a:r>
          </a:p>
          <a:p>
            <a:pPr marL="914400" lvl="1" indent="-457200">
              <a:lnSpc>
                <a:spcPct val="130000"/>
              </a:lnSpc>
            </a:pPr>
            <a:r>
              <a:rPr lang="en-US" altLang="en-US" dirty="0"/>
              <a:t>Induction goal: </a:t>
            </a:r>
            <a:r>
              <a:rPr lang="en-US" altLang="en-US" dirty="0">
                <a:latin typeface="Comic Sans MS" panose="030F0702030302020204" pitchFamily="66" charset="0"/>
              </a:rPr>
              <a:t>T(n) 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 dirty="0">
                <a:latin typeface="Comic Sans MS" panose="030F0702030302020204" pitchFamily="66" charset="0"/>
              </a:rPr>
              <a:t>d </a:t>
            </a:r>
            <a:r>
              <a:rPr lang="en-US" altLang="en-US" dirty="0" err="1">
                <a:latin typeface="Comic Sans MS" panose="030F0702030302020204" pitchFamily="66" charset="0"/>
              </a:rPr>
              <a:t>lgn</a:t>
            </a:r>
            <a:r>
              <a:rPr lang="en-US" altLang="en-US" dirty="0"/>
              <a:t>, for some </a:t>
            </a:r>
            <a:r>
              <a:rPr lang="en-US" altLang="en-US" dirty="0">
                <a:latin typeface="Comic Sans MS" panose="030F0702030302020204" pitchFamily="66" charset="0"/>
              </a:rPr>
              <a:t>d</a:t>
            </a:r>
            <a:r>
              <a:rPr lang="en-US" altLang="en-US" dirty="0"/>
              <a:t> and </a:t>
            </a:r>
            <a:r>
              <a:rPr lang="en-US" altLang="en-US" dirty="0">
                <a:latin typeface="Comic Sans MS" panose="030F0702030302020204" pitchFamily="66" charset="0"/>
              </a:rPr>
              <a:t>n 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≥ n</a:t>
            </a:r>
            <a:r>
              <a:rPr lang="en-US" altLang="en-US" baseline="-25000" dirty="0">
                <a:latin typeface="Comic Sans MS" panose="030F0702030302020204" pitchFamily="66" charset="0"/>
                <a:cs typeface="Arial" panose="020B0604020202020204" pitchFamily="34" charset="0"/>
              </a:rPr>
              <a:t>0</a:t>
            </a:r>
            <a:endParaRPr lang="en-US" altLang="en-US" dirty="0"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30000"/>
              </a:lnSpc>
            </a:pPr>
            <a:r>
              <a:rPr lang="en-US" altLang="en-US" dirty="0">
                <a:cs typeface="Arial" panose="020B0604020202020204" pitchFamily="34" charset="0"/>
              </a:rPr>
              <a:t>Induction</a:t>
            </a:r>
            <a:r>
              <a:rPr lang="en-US" altLang="en-US" dirty="0"/>
              <a:t> hypothesis: </a:t>
            </a:r>
            <a:r>
              <a:rPr lang="en-US" altLang="en-US" dirty="0">
                <a:latin typeface="Comic Sans MS" panose="030F0702030302020204" pitchFamily="66" charset="0"/>
              </a:rPr>
              <a:t>T(n/2) 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 dirty="0">
                <a:latin typeface="Comic Sans MS" panose="030F0702030302020204" pitchFamily="66" charset="0"/>
              </a:rPr>
              <a:t>d lg(n/2)</a:t>
            </a:r>
          </a:p>
          <a:p>
            <a:pPr marL="533400" indent="-533400">
              <a:lnSpc>
                <a:spcPct val="130000"/>
              </a:lnSpc>
            </a:pPr>
            <a:r>
              <a:rPr lang="en-US" altLang="en-US" dirty="0"/>
              <a:t>Proof of induction goal: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en-US" dirty="0"/>
              <a:t>	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T(n) = T(n/2) + c 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≤ d 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lg(n/2) + c 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		    = d </a:t>
            </a:r>
            <a:r>
              <a:rPr lang="en-US" altLang="en-US" dirty="0" err="1">
                <a:solidFill>
                  <a:schemeClr val="tx1"/>
                </a:solidFill>
                <a:latin typeface="Comic Sans MS" panose="030F0702030302020204" pitchFamily="66" charset="0"/>
              </a:rPr>
              <a:t>lgn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 – d + c 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≤ d </a:t>
            </a:r>
            <a:r>
              <a:rPr lang="en-US" altLang="en-US" dirty="0" err="1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lgn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					</a:t>
            </a:r>
            <a:r>
              <a:rPr lang="en-US" altLang="en-US" dirty="0">
                <a:solidFill>
                  <a:schemeClr val="tx1"/>
                </a:solidFill>
                <a:cs typeface="Arial" panose="020B0604020202020204" pitchFamily="34" charset="0"/>
              </a:rPr>
              <a:t>if: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 – d + c ≤ 0, d ≥ c</a:t>
            </a:r>
          </a:p>
          <a:p>
            <a:pPr marL="533400" indent="-533400">
              <a:lnSpc>
                <a:spcPct val="130000"/>
              </a:lnSpc>
            </a:pPr>
            <a:r>
              <a:rPr lang="en-US" altLang="en-US" dirty="0">
                <a:solidFill>
                  <a:srgbClr val="003399"/>
                </a:solidFill>
                <a:cs typeface="Arial" panose="020B0604020202020204" pitchFamily="34" charset="0"/>
              </a:rPr>
              <a:t>Base case?		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96D43F-BF69-47E2-B2C6-C489E5903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72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>
            <a:extLst>
              <a:ext uri="{FF2B5EF4-FFF2-40B4-BE49-F238E27FC236}">
                <a16:creationId xmlns:a16="http://schemas.microsoft.com/office/drawing/2014/main" id="{1ABCBC7A-7C4F-4F1A-88A4-7D9D9CFDA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Example 2</a:t>
            </a:r>
          </a:p>
        </p:txBody>
      </p:sp>
      <p:sp>
        <p:nvSpPr>
          <p:cNvPr id="186371" name="Rectangle 3">
            <a:extLst>
              <a:ext uri="{FF2B5EF4-FFF2-40B4-BE49-F238E27FC236}">
                <a16:creationId xmlns:a16="http://schemas.microsoft.com/office/drawing/2014/main" id="{998EC8AC-300D-4699-BC04-CA6C8EFE0D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74838" y="1066800"/>
            <a:ext cx="8488362" cy="5367338"/>
          </a:xfrm>
        </p:spPr>
        <p:txBody>
          <a:bodyPr/>
          <a:lstStyle/>
          <a:p>
            <a:pPr marL="533400" indent="-533400">
              <a:lnSpc>
                <a:spcPct val="130000"/>
              </a:lnSpc>
              <a:buNone/>
            </a:pPr>
            <a:r>
              <a:rPr lang="en-US" altLang="en-US" sz="2400"/>
              <a:t>				</a:t>
            </a:r>
            <a:r>
              <a:rPr lang="en-US" altLang="en-US" sz="2400" b="1">
                <a:latin typeface="Comic Sans MS" panose="030F0702030302020204" pitchFamily="66" charset="0"/>
              </a:rPr>
              <a:t>T(n) = T(n-1) + n</a:t>
            </a:r>
          </a:p>
          <a:p>
            <a:pPr marL="533400" indent="-533400">
              <a:lnSpc>
                <a:spcPct val="130000"/>
              </a:lnSpc>
            </a:pPr>
            <a:r>
              <a:rPr lang="en-US" altLang="en-US" sz="2400"/>
              <a:t>Guess: </a:t>
            </a:r>
            <a:r>
              <a:rPr lang="en-US" altLang="en-US" sz="2400">
                <a:latin typeface="Comic Sans MS" panose="030F0702030302020204" pitchFamily="66" charset="0"/>
              </a:rPr>
              <a:t>T(n) = O(n</a:t>
            </a:r>
            <a:r>
              <a:rPr lang="en-US" altLang="en-US" sz="2400" baseline="30000">
                <a:latin typeface="Comic Sans MS" panose="030F0702030302020204" pitchFamily="66" charset="0"/>
              </a:rPr>
              <a:t>2</a:t>
            </a:r>
            <a:r>
              <a:rPr lang="en-US" altLang="en-US" sz="2400">
                <a:latin typeface="Comic Sans MS" panose="030F0702030302020204" pitchFamily="66" charset="0"/>
              </a:rPr>
              <a:t>)</a:t>
            </a:r>
          </a:p>
          <a:p>
            <a:pPr marL="914400" lvl="1" indent="-457200">
              <a:lnSpc>
                <a:spcPct val="130000"/>
              </a:lnSpc>
            </a:pPr>
            <a:r>
              <a:rPr lang="en-US" altLang="en-US" sz="2000"/>
              <a:t>Induction goal: </a:t>
            </a:r>
            <a:r>
              <a:rPr lang="en-US" altLang="en-US" sz="2000">
                <a:latin typeface="Comic Sans MS" panose="030F0702030302020204" pitchFamily="66" charset="0"/>
              </a:rPr>
              <a:t>T(n) </a:t>
            </a: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 sz="2000">
                <a:latin typeface="Comic Sans MS" panose="030F0702030302020204" pitchFamily="66" charset="0"/>
              </a:rPr>
              <a:t>c n</a:t>
            </a:r>
            <a:r>
              <a:rPr lang="en-US" altLang="en-US" sz="2000" baseline="30000">
                <a:latin typeface="Comic Sans MS" panose="030F0702030302020204" pitchFamily="66" charset="0"/>
              </a:rPr>
              <a:t>2</a:t>
            </a:r>
            <a:r>
              <a:rPr lang="en-US" altLang="en-US" sz="2000"/>
              <a:t>, for some </a:t>
            </a:r>
            <a:r>
              <a:rPr lang="en-US" altLang="en-US" sz="2000">
                <a:latin typeface="Comic Sans MS" panose="030F0702030302020204" pitchFamily="66" charset="0"/>
              </a:rPr>
              <a:t>c</a:t>
            </a:r>
            <a:r>
              <a:rPr lang="en-US" altLang="en-US" sz="2000"/>
              <a:t> and </a:t>
            </a:r>
            <a:r>
              <a:rPr lang="en-US" altLang="en-US" sz="2000">
                <a:latin typeface="Comic Sans MS" panose="030F0702030302020204" pitchFamily="66" charset="0"/>
              </a:rPr>
              <a:t>n </a:t>
            </a: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</a:rPr>
              <a:t>≥ n</a:t>
            </a:r>
            <a:r>
              <a:rPr lang="en-US" altLang="en-US" sz="2000" baseline="-25000">
                <a:latin typeface="Comic Sans MS" panose="030F0702030302020204" pitchFamily="66" charset="0"/>
                <a:cs typeface="Arial" panose="020B0604020202020204" pitchFamily="34" charset="0"/>
              </a:rPr>
              <a:t>0</a:t>
            </a:r>
            <a:endParaRPr lang="en-US" altLang="en-US" sz="2000"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30000"/>
              </a:lnSpc>
            </a:pPr>
            <a:r>
              <a:rPr lang="en-US" altLang="en-US" sz="2000">
                <a:cs typeface="Arial" panose="020B0604020202020204" pitchFamily="34" charset="0"/>
              </a:rPr>
              <a:t>Induction</a:t>
            </a:r>
            <a:r>
              <a:rPr lang="en-US" altLang="en-US" sz="2000"/>
              <a:t> hypothesis: </a:t>
            </a:r>
            <a:r>
              <a:rPr lang="en-US" altLang="en-US" sz="2000">
                <a:latin typeface="Comic Sans MS" panose="030F0702030302020204" pitchFamily="66" charset="0"/>
              </a:rPr>
              <a:t>T(n-1) </a:t>
            </a: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 sz="2000">
                <a:latin typeface="Comic Sans MS" panose="030F0702030302020204" pitchFamily="66" charset="0"/>
              </a:rPr>
              <a:t>c(n-1)</a:t>
            </a:r>
            <a:r>
              <a:rPr lang="en-US" altLang="en-US" sz="2000" baseline="30000">
                <a:latin typeface="Comic Sans MS" panose="030F0702030302020204" pitchFamily="66" charset="0"/>
              </a:rPr>
              <a:t>2</a:t>
            </a:r>
            <a:r>
              <a:rPr lang="en-US" altLang="en-US" sz="2000"/>
              <a:t> for all </a:t>
            </a:r>
            <a:r>
              <a:rPr lang="en-US" altLang="en-US" sz="2000">
                <a:latin typeface="Comic Sans MS" panose="030F0702030302020204" pitchFamily="66" charset="0"/>
              </a:rPr>
              <a:t>k </a:t>
            </a: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</a:rPr>
              <a:t>&lt;</a:t>
            </a:r>
            <a:r>
              <a:rPr lang="en-US" altLang="en-US" sz="2000">
                <a:latin typeface="Comic Sans MS" panose="030F0702030302020204" pitchFamily="66" charset="0"/>
              </a:rPr>
              <a:t> n</a:t>
            </a:r>
          </a:p>
          <a:p>
            <a:pPr marL="533400" indent="-533400">
              <a:lnSpc>
                <a:spcPct val="130000"/>
              </a:lnSpc>
            </a:pPr>
            <a:r>
              <a:rPr lang="en-US" altLang="en-US" sz="2400"/>
              <a:t>Proof of induction goal: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en-US" sz="2400"/>
              <a:t>	</a:t>
            </a:r>
            <a:r>
              <a:rPr lang="en-US" altLang="en-US" sz="2400">
                <a:latin typeface="Comic Sans MS" panose="030F0702030302020204" pitchFamily="66" charset="0"/>
              </a:rPr>
              <a:t>T(n) = T(n-1) + n </a:t>
            </a:r>
            <a:r>
              <a:rPr lang="en-US" altLang="en-US" sz="2400">
                <a:latin typeface="Comic Sans MS" panose="030F0702030302020204" pitchFamily="66" charset="0"/>
                <a:cs typeface="Arial" panose="020B0604020202020204" pitchFamily="34" charset="0"/>
              </a:rPr>
              <a:t>≤ c </a:t>
            </a:r>
            <a:r>
              <a:rPr lang="en-US" altLang="en-US" sz="2400">
                <a:latin typeface="Comic Sans MS" panose="030F0702030302020204" pitchFamily="66" charset="0"/>
              </a:rPr>
              <a:t>(n-1)</a:t>
            </a:r>
            <a:r>
              <a:rPr lang="en-US" altLang="en-US" sz="2400" baseline="30000">
                <a:latin typeface="Comic Sans MS" panose="030F0702030302020204" pitchFamily="66" charset="0"/>
              </a:rPr>
              <a:t>2</a:t>
            </a:r>
            <a:r>
              <a:rPr lang="en-US" altLang="en-US" sz="2400">
                <a:latin typeface="Comic Sans MS" panose="030F0702030302020204" pitchFamily="66" charset="0"/>
              </a:rPr>
              <a:t> + n 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en-US" sz="2400">
                <a:latin typeface="Comic Sans MS" panose="030F0702030302020204" pitchFamily="66" charset="0"/>
              </a:rPr>
              <a:t>		= cn</a:t>
            </a:r>
            <a:r>
              <a:rPr lang="en-US" altLang="en-US" sz="2400" baseline="30000">
                <a:latin typeface="Comic Sans MS" panose="030F0702030302020204" pitchFamily="66" charset="0"/>
              </a:rPr>
              <a:t>2</a:t>
            </a:r>
            <a:r>
              <a:rPr lang="en-US" altLang="en-US" sz="2400">
                <a:latin typeface="Comic Sans MS" panose="030F0702030302020204" pitchFamily="66" charset="0"/>
              </a:rPr>
              <a:t> – (2cn – c - n) </a:t>
            </a:r>
            <a:r>
              <a:rPr lang="en-US" altLang="en-US" sz="2400">
                <a:latin typeface="Comic Sans MS" panose="030F0702030302020204" pitchFamily="66" charset="0"/>
                <a:cs typeface="Arial" panose="020B0604020202020204" pitchFamily="34" charset="0"/>
              </a:rPr>
              <a:t>≤ cn</a:t>
            </a:r>
            <a:r>
              <a:rPr lang="en-US" altLang="en-US" sz="2400" baseline="30000">
                <a:latin typeface="Comic Sans MS" panose="030F0702030302020204" pitchFamily="66" charset="0"/>
                <a:cs typeface="Arial" panose="020B0604020202020204" pitchFamily="34" charset="0"/>
              </a:rPr>
              <a:t>2</a:t>
            </a:r>
            <a:r>
              <a:rPr lang="en-US" altLang="en-US" sz="2400"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en-US" sz="2400">
                <a:latin typeface="Comic Sans MS" panose="030F0702030302020204" pitchFamily="66" charset="0"/>
                <a:cs typeface="Arial" panose="020B0604020202020204" pitchFamily="34" charset="0"/>
              </a:rPr>
              <a:t>		if:  2cn – c – n ≥ 0 </a:t>
            </a:r>
            <a:r>
              <a:rPr lang="en-US" altLang="en-US" sz="24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 c </a:t>
            </a:r>
            <a:r>
              <a:rPr lang="en-US" altLang="en-US" sz="2400">
                <a:latin typeface="Comic Sans MS" panose="030F0702030302020204" pitchFamily="66" charset="0"/>
                <a:cs typeface="Arial" panose="020B0604020202020204" pitchFamily="34" charset="0"/>
              </a:rPr>
              <a:t>≥ n/(2n-1) </a:t>
            </a:r>
            <a:r>
              <a:rPr lang="en-US" altLang="en-US" sz="24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 c </a:t>
            </a:r>
            <a:r>
              <a:rPr lang="en-US" altLang="en-US" sz="2400">
                <a:latin typeface="Comic Sans MS" panose="030F0702030302020204" pitchFamily="66" charset="0"/>
                <a:cs typeface="Arial" panose="020B0604020202020204" pitchFamily="34" charset="0"/>
              </a:rPr>
              <a:t>≥ 1/(2 – 1/n)</a:t>
            </a:r>
          </a:p>
          <a:p>
            <a:pPr marL="914400" lvl="1" indent="-457200">
              <a:lnSpc>
                <a:spcPct val="130000"/>
              </a:lnSpc>
            </a:pPr>
            <a:r>
              <a:rPr lang="en-US" altLang="en-US" sz="2000">
                <a:cs typeface="Arial" panose="020B0604020202020204" pitchFamily="34" charset="0"/>
                <a:sym typeface="Symbol" panose="05050102010706020507" pitchFamily="18" charset="2"/>
              </a:rPr>
              <a:t>For n </a:t>
            </a: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</a:rPr>
              <a:t>≥ 1 </a:t>
            </a: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</a:rPr>
              <a:t> 2 – 1/n ≥ 1 </a:t>
            </a: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altLang="en-US" sz="2000">
                <a:cs typeface="Arial" panose="020B0604020202020204" pitchFamily="34" charset="0"/>
              </a:rPr>
              <a:t>any </a:t>
            </a: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</a:rPr>
              <a:t>c ≥ 1 </a:t>
            </a:r>
            <a:r>
              <a:rPr lang="en-US" altLang="en-US" sz="2000">
                <a:cs typeface="Arial" panose="020B0604020202020204" pitchFamily="34" charset="0"/>
              </a:rPr>
              <a:t>will work</a:t>
            </a:r>
            <a:endParaRPr lang="en-US" altLang="en-US" sz="2000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44276C-9AFB-42A8-9C0D-E1FBB145A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73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>
            <a:extLst>
              <a:ext uri="{FF2B5EF4-FFF2-40B4-BE49-F238E27FC236}">
                <a16:creationId xmlns:a16="http://schemas.microsoft.com/office/drawing/2014/main" id="{B3074C73-731F-4A70-BEDE-C1190D49DB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Example 3</a:t>
            </a:r>
          </a:p>
        </p:txBody>
      </p:sp>
      <p:sp>
        <p:nvSpPr>
          <p:cNvPr id="188419" name="Rectangle 3">
            <a:extLst>
              <a:ext uri="{FF2B5EF4-FFF2-40B4-BE49-F238E27FC236}">
                <a16:creationId xmlns:a16="http://schemas.microsoft.com/office/drawing/2014/main" id="{DA6C1B83-ED2F-485B-843A-F4960AFD64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2601" y="1062038"/>
            <a:ext cx="9097963" cy="5872162"/>
          </a:xfrm>
        </p:spPr>
        <p:txBody>
          <a:bodyPr/>
          <a:lstStyle/>
          <a:p>
            <a:pPr marL="533400" indent="-533400" algn="ctr">
              <a:lnSpc>
                <a:spcPct val="130000"/>
              </a:lnSpc>
              <a:buNone/>
            </a:pPr>
            <a:r>
              <a:rPr lang="en-US" altLang="en-US" b="1" dirty="0">
                <a:latin typeface="Comic Sans MS" panose="030F0702030302020204" pitchFamily="66" charset="0"/>
              </a:rPr>
              <a:t>T(n) = 2T(n/2) + n</a:t>
            </a:r>
          </a:p>
          <a:p>
            <a:pPr marL="533400" indent="-533400">
              <a:lnSpc>
                <a:spcPct val="130000"/>
              </a:lnSpc>
            </a:pPr>
            <a:r>
              <a:rPr lang="en-US" altLang="en-US" dirty="0"/>
              <a:t>Guess: </a:t>
            </a:r>
            <a:r>
              <a:rPr lang="en-US" altLang="en-US" dirty="0">
                <a:latin typeface="Comic Sans MS" panose="030F0702030302020204" pitchFamily="66" charset="0"/>
              </a:rPr>
              <a:t>T(n) = O(</a:t>
            </a:r>
            <a:r>
              <a:rPr lang="en-US" altLang="en-US" dirty="0" err="1">
                <a:latin typeface="Comic Sans MS" panose="030F0702030302020204" pitchFamily="66" charset="0"/>
              </a:rPr>
              <a:t>nlgn</a:t>
            </a:r>
            <a:r>
              <a:rPr lang="en-US" altLang="en-US" dirty="0">
                <a:latin typeface="Comic Sans MS" panose="030F0702030302020204" pitchFamily="66" charset="0"/>
              </a:rPr>
              <a:t>)</a:t>
            </a:r>
          </a:p>
          <a:p>
            <a:pPr marL="914400" lvl="1" indent="-457200">
              <a:lnSpc>
                <a:spcPct val="130000"/>
              </a:lnSpc>
            </a:pPr>
            <a:r>
              <a:rPr lang="en-US" altLang="en-US" dirty="0"/>
              <a:t>Induction goal: </a:t>
            </a:r>
            <a:r>
              <a:rPr lang="en-US" altLang="en-US" dirty="0">
                <a:latin typeface="Comic Sans MS" panose="030F0702030302020204" pitchFamily="66" charset="0"/>
              </a:rPr>
              <a:t>T(n) 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 dirty="0" err="1">
                <a:latin typeface="Comic Sans MS" panose="030F0702030302020204" pitchFamily="66" charset="0"/>
              </a:rPr>
              <a:t>cn</a:t>
            </a:r>
            <a:r>
              <a:rPr lang="en-US" altLang="en-US" dirty="0">
                <a:latin typeface="Comic Sans MS" panose="030F0702030302020204" pitchFamily="66" charset="0"/>
              </a:rPr>
              <a:t> </a:t>
            </a:r>
            <a:r>
              <a:rPr lang="en-US" altLang="en-US" dirty="0" err="1">
                <a:latin typeface="Comic Sans MS" panose="030F0702030302020204" pitchFamily="66" charset="0"/>
              </a:rPr>
              <a:t>lgn</a:t>
            </a:r>
            <a:r>
              <a:rPr lang="en-US" altLang="en-US" dirty="0"/>
              <a:t>, for some </a:t>
            </a:r>
            <a:r>
              <a:rPr lang="en-US" altLang="en-US" dirty="0">
                <a:latin typeface="Comic Sans MS" panose="030F0702030302020204" pitchFamily="66" charset="0"/>
              </a:rPr>
              <a:t>c</a:t>
            </a:r>
            <a:r>
              <a:rPr lang="en-US" altLang="en-US" dirty="0"/>
              <a:t> and </a:t>
            </a:r>
            <a:r>
              <a:rPr lang="en-US" altLang="en-US" dirty="0">
                <a:latin typeface="Comic Sans MS" panose="030F0702030302020204" pitchFamily="66" charset="0"/>
              </a:rPr>
              <a:t>n 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≥ n</a:t>
            </a:r>
            <a:r>
              <a:rPr lang="en-US" altLang="en-US" baseline="-25000" dirty="0">
                <a:latin typeface="Comic Sans MS" panose="030F0702030302020204" pitchFamily="66" charset="0"/>
                <a:cs typeface="Arial" panose="020B0604020202020204" pitchFamily="34" charset="0"/>
              </a:rPr>
              <a:t>0</a:t>
            </a:r>
            <a:endParaRPr lang="en-US" altLang="en-US" dirty="0"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30000"/>
              </a:lnSpc>
            </a:pPr>
            <a:r>
              <a:rPr lang="en-US" altLang="en-US" dirty="0">
                <a:cs typeface="Arial" panose="020B0604020202020204" pitchFamily="34" charset="0"/>
              </a:rPr>
              <a:t>Induction</a:t>
            </a:r>
            <a:r>
              <a:rPr lang="en-US" altLang="en-US" dirty="0"/>
              <a:t> hypothesis: </a:t>
            </a:r>
            <a:r>
              <a:rPr lang="en-US" altLang="en-US" dirty="0">
                <a:latin typeface="Comic Sans MS" panose="030F0702030302020204" pitchFamily="66" charset="0"/>
              </a:rPr>
              <a:t>T(n/2) 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 dirty="0" err="1">
                <a:latin typeface="Comic Sans MS" panose="030F0702030302020204" pitchFamily="66" charset="0"/>
              </a:rPr>
              <a:t>cn</a:t>
            </a:r>
            <a:r>
              <a:rPr lang="en-US" altLang="en-US" dirty="0">
                <a:latin typeface="Comic Sans MS" panose="030F0702030302020204" pitchFamily="66" charset="0"/>
              </a:rPr>
              <a:t>/2 lg(n/2)</a:t>
            </a:r>
          </a:p>
          <a:p>
            <a:pPr marL="533400" indent="-533400">
              <a:lnSpc>
                <a:spcPct val="130000"/>
              </a:lnSpc>
            </a:pPr>
            <a:r>
              <a:rPr lang="en-US" altLang="en-US" dirty="0"/>
              <a:t>Proof of induction goal: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en-US" dirty="0"/>
              <a:t>	</a:t>
            </a:r>
            <a:r>
              <a:rPr lang="en-US" altLang="en-US" dirty="0">
                <a:latin typeface="Comic Sans MS" panose="030F0702030302020204" pitchFamily="66" charset="0"/>
              </a:rPr>
              <a:t>T(n) = 2T(n/2) + n 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≤ 2c (n/2)</a:t>
            </a:r>
            <a:r>
              <a:rPr lang="en-US" altLang="en-US" dirty="0">
                <a:latin typeface="Comic Sans MS" panose="030F0702030302020204" pitchFamily="66" charset="0"/>
              </a:rPr>
              <a:t>lg(n/2) + n 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en-US" dirty="0">
                <a:latin typeface="Comic Sans MS" panose="030F0702030302020204" pitchFamily="66" charset="0"/>
              </a:rPr>
              <a:t>	        = </a:t>
            </a:r>
            <a:r>
              <a:rPr lang="en-US" altLang="en-US" dirty="0" err="1">
                <a:latin typeface="Comic Sans MS" panose="030F0702030302020204" pitchFamily="66" charset="0"/>
              </a:rPr>
              <a:t>cn</a:t>
            </a:r>
            <a:r>
              <a:rPr lang="en-US" altLang="en-US" dirty="0">
                <a:latin typeface="Comic Sans MS" panose="030F0702030302020204" pitchFamily="66" charset="0"/>
              </a:rPr>
              <a:t> </a:t>
            </a:r>
            <a:r>
              <a:rPr lang="en-US" altLang="en-US" dirty="0" err="1">
                <a:latin typeface="Comic Sans MS" panose="030F0702030302020204" pitchFamily="66" charset="0"/>
              </a:rPr>
              <a:t>lgn</a:t>
            </a:r>
            <a:r>
              <a:rPr lang="en-US" altLang="en-US" dirty="0">
                <a:latin typeface="Comic Sans MS" panose="030F0702030302020204" pitchFamily="66" charset="0"/>
              </a:rPr>
              <a:t> – </a:t>
            </a:r>
            <a:r>
              <a:rPr lang="en-US" altLang="en-US" dirty="0" err="1">
                <a:latin typeface="Comic Sans MS" panose="030F0702030302020204" pitchFamily="66" charset="0"/>
              </a:rPr>
              <a:t>cn</a:t>
            </a:r>
            <a:r>
              <a:rPr lang="en-US" altLang="en-US" dirty="0">
                <a:latin typeface="Comic Sans MS" panose="030F0702030302020204" pitchFamily="66" charset="0"/>
              </a:rPr>
              <a:t> + n 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 dirty="0" err="1">
                <a:latin typeface="Comic Sans MS" panose="030F0702030302020204" pitchFamily="66" charset="0"/>
                <a:cs typeface="Arial" panose="020B0604020202020204" pitchFamily="34" charset="0"/>
              </a:rPr>
              <a:t>cn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Comic Sans MS" panose="030F0702030302020204" pitchFamily="66" charset="0"/>
                <a:cs typeface="Arial" panose="020B0604020202020204" pitchFamily="34" charset="0"/>
              </a:rPr>
              <a:t>lgn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					if:  - </a:t>
            </a:r>
            <a:r>
              <a:rPr lang="en-US" altLang="en-US" dirty="0" err="1">
                <a:latin typeface="Comic Sans MS" panose="030F0702030302020204" pitchFamily="66" charset="0"/>
                <a:cs typeface="Arial" panose="020B0604020202020204" pitchFamily="34" charset="0"/>
              </a:rPr>
              <a:t>cn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 + n ≤ 0 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 c 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≥ 1</a:t>
            </a:r>
          </a:p>
          <a:p>
            <a:pPr marL="533400" indent="-533400">
              <a:lnSpc>
                <a:spcPct val="130000"/>
              </a:lnSpc>
            </a:pPr>
            <a:r>
              <a:rPr lang="en-US" altLang="en-US" dirty="0">
                <a:cs typeface="Arial" panose="020B0604020202020204" pitchFamily="34" charset="0"/>
              </a:rPr>
              <a:t>Base case?	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B94A3F-EF9D-456B-9D6B-84383E17F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74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D4B43-EDC2-4543-B601-2342BEE33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727D1-3518-45F9-9D32-4FE7C4493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T(n) = 2T(n/2) + </a:t>
            </a:r>
            <a:r>
              <a:rPr lang="en-US" b="1" dirty="0" err="1"/>
              <a:t>bnlogn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  First Guess: T(n) &lt;=</a:t>
            </a:r>
            <a:r>
              <a:rPr lang="en-US" dirty="0" err="1"/>
              <a:t>cnlogn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Better Guess: T(n) &lt;=cnlog</a:t>
            </a:r>
            <a:r>
              <a:rPr lang="en-US" baseline="30000" dirty="0"/>
              <a:t>2</a:t>
            </a:r>
            <a:r>
              <a:rPr lang="en-US" dirty="0"/>
              <a:t>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2C86D-D106-4B14-B200-73815DF53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75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875EAE-076D-4FB4-BFAB-0CD97CCAB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652" y="2824691"/>
            <a:ext cx="4211246" cy="144538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4D8F00D-F3C1-4CE9-AA41-9D2B23F2F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652" y="4872802"/>
            <a:ext cx="4965057" cy="193085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7D61457-3100-4452-B3E7-67283D1B1FD9}"/>
              </a:ext>
            </a:extLst>
          </p:cNvPr>
          <p:cNvSpPr txBox="1"/>
          <p:nvPr/>
        </p:nvSpPr>
        <p:spPr>
          <a:xfrm>
            <a:off x="5338350" y="3327083"/>
            <a:ext cx="56373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0" i="0" u="none" strike="noStrike" baseline="0" dirty="0">
                <a:solidFill>
                  <a:srgbClr val="231F20"/>
                </a:solidFill>
                <a:latin typeface="NimbusRomNo9L-Regu"/>
              </a:rPr>
              <a:t>But there is no way that we can make this last line less than or equal to </a:t>
            </a:r>
            <a:r>
              <a:rPr lang="en-US" sz="2000" b="0" i="1" u="none" strike="noStrike" baseline="0" dirty="0" err="1">
                <a:solidFill>
                  <a:srgbClr val="231F20"/>
                </a:solidFill>
                <a:latin typeface="CMMI10"/>
              </a:rPr>
              <a:t>cn</a:t>
            </a:r>
            <a:r>
              <a:rPr lang="en-US" sz="2000" b="0" i="1" u="none" strike="noStrike" baseline="0" dirty="0">
                <a:solidFill>
                  <a:srgbClr val="231F20"/>
                </a:solidFill>
                <a:latin typeface="CMMI10"/>
              </a:rPr>
              <a:t> </a:t>
            </a:r>
            <a:r>
              <a:rPr lang="en-US" sz="2000" b="0" i="0" u="none" strike="noStrike" baseline="0" dirty="0">
                <a:solidFill>
                  <a:srgbClr val="231F20"/>
                </a:solidFill>
                <a:latin typeface="CMR10"/>
              </a:rPr>
              <a:t>log </a:t>
            </a:r>
            <a:r>
              <a:rPr lang="en-US" sz="2000" b="0" i="1" u="none" strike="noStrike" baseline="0" dirty="0">
                <a:solidFill>
                  <a:srgbClr val="231F20"/>
                </a:solidFill>
                <a:latin typeface="CMMI10"/>
              </a:rPr>
              <a:t>n </a:t>
            </a:r>
            <a:r>
              <a:rPr lang="en-US" sz="2000" b="0" i="0" u="none" strike="noStrike" baseline="0" dirty="0">
                <a:solidFill>
                  <a:srgbClr val="231F20"/>
                </a:solidFill>
                <a:latin typeface="NimbusRomNo9L-Regu"/>
              </a:rPr>
              <a:t>for </a:t>
            </a:r>
            <a:r>
              <a:rPr lang="en-US" sz="2000" b="0" i="1" u="none" strike="noStrike" baseline="0" dirty="0">
                <a:solidFill>
                  <a:srgbClr val="231F20"/>
                </a:solidFill>
                <a:latin typeface="CMMI10"/>
              </a:rPr>
              <a:t>n </a:t>
            </a:r>
            <a:r>
              <a:rPr lang="en-US" sz="2000" b="0" i="1" u="none" strike="noStrike" baseline="0" dirty="0">
                <a:solidFill>
                  <a:srgbClr val="231F20"/>
                </a:solidFill>
                <a:latin typeface="CMSY10"/>
              </a:rPr>
              <a:t>≥ </a:t>
            </a:r>
            <a:r>
              <a:rPr lang="en-US" sz="2000" b="0" i="0" u="none" strike="noStrike" baseline="0" dirty="0">
                <a:solidFill>
                  <a:srgbClr val="231F20"/>
                </a:solidFill>
                <a:latin typeface="CMR10"/>
              </a:rPr>
              <a:t>2</a:t>
            </a:r>
            <a:r>
              <a:rPr lang="en-US" sz="2000" b="0" i="0" u="none" strike="noStrike" baseline="0" dirty="0">
                <a:solidFill>
                  <a:srgbClr val="231F20"/>
                </a:solidFill>
                <a:latin typeface="NimbusRomNo9L-Regu"/>
              </a:rPr>
              <a:t>. Thus, this first guess was not sufficient</a:t>
            </a:r>
            <a:endParaRPr lang="en-US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D773E9-F057-416C-9976-CD8843402CFF}"/>
              </a:ext>
            </a:extLst>
          </p:cNvPr>
          <p:cNvSpPr txBox="1"/>
          <p:nvPr/>
        </p:nvSpPr>
        <p:spPr>
          <a:xfrm>
            <a:off x="5772150" y="6311900"/>
            <a:ext cx="45243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231F20"/>
                </a:solidFill>
                <a:latin typeface="NimbusRomNo9L-Regu"/>
              </a:rPr>
              <a:t>provided</a:t>
            </a:r>
            <a:r>
              <a:rPr lang="en-US" sz="1800" b="0" i="0" u="none" strike="noStrike" baseline="0" dirty="0">
                <a:solidFill>
                  <a:srgbClr val="231F20"/>
                </a:solidFill>
                <a:latin typeface="NimbusRomNo9L-Regu"/>
              </a:rPr>
              <a:t> </a:t>
            </a:r>
            <a:r>
              <a:rPr lang="en-US" sz="1800" b="0" i="1" u="none" strike="noStrike" baseline="0" dirty="0">
                <a:solidFill>
                  <a:srgbClr val="231F20"/>
                </a:solidFill>
                <a:latin typeface="CMMI10"/>
              </a:rPr>
              <a:t>c </a:t>
            </a:r>
            <a:r>
              <a:rPr lang="en-US" sz="1800" b="0" i="1" u="none" strike="noStrike" baseline="0" dirty="0">
                <a:solidFill>
                  <a:srgbClr val="231F20"/>
                </a:solidFill>
                <a:latin typeface="CMSY10"/>
              </a:rPr>
              <a:t>≥ </a:t>
            </a:r>
            <a:r>
              <a:rPr lang="en-US" sz="1800" b="0" i="1" u="none" strike="noStrike" baseline="0" dirty="0">
                <a:solidFill>
                  <a:srgbClr val="231F20"/>
                </a:solidFill>
                <a:latin typeface="CMMI10"/>
              </a:rPr>
              <a:t>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427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0BA8C549-4287-4F47-8831-803624425F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CE994E6-7BD6-44C6-832E-9514010FBA3D}" type="slidenum">
              <a:rPr lang="en-US" altLang="en-US"/>
              <a:pPr/>
              <a:t>76</a:t>
            </a:fld>
            <a:endParaRPr lang="en-US" altLang="en-US"/>
          </a:p>
        </p:txBody>
      </p:sp>
      <p:sp>
        <p:nvSpPr>
          <p:cNvPr id="192514" name="Rectangle 2">
            <a:extLst>
              <a:ext uri="{FF2B5EF4-FFF2-40B4-BE49-F238E27FC236}">
                <a16:creationId xmlns:a16="http://schemas.microsoft.com/office/drawing/2014/main" id="{A2EB07F5-C376-483B-91BA-EE85F72A0C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The recursion-tree method</a:t>
            </a:r>
          </a:p>
        </p:txBody>
      </p:sp>
      <p:sp>
        <p:nvSpPr>
          <p:cNvPr id="192515" name="Rectangle 3">
            <a:extLst>
              <a:ext uri="{FF2B5EF4-FFF2-40B4-BE49-F238E27FC236}">
                <a16:creationId xmlns:a16="http://schemas.microsoft.com/office/drawing/2014/main" id="{DBFA390F-ECF6-47B6-A596-5CFE4586348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438400" y="2057400"/>
            <a:ext cx="6934200" cy="2743200"/>
          </a:xfr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533400" indent="-533400">
              <a:lnSpc>
                <a:spcPct val="150000"/>
              </a:lnSpc>
              <a:buNone/>
            </a:pPr>
            <a:r>
              <a:rPr lang="en-US" altLang="en-US" sz="2400"/>
              <a:t>	Convert the recurrence into a tree:</a:t>
            </a:r>
          </a:p>
          <a:p>
            <a:pPr marL="914400" lvl="1" indent="-457200">
              <a:lnSpc>
                <a:spcPct val="150000"/>
              </a:lnSpc>
            </a:pPr>
            <a:r>
              <a:rPr lang="en-US" altLang="en-US" sz="2000"/>
              <a:t>Each node represents the cost incurred at various levels of recursion</a:t>
            </a:r>
          </a:p>
          <a:p>
            <a:pPr marL="914400" lvl="1" indent="-457200">
              <a:lnSpc>
                <a:spcPct val="150000"/>
              </a:lnSpc>
            </a:pPr>
            <a:r>
              <a:rPr lang="en-US" altLang="en-US" sz="2000"/>
              <a:t>Sum up the costs of all levels</a:t>
            </a:r>
          </a:p>
        </p:txBody>
      </p:sp>
      <p:sp>
        <p:nvSpPr>
          <p:cNvPr id="192516" name="Text Box 4">
            <a:extLst>
              <a:ext uri="{FF2B5EF4-FFF2-40B4-BE49-F238E27FC236}">
                <a16:creationId xmlns:a16="http://schemas.microsoft.com/office/drawing/2014/main" id="{495D8B57-70E5-473B-B4D6-7A3380BC1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5525" y="5441950"/>
            <a:ext cx="44070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Used to “guess” a solution for the recurrence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3538" name="Object 2">
            <a:extLst>
              <a:ext uri="{FF2B5EF4-FFF2-40B4-BE49-F238E27FC236}">
                <a16:creationId xmlns:a16="http://schemas.microsoft.com/office/drawing/2014/main" id="{61919896-0A9F-45FF-A5EF-856CAB95B99C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581400" y="1295400"/>
          <a:ext cx="6934200" cy="361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2" imgW="7619512" imgH="3970732" progId="PaintShopPro">
                  <p:embed/>
                </p:oleObj>
              </mc:Choice>
              <mc:Fallback>
                <p:oleObj name="Paint Shop Pro Image" r:id="rId2" imgW="7619512" imgH="3970732" progId="PaintShopPro">
                  <p:embed/>
                  <p:pic>
                    <p:nvPicPr>
                      <p:cNvPr id="193538" name="Object 2">
                        <a:extLst>
                          <a:ext uri="{FF2B5EF4-FFF2-40B4-BE49-F238E27FC236}">
                            <a16:creationId xmlns:a16="http://schemas.microsoft.com/office/drawing/2014/main" id="{61919896-0A9F-45FF-A5EF-856CAB95B9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295400"/>
                        <a:ext cx="6934200" cy="361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3539" name="Rectangle 3">
            <a:extLst>
              <a:ext uri="{FF2B5EF4-FFF2-40B4-BE49-F238E27FC236}">
                <a16:creationId xmlns:a16="http://schemas.microsoft.com/office/drawing/2014/main" id="{5AD7DF45-6B73-4822-8E63-65D1463778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6750" y="274637"/>
            <a:ext cx="10515600" cy="1325563"/>
          </a:xfrm>
        </p:spPr>
        <p:txBody>
          <a:bodyPr/>
          <a:lstStyle/>
          <a:p>
            <a:r>
              <a:rPr lang="en-US" altLang="en-US" b="1" dirty="0"/>
              <a:t>Example 1</a:t>
            </a:r>
          </a:p>
        </p:txBody>
      </p:sp>
      <p:sp>
        <p:nvSpPr>
          <p:cNvPr id="193540" name="Rectangle 4">
            <a:extLst>
              <a:ext uri="{FF2B5EF4-FFF2-40B4-BE49-F238E27FC236}">
                <a16:creationId xmlns:a16="http://schemas.microsoft.com/office/drawing/2014/main" id="{BAC042BA-7F91-43E7-9DF5-EE60D2379C9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74838" y="1138238"/>
            <a:ext cx="4602162" cy="46196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400">
                <a:latin typeface="Comic Sans MS" panose="030F0702030302020204" pitchFamily="66" charset="0"/>
              </a:rPr>
              <a:t>W(n) = 2W(n/2) + n</a:t>
            </a:r>
            <a:r>
              <a:rPr lang="en-US" altLang="en-US" sz="2400" baseline="30000">
                <a:latin typeface="Comic Sans MS" panose="030F0702030302020204" pitchFamily="66" charset="0"/>
              </a:rPr>
              <a:t>2</a:t>
            </a:r>
            <a:endParaRPr lang="en-US" altLang="en-US" sz="2400"/>
          </a:p>
        </p:txBody>
      </p:sp>
      <p:sp>
        <p:nvSpPr>
          <p:cNvPr id="193541" name="Rectangle 5">
            <a:extLst>
              <a:ext uri="{FF2B5EF4-FFF2-40B4-BE49-F238E27FC236}">
                <a16:creationId xmlns:a16="http://schemas.microsoft.com/office/drawing/2014/main" id="{88E987CB-4AF4-440D-81C9-54D16835F9C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1828800" y="4343400"/>
            <a:ext cx="8610600" cy="2514600"/>
          </a:xfrm>
        </p:spPr>
        <p:txBody>
          <a:bodyPr/>
          <a:lstStyle/>
          <a:p>
            <a:pPr marL="457200" indent="-457200"/>
            <a:r>
              <a:rPr lang="en-US" altLang="en-US" sz="2000" dirty="0"/>
              <a:t>Subproblem size at level </a:t>
            </a:r>
            <a:r>
              <a:rPr lang="en-US" altLang="en-US" sz="2000" dirty="0" err="1"/>
              <a:t>i</a:t>
            </a:r>
            <a:r>
              <a:rPr lang="en-US" altLang="en-US" sz="2000" dirty="0"/>
              <a:t> is: </a:t>
            </a:r>
            <a:r>
              <a:rPr lang="en-US" altLang="en-US" sz="2000" dirty="0">
                <a:latin typeface="Comic Sans MS" panose="030F0702030302020204" pitchFamily="66" charset="0"/>
              </a:rPr>
              <a:t>n/2</a:t>
            </a:r>
            <a:r>
              <a:rPr lang="en-US" altLang="en-US" sz="2000" baseline="30000" dirty="0">
                <a:latin typeface="Comic Sans MS" panose="030F0702030302020204" pitchFamily="66" charset="0"/>
              </a:rPr>
              <a:t>i</a:t>
            </a:r>
          </a:p>
          <a:p>
            <a:pPr marL="457200" indent="-457200"/>
            <a:r>
              <a:rPr lang="en-US" altLang="en-US" sz="2000" dirty="0"/>
              <a:t>Subproblem size hits 1 when 1 = </a:t>
            </a:r>
            <a:r>
              <a:rPr lang="en-US" altLang="en-US" sz="2000" dirty="0">
                <a:latin typeface="Comic Sans MS" panose="030F0702030302020204" pitchFamily="66" charset="0"/>
              </a:rPr>
              <a:t>n/2</a:t>
            </a:r>
            <a:r>
              <a:rPr lang="en-US" altLang="en-US" sz="2000" baseline="30000" dirty="0">
                <a:latin typeface="Comic Sans MS" panose="030F0702030302020204" pitchFamily="66" charset="0"/>
              </a:rPr>
              <a:t>i </a:t>
            </a:r>
            <a:r>
              <a:rPr lang="en-US" altLang="en-US" sz="2000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n-US" altLang="en-US" sz="2000" dirty="0" err="1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n-US" altLang="en-US" sz="2000" dirty="0" err="1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lgn</a:t>
            </a:r>
            <a:endParaRPr lang="en-US" altLang="en-US" sz="2000" dirty="0">
              <a:latin typeface="Comic Sans MS" panose="030F0702030302020204" pitchFamily="66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457200" indent="-457200"/>
            <a:r>
              <a:rPr lang="en-US" altLang="en-US" sz="2000" dirty="0">
                <a:cs typeface="Arial" panose="020B0604020202020204" pitchFamily="34" charset="0"/>
                <a:sym typeface="Symbol" panose="05050102010706020507" pitchFamily="18" charset="2"/>
              </a:rPr>
              <a:t>Cost of the problem at level </a:t>
            </a:r>
            <a:r>
              <a:rPr lang="en-US" altLang="en-US" sz="2000" dirty="0" err="1"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cs typeface="Arial" panose="020B0604020202020204" pitchFamily="34" charset="0"/>
                <a:sym typeface="Symbol" panose="05050102010706020507" pitchFamily="18" charset="2"/>
              </a:rPr>
              <a:t> = (</a:t>
            </a:r>
            <a:r>
              <a:rPr lang="en-US" altLang="en-US" sz="2000" dirty="0">
                <a:latin typeface="Comic Sans MS" panose="030F0702030302020204" pitchFamily="66" charset="0"/>
              </a:rPr>
              <a:t>n/2</a:t>
            </a:r>
            <a:r>
              <a:rPr lang="en-US" altLang="en-US" sz="2000" baseline="30000" dirty="0">
                <a:latin typeface="Comic Sans MS" panose="030F0702030302020204" pitchFamily="66" charset="0"/>
              </a:rPr>
              <a:t>i</a:t>
            </a:r>
            <a:r>
              <a:rPr lang="en-US" altLang="en-US" sz="2000" dirty="0">
                <a:latin typeface="Comic Sans MS" panose="030F0702030302020204" pitchFamily="66" charset="0"/>
              </a:rPr>
              <a:t>)</a:t>
            </a:r>
            <a:r>
              <a:rPr lang="en-US" altLang="en-US" sz="2000" baseline="30000" dirty="0">
                <a:latin typeface="Comic Sans MS" panose="030F0702030302020204" pitchFamily="66" charset="0"/>
              </a:rPr>
              <a:t>2</a:t>
            </a:r>
            <a:r>
              <a:rPr lang="en-US" altLang="en-US" sz="2000" dirty="0">
                <a:latin typeface="Comic Sans MS" panose="030F0702030302020204" pitchFamily="66" charset="0"/>
              </a:rPr>
              <a:t>      </a:t>
            </a:r>
            <a:r>
              <a:rPr lang="en-US" altLang="en-US" sz="2000" dirty="0"/>
              <a:t>No. of nodes at level </a:t>
            </a:r>
            <a:r>
              <a:rPr lang="en-US" altLang="en-US" sz="2000" dirty="0" err="1">
                <a:latin typeface="Comic Sans MS" panose="030F0702030302020204" pitchFamily="66" charset="0"/>
              </a:rPr>
              <a:t>i</a:t>
            </a:r>
            <a:r>
              <a:rPr lang="en-US" altLang="en-US" sz="2000" dirty="0">
                <a:latin typeface="Comic Sans MS" panose="030F0702030302020204" pitchFamily="66" charset="0"/>
              </a:rPr>
              <a:t> = 2</a:t>
            </a:r>
            <a:r>
              <a:rPr lang="en-US" altLang="en-US" sz="2000" baseline="30000" dirty="0">
                <a:latin typeface="Comic Sans MS" panose="030F0702030302020204" pitchFamily="66" charset="0"/>
              </a:rPr>
              <a:t>i</a:t>
            </a:r>
            <a:r>
              <a:rPr lang="en-US" altLang="en-US" sz="2000" dirty="0"/>
              <a:t> </a:t>
            </a:r>
            <a:endParaRPr lang="en-US" altLang="en-US" sz="2000" baseline="30000" dirty="0">
              <a:latin typeface="Comic Sans MS" panose="030F0702030302020204" pitchFamily="66" charset="0"/>
            </a:endParaRPr>
          </a:p>
          <a:p>
            <a:pPr marL="457200" indent="-457200"/>
            <a:r>
              <a:rPr lang="en-US" altLang="en-US" sz="2000" dirty="0"/>
              <a:t>Total cost: </a:t>
            </a:r>
          </a:p>
          <a:p>
            <a:pPr marL="457200" indent="-457200"/>
            <a:endParaRPr lang="en-US" altLang="en-US" sz="2000" dirty="0"/>
          </a:p>
          <a:p>
            <a:pPr marL="457200" indent="-457200">
              <a:buNone/>
            </a:pPr>
            <a:r>
              <a:rPr lang="en-US" altLang="en-US" sz="2000" dirty="0">
                <a:latin typeface="Comic Sans MS" panose="030F0702030302020204" pitchFamily="66" charset="0"/>
              </a:rPr>
              <a:t>	 </a:t>
            </a:r>
            <a:r>
              <a:rPr lang="en-US" altLang="en-US" sz="2000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n-US" altLang="en-US" sz="2000" dirty="0">
                <a:latin typeface="Comic Sans MS" panose="030F0702030302020204" pitchFamily="66" charset="0"/>
              </a:rPr>
              <a:t>W(n) = O(n</a:t>
            </a:r>
            <a:r>
              <a:rPr lang="en-US" altLang="en-US" sz="2000" baseline="30000" dirty="0">
                <a:latin typeface="Comic Sans MS" panose="030F0702030302020204" pitchFamily="66" charset="0"/>
              </a:rPr>
              <a:t>2</a:t>
            </a:r>
            <a:r>
              <a:rPr lang="en-US" altLang="en-US" sz="2000" dirty="0">
                <a:latin typeface="Comic Sans MS" panose="030F0702030302020204" pitchFamily="66" charset="0"/>
              </a:rPr>
              <a:t>)</a:t>
            </a:r>
          </a:p>
        </p:txBody>
      </p:sp>
      <p:graphicFrame>
        <p:nvGraphicFramePr>
          <p:cNvPr id="193542" name="Object 6">
            <a:extLst>
              <a:ext uri="{FF2B5EF4-FFF2-40B4-BE49-F238E27FC236}">
                <a16:creationId xmlns:a16="http://schemas.microsoft.com/office/drawing/2014/main" id="{1C34EE3E-D07C-4F90-B07C-974A016CA0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9625" y="5545138"/>
          <a:ext cx="6948488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219640" imgH="533160" progId="Equation.3">
                  <p:embed/>
                </p:oleObj>
              </mc:Choice>
              <mc:Fallback>
                <p:oleObj name="Equation" r:id="rId4" imgW="5219640" imgH="533160" progId="Equation.3">
                  <p:embed/>
                  <p:pic>
                    <p:nvPicPr>
                      <p:cNvPr id="193542" name="Object 6">
                        <a:extLst>
                          <a:ext uri="{FF2B5EF4-FFF2-40B4-BE49-F238E27FC236}">
                            <a16:creationId xmlns:a16="http://schemas.microsoft.com/office/drawing/2014/main" id="{1C34EE3E-D07C-4F90-B07C-974A016CA0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25" y="5545138"/>
                        <a:ext cx="6948488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F5BCB1-FEEF-45EE-AF2F-74FA24CD7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77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0C59F6-AA19-47DC-AF3D-9183F1665ABC}"/>
              </a:ext>
            </a:extLst>
          </p:cNvPr>
          <p:cNvSpPr txBox="1"/>
          <p:nvPr/>
        </p:nvSpPr>
        <p:spPr>
          <a:xfrm>
            <a:off x="10144125" y="4540806"/>
            <a:ext cx="66675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(n)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40" grpId="0" build="p"/>
      <p:bldP spid="193541" grpId="0" build="p"/>
      <p:bldP spid="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BB8BAF1-8A91-43D6-B9E1-37AEA6E02B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2239FEC-DFCC-4F5E-9234-FCB49A49E2DF}" type="slidenum">
              <a:rPr lang="en-US" altLang="en-US"/>
              <a:pPr/>
              <a:t>78</a:t>
            </a:fld>
            <a:endParaRPr lang="en-US" altLang="en-US"/>
          </a:p>
        </p:txBody>
      </p:sp>
      <p:pic>
        <p:nvPicPr>
          <p:cNvPr id="194562" name="Picture 2">
            <a:extLst>
              <a:ext uri="{FF2B5EF4-FFF2-40B4-BE49-F238E27FC236}">
                <a16:creationId xmlns:a16="http://schemas.microsoft.com/office/drawing/2014/main" id="{2150A40D-0F20-4978-8E22-9A88AEDA8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241426"/>
            <a:ext cx="8763000" cy="272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563" name="Rectangle 3">
            <a:extLst>
              <a:ext uri="{FF2B5EF4-FFF2-40B4-BE49-F238E27FC236}">
                <a16:creationId xmlns:a16="http://schemas.microsoft.com/office/drawing/2014/main" id="{A9F5CFFA-B68E-42F6-ADBB-D67586826B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Example 2</a:t>
            </a:r>
          </a:p>
        </p:txBody>
      </p:sp>
      <p:sp>
        <p:nvSpPr>
          <p:cNvPr id="194564" name="Rectangle 4">
            <a:extLst>
              <a:ext uri="{FF2B5EF4-FFF2-40B4-BE49-F238E27FC236}">
                <a16:creationId xmlns:a16="http://schemas.microsoft.com/office/drawing/2014/main" id="{542F35FA-97F2-488D-BCA2-2FADFF5AE57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74838" y="1214438"/>
            <a:ext cx="8335962" cy="614362"/>
          </a:xfrm>
        </p:spPr>
        <p:txBody>
          <a:bodyPr/>
          <a:lstStyle/>
          <a:p>
            <a:pPr marL="533400" indent="-533400">
              <a:buNone/>
            </a:pPr>
            <a:r>
              <a:rPr lang="en-US" altLang="en-US" sz="2400">
                <a:solidFill>
                  <a:srgbClr val="DD0111"/>
                </a:solidFill>
                <a:latin typeface="Monotype Corsiva" panose="03010101010201010101" pitchFamily="66" charset="0"/>
              </a:rPr>
              <a:t>E.g.:</a:t>
            </a:r>
            <a:r>
              <a:rPr lang="en-US" altLang="en-US" sz="2400"/>
              <a:t> </a:t>
            </a:r>
            <a:r>
              <a:rPr lang="en-US" altLang="en-US" sz="2400">
                <a:latin typeface="Comic Sans MS" panose="030F0702030302020204" pitchFamily="66" charset="0"/>
              </a:rPr>
              <a:t>T(n) = 3T(n/4) + cn</a:t>
            </a:r>
            <a:r>
              <a:rPr lang="en-US" altLang="en-US" sz="2400" baseline="30000"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194565" name="Rectangle 5">
            <a:extLst>
              <a:ext uri="{FF2B5EF4-FFF2-40B4-BE49-F238E27FC236}">
                <a16:creationId xmlns:a16="http://schemas.microsoft.com/office/drawing/2014/main" id="{FC414D29-AC98-4A37-BDC9-BD173BE9E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886200"/>
            <a:ext cx="861060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8382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spcBef>
                <a:spcPct val="20000"/>
              </a:spcBef>
              <a:buChar char="•"/>
              <a:defRPr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76400" indent="-3048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667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667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667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667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667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/>
              <a:t>Subproblem size at level i is: </a:t>
            </a:r>
            <a:r>
              <a:rPr lang="en-US" altLang="en-US" sz="2000">
                <a:latin typeface="Comic Sans MS" panose="030F0702030302020204" pitchFamily="66" charset="0"/>
              </a:rPr>
              <a:t>n/4</a:t>
            </a:r>
            <a:r>
              <a:rPr lang="en-US" altLang="en-US" sz="2000" baseline="30000">
                <a:latin typeface="Comic Sans MS" panose="030F0702030302020204" pitchFamily="66" charset="0"/>
              </a:rPr>
              <a:t>i</a:t>
            </a:r>
          </a:p>
          <a:p>
            <a:r>
              <a:rPr lang="en-US" altLang="en-US" sz="2000"/>
              <a:t>Subproblem size hits 1 when 1 = </a:t>
            </a:r>
            <a:r>
              <a:rPr lang="en-US" altLang="en-US" sz="2000">
                <a:latin typeface="Comic Sans MS" panose="030F0702030302020204" pitchFamily="66" charset="0"/>
              </a:rPr>
              <a:t>n/4</a:t>
            </a:r>
            <a:r>
              <a:rPr lang="en-US" altLang="en-US" sz="2000" baseline="30000">
                <a:latin typeface="Comic Sans MS" panose="030F0702030302020204" pitchFamily="66" charset="0"/>
              </a:rPr>
              <a:t>i </a:t>
            </a: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 i = log</a:t>
            </a:r>
            <a:r>
              <a:rPr lang="en-US" altLang="en-US" sz="2000" baseline="-25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</a:p>
          <a:p>
            <a:r>
              <a:rPr lang="en-US" altLang="en-US" sz="2000">
                <a:cs typeface="Arial" panose="020B0604020202020204" pitchFamily="34" charset="0"/>
                <a:sym typeface="Symbol" panose="05050102010706020507" pitchFamily="18" charset="2"/>
              </a:rPr>
              <a:t>Cost of a node at level i = c(</a:t>
            </a:r>
            <a:r>
              <a:rPr lang="en-US" altLang="en-US" sz="2000">
                <a:latin typeface="Comic Sans MS" panose="030F0702030302020204" pitchFamily="66" charset="0"/>
              </a:rPr>
              <a:t>n/4</a:t>
            </a:r>
            <a:r>
              <a:rPr lang="en-US" altLang="en-US" sz="2000" baseline="30000">
                <a:latin typeface="Comic Sans MS" panose="030F0702030302020204" pitchFamily="66" charset="0"/>
              </a:rPr>
              <a:t>i</a:t>
            </a:r>
            <a:r>
              <a:rPr lang="en-US" altLang="en-US" sz="2000">
                <a:latin typeface="Comic Sans MS" panose="030F0702030302020204" pitchFamily="66" charset="0"/>
              </a:rPr>
              <a:t>)</a:t>
            </a:r>
            <a:r>
              <a:rPr lang="en-US" altLang="en-US" sz="2000" baseline="30000">
                <a:latin typeface="Comic Sans MS" panose="030F0702030302020204" pitchFamily="66" charset="0"/>
              </a:rPr>
              <a:t>2</a:t>
            </a:r>
          </a:p>
          <a:p>
            <a:r>
              <a:rPr lang="en-US" altLang="en-US" sz="2000"/>
              <a:t>Number of nodes at level i = 3</a:t>
            </a:r>
            <a:r>
              <a:rPr lang="en-US" altLang="en-US" sz="2000" baseline="30000"/>
              <a:t>i</a:t>
            </a:r>
            <a:r>
              <a:rPr lang="en-US" altLang="en-US" sz="2000"/>
              <a:t> </a:t>
            </a: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n-US" altLang="en-US" sz="2000">
                <a:cs typeface="Arial" panose="020B0604020202020204" pitchFamily="34" charset="0"/>
                <a:sym typeface="Symbol" panose="05050102010706020507" pitchFamily="18" charset="2"/>
              </a:rPr>
              <a:t>last level has</a:t>
            </a: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3</a:t>
            </a:r>
            <a:r>
              <a:rPr lang="en-US" altLang="en-US" sz="2000" baseline="30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log</a:t>
            </a:r>
            <a:r>
              <a:rPr lang="en-US" altLang="en-US" sz="2000" baseline="-25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n-US" altLang="en-US" sz="2000" baseline="30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n </a:t>
            </a: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= n</a:t>
            </a:r>
            <a:r>
              <a:rPr lang="en-US" altLang="en-US" sz="2000" baseline="30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log</a:t>
            </a:r>
            <a:r>
              <a:rPr lang="en-US" altLang="en-US" sz="2000" baseline="-25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n-US" altLang="en-US" sz="2000" baseline="30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000">
                <a:cs typeface="Arial" panose="020B0604020202020204" pitchFamily="34" charset="0"/>
                <a:sym typeface="Symbol" panose="05050102010706020507" pitchFamily="18" charset="2"/>
              </a:rPr>
              <a:t>nodes</a:t>
            </a:r>
            <a:endParaRPr lang="en-US" altLang="en-US" sz="2000"/>
          </a:p>
          <a:p>
            <a:r>
              <a:rPr lang="en-US" altLang="en-US" sz="2000"/>
              <a:t>Total cost: </a:t>
            </a:r>
          </a:p>
          <a:p>
            <a:endParaRPr lang="en-US" altLang="en-US" sz="2000"/>
          </a:p>
          <a:p>
            <a:endParaRPr lang="en-US" altLang="en-US" sz="2000"/>
          </a:p>
          <a:p>
            <a:pPr>
              <a:buFontTx/>
              <a:buNone/>
            </a:pPr>
            <a:r>
              <a:rPr lang="en-US" altLang="en-US" sz="2000">
                <a:latin typeface="Comic Sans MS" panose="030F0702030302020204" pitchFamily="66" charset="0"/>
              </a:rPr>
              <a:t>	 </a:t>
            </a: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n-US" altLang="en-US" sz="2000">
                <a:latin typeface="Comic Sans MS" panose="030F0702030302020204" pitchFamily="66" charset="0"/>
              </a:rPr>
              <a:t>T(n) = O(n</a:t>
            </a:r>
            <a:r>
              <a:rPr lang="en-US" altLang="en-US" sz="2000" baseline="30000">
                <a:latin typeface="Comic Sans MS" panose="030F0702030302020204" pitchFamily="66" charset="0"/>
              </a:rPr>
              <a:t>2</a:t>
            </a:r>
            <a:r>
              <a:rPr lang="en-US" altLang="en-US" sz="2000">
                <a:latin typeface="Comic Sans MS" panose="030F0702030302020204" pitchFamily="66" charset="0"/>
              </a:rPr>
              <a:t>)</a:t>
            </a:r>
          </a:p>
        </p:txBody>
      </p:sp>
      <p:graphicFrame>
        <p:nvGraphicFramePr>
          <p:cNvPr id="194566" name="Object 6">
            <a:extLst>
              <a:ext uri="{FF2B5EF4-FFF2-40B4-BE49-F238E27FC236}">
                <a16:creationId xmlns:a16="http://schemas.microsoft.com/office/drawing/2014/main" id="{9FE61EA7-E50F-4189-86D4-19BF0009D41D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362200" y="5727701"/>
          <a:ext cx="7620000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410080" imgH="634680" progId="Equation.3">
                  <p:embed/>
                </p:oleObj>
              </mc:Choice>
              <mc:Fallback>
                <p:oleObj name="Equation" r:id="rId3" imgW="5410080" imgH="634680" progId="Equation.3">
                  <p:embed/>
                  <p:pic>
                    <p:nvPicPr>
                      <p:cNvPr id="194566" name="Object 6">
                        <a:extLst>
                          <a:ext uri="{FF2B5EF4-FFF2-40B4-BE49-F238E27FC236}">
                            <a16:creationId xmlns:a16="http://schemas.microsoft.com/office/drawing/2014/main" id="{9FE61EA7-E50F-4189-86D4-19BF0009D4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727701"/>
                        <a:ext cx="7620000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4" grpId="0" build="p"/>
      <p:bldP spid="194565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>
            <a:extLst>
              <a:ext uri="{FF2B5EF4-FFF2-40B4-BE49-F238E27FC236}">
                <a16:creationId xmlns:a16="http://schemas.microsoft.com/office/drawing/2014/main" id="{1836896F-38AE-493F-A7A5-CC56E357AA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8175" y="148431"/>
            <a:ext cx="10515600" cy="1325563"/>
          </a:xfrm>
        </p:spPr>
        <p:txBody>
          <a:bodyPr/>
          <a:lstStyle/>
          <a:p>
            <a:r>
              <a:rPr lang="en-US" altLang="en-US" b="1" dirty="0"/>
              <a:t>Example 2 - Substitution</a:t>
            </a:r>
          </a:p>
        </p:txBody>
      </p:sp>
      <p:sp>
        <p:nvSpPr>
          <p:cNvPr id="195587" name="Rectangle 3">
            <a:extLst>
              <a:ext uri="{FF2B5EF4-FFF2-40B4-BE49-F238E27FC236}">
                <a16:creationId xmlns:a16="http://schemas.microsoft.com/office/drawing/2014/main" id="{D13DCEC1-25E5-443E-BC42-E7FBC1E467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74838" y="1165225"/>
            <a:ext cx="8229600" cy="5202238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000">
                <a:latin typeface="Comic Sans MS" panose="030F0702030302020204" pitchFamily="66" charset="0"/>
              </a:rPr>
              <a:t>				T(n) = 3T(n/4) + cn</a:t>
            </a:r>
            <a:r>
              <a:rPr lang="en-US" altLang="en-US" sz="2000" baseline="30000">
                <a:latin typeface="Comic Sans MS" panose="030F0702030302020204" pitchFamily="66" charset="0"/>
              </a:rPr>
              <a:t>2</a:t>
            </a:r>
          </a:p>
          <a:p>
            <a:pPr>
              <a:lnSpc>
                <a:spcPct val="130000"/>
              </a:lnSpc>
            </a:pPr>
            <a:r>
              <a:rPr lang="en-US" altLang="en-US" sz="2000"/>
              <a:t>Guess: </a:t>
            </a:r>
            <a:r>
              <a:rPr lang="en-US" altLang="en-US" sz="2000">
                <a:latin typeface="Comic Sans MS" panose="030F0702030302020204" pitchFamily="66" charset="0"/>
              </a:rPr>
              <a:t>T(n) = O(n</a:t>
            </a:r>
            <a:r>
              <a:rPr lang="en-US" altLang="en-US" sz="2000" baseline="30000">
                <a:latin typeface="Comic Sans MS" panose="030F0702030302020204" pitchFamily="66" charset="0"/>
              </a:rPr>
              <a:t>2</a:t>
            </a:r>
            <a:r>
              <a:rPr lang="en-US" altLang="en-US" sz="2000">
                <a:latin typeface="Comic Sans MS" panose="030F0702030302020204" pitchFamily="66" charset="0"/>
              </a:rPr>
              <a:t>)</a:t>
            </a:r>
          </a:p>
          <a:p>
            <a:pPr lvl="1">
              <a:lnSpc>
                <a:spcPct val="130000"/>
              </a:lnSpc>
            </a:pPr>
            <a:r>
              <a:rPr lang="en-US" altLang="en-US" sz="1800"/>
              <a:t>Induction goal: </a:t>
            </a:r>
            <a:r>
              <a:rPr lang="en-US" altLang="en-US" sz="1800">
                <a:latin typeface="Comic Sans MS" panose="030F0702030302020204" pitchFamily="66" charset="0"/>
              </a:rPr>
              <a:t>T(n) </a:t>
            </a:r>
            <a:r>
              <a:rPr lang="en-US" altLang="en-US" sz="1800"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 sz="1800">
                <a:latin typeface="Comic Sans MS" panose="030F0702030302020204" pitchFamily="66" charset="0"/>
              </a:rPr>
              <a:t>dn</a:t>
            </a:r>
            <a:r>
              <a:rPr lang="en-US" altLang="en-US" sz="1800" baseline="30000">
                <a:latin typeface="Comic Sans MS" panose="030F0702030302020204" pitchFamily="66" charset="0"/>
              </a:rPr>
              <a:t>2</a:t>
            </a:r>
            <a:r>
              <a:rPr lang="en-US" altLang="en-US" sz="1800"/>
              <a:t>, for some </a:t>
            </a:r>
            <a:r>
              <a:rPr lang="en-US" altLang="en-US" sz="1800">
                <a:latin typeface="Comic Sans MS" panose="030F0702030302020204" pitchFamily="66" charset="0"/>
              </a:rPr>
              <a:t>d</a:t>
            </a:r>
            <a:r>
              <a:rPr lang="en-US" altLang="en-US" sz="1800"/>
              <a:t> and </a:t>
            </a:r>
            <a:r>
              <a:rPr lang="en-US" altLang="en-US" sz="1800">
                <a:latin typeface="Comic Sans MS" panose="030F0702030302020204" pitchFamily="66" charset="0"/>
              </a:rPr>
              <a:t>n </a:t>
            </a:r>
            <a:r>
              <a:rPr lang="en-US" altLang="en-US" sz="1800">
                <a:latin typeface="Comic Sans MS" panose="030F0702030302020204" pitchFamily="66" charset="0"/>
                <a:cs typeface="Arial" panose="020B0604020202020204" pitchFamily="34" charset="0"/>
              </a:rPr>
              <a:t>≥ n</a:t>
            </a:r>
            <a:r>
              <a:rPr lang="en-US" altLang="en-US" sz="1800" baseline="-25000">
                <a:latin typeface="Comic Sans MS" panose="030F0702030302020204" pitchFamily="66" charset="0"/>
                <a:cs typeface="Arial" panose="020B0604020202020204" pitchFamily="34" charset="0"/>
              </a:rPr>
              <a:t>0</a:t>
            </a:r>
            <a:endParaRPr lang="en-US" altLang="en-US" sz="1800"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 lvl="1">
              <a:lnSpc>
                <a:spcPct val="130000"/>
              </a:lnSpc>
            </a:pPr>
            <a:r>
              <a:rPr lang="en-US" altLang="en-US" sz="1800">
                <a:cs typeface="Arial" panose="020B0604020202020204" pitchFamily="34" charset="0"/>
              </a:rPr>
              <a:t>Induction</a:t>
            </a:r>
            <a:r>
              <a:rPr lang="en-US" altLang="en-US" sz="1800"/>
              <a:t> hypothesis: </a:t>
            </a:r>
            <a:r>
              <a:rPr lang="en-US" altLang="en-US" sz="1800">
                <a:latin typeface="Comic Sans MS" panose="030F0702030302020204" pitchFamily="66" charset="0"/>
              </a:rPr>
              <a:t>T(n/4) </a:t>
            </a:r>
            <a:r>
              <a:rPr lang="en-US" altLang="en-US" sz="1800"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 sz="1800">
                <a:latin typeface="Comic Sans MS" panose="030F0702030302020204" pitchFamily="66" charset="0"/>
              </a:rPr>
              <a:t>d (n/4)</a:t>
            </a:r>
            <a:r>
              <a:rPr lang="en-US" altLang="en-US" sz="1800" baseline="30000">
                <a:latin typeface="Comic Sans MS" panose="030F0702030302020204" pitchFamily="66" charset="0"/>
              </a:rPr>
              <a:t>2</a:t>
            </a:r>
            <a:endParaRPr lang="en-US" altLang="en-US" sz="1800">
              <a:latin typeface="Comic Sans MS" panose="030F0702030302020204" pitchFamily="66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2000"/>
              <a:t>Proof of induction goal:</a:t>
            </a: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en-US" sz="2000"/>
              <a:t>	</a:t>
            </a:r>
            <a:r>
              <a:rPr lang="en-US" altLang="en-US" sz="2000">
                <a:latin typeface="Comic Sans MS" panose="030F0702030302020204" pitchFamily="66" charset="0"/>
              </a:rPr>
              <a:t>T(n) = 3T(n/4) + cn</a:t>
            </a:r>
            <a:r>
              <a:rPr lang="en-US" altLang="en-US" sz="2000" baseline="30000">
                <a:latin typeface="Comic Sans MS" panose="030F0702030302020204" pitchFamily="66" charset="0"/>
              </a:rPr>
              <a:t>2</a:t>
            </a:r>
            <a:r>
              <a:rPr lang="en-US" altLang="en-US" sz="2000">
                <a:latin typeface="Comic Sans MS" panose="030F0702030302020204" pitchFamily="66" charset="0"/>
              </a:rPr>
              <a:t> </a:t>
            </a: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</a:rPr>
              <a:t>		 ≤ 3d </a:t>
            </a:r>
            <a:r>
              <a:rPr lang="en-US" altLang="en-US" sz="2000">
                <a:latin typeface="Comic Sans MS" panose="030F0702030302020204" pitchFamily="66" charset="0"/>
              </a:rPr>
              <a:t>(n/4)</a:t>
            </a:r>
            <a:r>
              <a:rPr lang="en-US" altLang="en-US" sz="2000" baseline="30000">
                <a:latin typeface="Comic Sans MS" panose="030F0702030302020204" pitchFamily="66" charset="0"/>
              </a:rPr>
              <a:t>2</a:t>
            </a:r>
            <a:r>
              <a:rPr lang="en-US" altLang="en-US" sz="2000">
                <a:latin typeface="Comic Sans MS" panose="030F0702030302020204" pitchFamily="66" charset="0"/>
              </a:rPr>
              <a:t> + cn</a:t>
            </a:r>
            <a:r>
              <a:rPr lang="en-US" altLang="en-US" sz="2000" baseline="30000">
                <a:latin typeface="Comic Sans MS" panose="030F0702030302020204" pitchFamily="66" charset="0"/>
              </a:rPr>
              <a:t>2</a:t>
            </a:r>
            <a:r>
              <a:rPr lang="en-US" altLang="en-US" sz="2000">
                <a:latin typeface="Comic Sans MS" panose="030F0702030302020204" pitchFamily="66" charset="0"/>
              </a:rPr>
              <a:t> </a:t>
            </a: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en-US" sz="2000">
                <a:latin typeface="Comic Sans MS" panose="030F0702030302020204" pitchFamily="66" charset="0"/>
              </a:rPr>
              <a:t>		 = (3/16) d n</a:t>
            </a:r>
            <a:r>
              <a:rPr lang="en-US" altLang="en-US" sz="2000" baseline="30000">
                <a:latin typeface="Comic Sans MS" panose="030F0702030302020204" pitchFamily="66" charset="0"/>
              </a:rPr>
              <a:t>2 </a:t>
            </a:r>
            <a:r>
              <a:rPr lang="en-US" altLang="en-US" sz="2000">
                <a:latin typeface="Comic Sans MS" panose="030F0702030302020204" pitchFamily="66" charset="0"/>
              </a:rPr>
              <a:t>+ cn</a:t>
            </a:r>
            <a:r>
              <a:rPr lang="en-US" altLang="en-US" sz="2000" baseline="30000">
                <a:latin typeface="Comic Sans MS" panose="030F0702030302020204" pitchFamily="66" charset="0"/>
              </a:rPr>
              <a:t>2</a:t>
            </a:r>
            <a:r>
              <a:rPr lang="en-US" altLang="en-US" sz="2000">
                <a:latin typeface="Comic Sans MS" panose="030F0702030302020204" pitchFamily="66" charset="0"/>
              </a:rPr>
              <a:t> </a:t>
            </a: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</a:rPr>
              <a:t>		 ≤ d n</a:t>
            </a:r>
            <a:r>
              <a:rPr lang="en-US" altLang="en-US" sz="2000" baseline="30000">
                <a:latin typeface="Comic Sans MS" panose="030F0702030302020204" pitchFamily="66" charset="0"/>
                <a:cs typeface="Arial" panose="020B0604020202020204" pitchFamily="34" charset="0"/>
              </a:rPr>
              <a:t>2 		 </a:t>
            </a:r>
            <a:r>
              <a:rPr lang="en-US" altLang="en-US" sz="2000">
                <a:cs typeface="Arial" panose="020B0604020202020204" pitchFamily="34" charset="0"/>
              </a:rPr>
              <a:t>if: </a:t>
            </a: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</a:rPr>
              <a:t>d ≥ (16/13)c</a:t>
            </a:r>
            <a:endParaRPr lang="en-US" altLang="en-US" sz="2000" baseline="30000"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  <a:buFontTx/>
              <a:buNone/>
            </a:pPr>
            <a:endParaRPr lang="en-US" altLang="en-US" sz="2000"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en-US" sz="2000">
                <a:cs typeface="Arial" panose="020B0604020202020204" pitchFamily="34" charset="0"/>
                <a:sym typeface="Symbol" panose="05050102010706020507" pitchFamily="18" charset="2"/>
              </a:rPr>
              <a:t>Therefore: </a:t>
            </a: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T(n) = O(n</a:t>
            </a:r>
            <a:r>
              <a:rPr lang="en-US" altLang="en-US" sz="2000" baseline="30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D81D46-5BCC-446F-A064-0DC334C1D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79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9B0B7BDF-BF38-4B39-A6F2-8DD04ED1F8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16867B-C220-4C5B-9C37-B85165C81730}" type="slidenum">
              <a:rPr lang="en-US" altLang="en-US"/>
              <a:pPr/>
              <a:t>80</a:t>
            </a:fld>
            <a:endParaRPr lang="en-US" altLang="en-US"/>
          </a:p>
        </p:txBody>
      </p:sp>
      <p:sp>
        <p:nvSpPr>
          <p:cNvPr id="239618" name="Rectangle 2">
            <a:extLst>
              <a:ext uri="{FF2B5EF4-FFF2-40B4-BE49-F238E27FC236}">
                <a16:creationId xmlns:a16="http://schemas.microsoft.com/office/drawing/2014/main" id="{7B75890D-1043-459C-86F3-804794354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6400800"/>
            <a:ext cx="5105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9619" name="Rectangle 3">
            <a:extLst>
              <a:ext uri="{FF2B5EF4-FFF2-40B4-BE49-F238E27FC236}">
                <a16:creationId xmlns:a16="http://schemas.microsoft.com/office/drawing/2014/main" id="{EF6D15FE-BF54-4ED8-9CD9-5E65894B72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Example 3 (simpler proof)</a:t>
            </a:r>
          </a:p>
        </p:txBody>
      </p:sp>
      <p:sp>
        <p:nvSpPr>
          <p:cNvPr id="239620" name="Rectangle 4">
            <a:extLst>
              <a:ext uri="{FF2B5EF4-FFF2-40B4-BE49-F238E27FC236}">
                <a16:creationId xmlns:a16="http://schemas.microsoft.com/office/drawing/2014/main" id="{0B53395C-3E34-4203-82E4-A7E5A127366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74838" y="1214439"/>
            <a:ext cx="4602162" cy="5076825"/>
          </a:xfrm>
        </p:spPr>
        <p:txBody>
          <a:bodyPr/>
          <a:lstStyle/>
          <a:p>
            <a:pPr marL="533400" indent="-533400">
              <a:buNone/>
            </a:pPr>
            <a:r>
              <a:rPr lang="en-US" altLang="en-US" sz="2400">
                <a:latin typeface="Comic Sans MS" panose="030F0702030302020204" pitchFamily="66" charset="0"/>
              </a:rPr>
              <a:t>W(n) = W(n/3) + W(2n/3) + n</a:t>
            </a:r>
          </a:p>
        </p:txBody>
      </p:sp>
      <p:graphicFrame>
        <p:nvGraphicFramePr>
          <p:cNvPr id="239621" name="Object 5">
            <a:extLst>
              <a:ext uri="{FF2B5EF4-FFF2-40B4-BE49-F238E27FC236}">
                <a16:creationId xmlns:a16="http://schemas.microsoft.com/office/drawing/2014/main" id="{0F58C66B-B3FF-47DE-A252-6129D90E6C35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6400801" y="1219200"/>
          <a:ext cx="3724275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2" imgW="5648780" imgH="6126829" progId="PaintShopPro">
                  <p:embed/>
                </p:oleObj>
              </mc:Choice>
              <mc:Fallback>
                <p:oleObj name="Paint Shop Pro Image" r:id="rId2" imgW="5648780" imgH="6126829" progId="PaintShopPro">
                  <p:embed/>
                  <p:pic>
                    <p:nvPicPr>
                      <p:cNvPr id="239621" name="Object 5">
                        <a:extLst>
                          <a:ext uri="{FF2B5EF4-FFF2-40B4-BE49-F238E27FC236}">
                            <a16:creationId xmlns:a16="http://schemas.microsoft.com/office/drawing/2014/main" id="{0F58C66B-B3FF-47DE-A252-6129D90E6C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1" y="1219200"/>
                        <a:ext cx="3724275" cy="403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622" name="Rectangle 6">
            <a:extLst>
              <a:ext uri="{FF2B5EF4-FFF2-40B4-BE49-F238E27FC236}">
                <a16:creationId xmlns:a16="http://schemas.microsoft.com/office/drawing/2014/main" id="{EFC4838F-8E91-44EE-AB1B-2416C326B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828800"/>
            <a:ext cx="44958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8382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spcBef>
                <a:spcPct val="20000"/>
              </a:spcBef>
              <a:buChar char="•"/>
              <a:defRPr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76400" indent="-3048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667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667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667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667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667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000"/>
              <a:t>The longest path from the root to a leaf is:                  		        </a:t>
            </a:r>
            <a:r>
              <a:rPr lang="en-US" altLang="en-US" sz="2000">
                <a:latin typeface="Comic Sans MS" panose="030F0702030302020204" pitchFamily="66" charset="0"/>
              </a:rPr>
              <a:t>n </a:t>
            </a:r>
            <a:r>
              <a:rPr lang="en-US" altLang="en-US" sz="2000">
                <a:latin typeface="Comic Sans MS" panose="030F0702030302020204" pitchFamily="66" charset="0"/>
                <a:sym typeface="Symbol" panose="05050102010706020507" pitchFamily="18" charset="2"/>
              </a:rPr>
              <a:t> (2/3)n  (2/3)</a:t>
            </a:r>
            <a:r>
              <a:rPr lang="en-US" altLang="en-US" sz="2000" baseline="30000">
                <a:latin typeface="Comic Sans MS" panose="030F0702030302020204" pitchFamily="66" charset="0"/>
                <a:sym typeface="Symbol" panose="05050102010706020507" pitchFamily="18" charset="2"/>
              </a:rPr>
              <a:t>2</a:t>
            </a:r>
            <a:r>
              <a:rPr lang="en-US" altLang="en-US" sz="2000">
                <a:latin typeface="Comic Sans MS" panose="030F0702030302020204" pitchFamily="66" charset="0"/>
                <a:sym typeface="Symbol" panose="05050102010706020507" pitchFamily="18" charset="2"/>
              </a:rPr>
              <a:t> n  …  1</a:t>
            </a:r>
            <a:endParaRPr lang="en-US" altLang="en-US" sz="2000" baseline="30000"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en-US" sz="2000"/>
              <a:t>Subproblem size hits 1 when       1 = </a:t>
            </a:r>
            <a:r>
              <a:rPr lang="en-US" altLang="en-US" sz="2000">
                <a:latin typeface="Comic Sans MS" panose="030F0702030302020204" pitchFamily="66" charset="0"/>
              </a:rPr>
              <a:t>(2/3)</a:t>
            </a:r>
            <a:r>
              <a:rPr lang="en-US" altLang="en-US" sz="2000" baseline="30000">
                <a:latin typeface="Comic Sans MS" panose="030F0702030302020204" pitchFamily="66" charset="0"/>
              </a:rPr>
              <a:t>i</a:t>
            </a:r>
            <a:r>
              <a:rPr lang="en-US" altLang="en-US" sz="2000">
                <a:latin typeface="Comic Sans MS" panose="030F0702030302020204" pitchFamily="66" charset="0"/>
              </a:rPr>
              <a:t>n </a:t>
            </a:r>
            <a:r>
              <a:rPr lang="en-US" altLang="en-US" sz="2000">
                <a:latin typeface="Comic Sans MS" panose="030F0702030302020204" pitchFamily="66" charset="0"/>
                <a:sym typeface="Symbol" panose="05050102010706020507" pitchFamily="18" charset="2"/>
              </a:rPr>
              <a:t> i=log</a:t>
            </a:r>
            <a:r>
              <a:rPr lang="en-US" altLang="en-US" sz="2000" baseline="-25000">
                <a:latin typeface="Comic Sans MS" panose="030F0702030302020204" pitchFamily="66" charset="0"/>
                <a:sym typeface="Symbol" panose="05050102010706020507" pitchFamily="18" charset="2"/>
              </a:rPr>
              <a:t>3/2</a:t>
            </a:r>
            <a:r>
              <a:rPr lang="en-US" altLang="en-US" sz="2000">
                <a:latin typeface="Comic Sans MS" panose="030F0702030302020204" pitchFamily="66" charset="0"/>
                <a:sym typeface="Symbol" panose="05050102010706020507" pitchFamily="18" charset="2"/>
              </a:rPr>
              <a:t>n</a:t>
            </a:r>
            <a:endParaRPr lang="en-US" altLang="en-US" sz="2000">
              <a:latin typeface="Comic Sans MS" panose="030F0702030302020204" pitchFamily="66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en-US" sz="2000">
                <a:cs typeface="Arial" panose="020B0604020202020204" pitchFamily="34" charset="0"/>
                <a:sym typeface="Symbol" panose="05050102010706020507" pitchFamily="18" charset="2"/>
              </a:rPr>
              <a:t>Cost of the problem at level i = </a:t>
            </a:r>
            <a:r>
              <a:rPr lang="en-US" altLang="en-US" sz="2000">
                <a:latin typeface="Comic Sans MS" panose="030F0702030302020204" pitchFamily="66" charset="0"/>
              </a:rPr>
              <a:t>n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Total cost:</a:t>
            </a:r>
          </a:p>
          <a:p>
            <a:endParaRPr lang="en-US" altLang="en-US" sz="2000"/>
          </a:p>
          <a:p>
            <a:endParaRPr lang="en-US" altLang="en-US" sz="2000"/>
          </a:p>
          <a:p>
            <a:pPr>
              <a:buFontTx/>
              <a:buNone/>
            </a:pPr>
            <a:endParaRPr lang="en-US" altLang="en-US" sz="2000">
              <a:latin typeface="Comic Sans MS" panose="030F0702030302020204" pitchFamily="66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		 </a:t>
            </a:r>
            <a:r>
              <a:rPr lang="en-US" altLang="en-US" sz="2000">
                <a:latin typeface="Comic Sans MS" panose="030F0702030302020204" pitchFamily="66" charset="0"/>
              </a:rPr>
              <a:t>W(n) = O(nlgn)</a:t>
            </a:r>
          </a:p>
        </p:txBody>
      </p:sp>
      <p:graphicFrame>
        <p:nvGraphicFramePr>
          <p:cNvPr id="239623" name="Object 7">
            <a:extLst>
              <a:ext uri="{FF2B5EF4-FFF2-40B4-BE49-F238E27FC236}">
                <a16:creationId xmlns:a16="http://schemas.microsoft.com/office/drawing/2014/main" id="{1AD63D4E-86C7-4646-B008-3BA93FE71480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3024188" y="5359401"/>
          <a:ext cx="54356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22560" imgH="583920" progId="Equation.DSMT4">
                  <p:embed/>
                </p:oleObj>
              </mc:Choice>
              <mc:Fallback>
                <p:oleObj name="Equation" r:id="rId4" imgW="3022560" imgH="583920" progId="Equation.DSMT4">
                  <p:embed/>
                  <p:pic>
                    <p:nvPicPr>
                      <p:cNvPr id="239623" name="Object 7">
                        <a:extLst>
                          <a:ext uri="{FF2B5EF4-FFF2-40B4-BE49-F238E27FC236}">
                            <a16:creationId xmlns:a16="http://schemas.microsoft.com/office/drawing/2014/main" id="{1AD63D4E-86C7-4646-B008-3BA93FE714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188" y="5359401"/>
                        <a:ext cx="54356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20" grpId="0" build="p"/>
      <p:bldP spid="239622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0CE8EF65-203F-49E1-A1CD-68BD7FC299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608333-8442-4DDE-BC40-7A0FB6A12A2A}" type="slidenum">
              <a:rPr lang="en-US" altLang="en-US"/>
              <a:pPr/>
              <a:t>81</a:t>
            </a:fld>
            <a:endParaRPr lang="en-US" altLang="en-US"/>
          </a:p>
        </p:txBody>
      </p:sp>
      <p:sp>
        <p:nvSpPr>
          <p:cNvPr id="198658" name="Rectangle 2">
            <a:extLst>
              <a:ext uri="{FF2B5EF4-FFF2-40B4-BE49-F238E27FC236}">
                <a16:creationId xmlns:a16="http://schemas.microsoft.com/office/drawing/2014/main" id="{3E4E58FE-53BC-4839-80E2-8579DAB3A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6400800"/>
            <a:ext cx="5105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8659" name="Rectangle 3">
            <a:extLst>
              <a:ext uri="{FF2B5EF4-FFF2-40B4-BE49-F238E27FC236}">
                <a16:creationId xmlns:a16="http://schemas.microsoft.com/office/drawing/2014/main" id="{7DC4241D-8AE5-43CE-AF66-59D6261089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Example 3</a:t>
            </a:r>
          </a:p>
        </p:txBody>
      </p:sp>
      <p:sp>
        <p:nvSpPr>
          <p:cNvPr id="198660" name="Rectangle 4">
            <a:extLst>
              <a:ext uri="{FF2B5EF4-FFF2-40B4-BE49-F238E27FC236}">
                <a16:creationId xmlns:a16="http://schemas.microsoft.com/office/drawing/2014/main" id="{25B7C792-A34D-453A-AA48-B1BD8A6EB28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74838" y="1214439"/>
            <a:ext cx="4602162" cy="5076825"/>
          </a:xfrm>
        </p:spPr>
        <p:txBody>
          <a:bodyPr/>
          <a:lstStyle/>
          <a:p>
            <a:pPr marL="533400" indent="-533400">
              <a:buNone/>
            </a:pPr>
            <a:r>
              <a:rPr lang="en-US" altLang="en-US" sz="2400">
                <a:latin typeface="Comic Sans MS" panose="030F0702030302020204" pitchFamily="66" charset="0"/>
              </a:rPr>
              <a:t>W(n) = W(n/3) + W(2n/3) + n</a:t>
            </a:r>
          </a:p>
        </p:txBody>
      </p:sp>
      <p:graphicFrame>
        <p:nvGraphicFramePr>
          <p:cNvPr id="198661" name="Object 5">
            <a:extLst>
              <a:ext uri="{FF2B5EF4-FFF2-40B4-BE49-F238E27FC236}">
                <a16:creationId xmlns:a16="http://schemas.microsoft.com/office/drawing/2014/main" id="{81AD82DB-3EBB-4238-A944-311AA0756D34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6400801" y="1219200"/>
          <a:ext cx="3724275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2" imgW="5648780" imgH="6126829" progId="PaintShopPro">
                  <p:embed/>
                </p:oleObj>
              </mc:Choice>
              <mc:Fallback>
                <p:oleObj name="Paint Shop Pro Image" r:id="rId2" imgW="5648780" imgH="6126829" progId="PaintShopPro">
                  <p:embed/>
                  <p:pic>
                    <p:nvPicPr>
                      <p:cNvPr id="198661" name="Object 5">
                        <a:extLst>
                          <a:ext uri="{FF2B5EF4-FFF2-40B4-BE49-F238E27FC236}">
                            <a16:creationId xmlns:a16="http://schemas.microsoft.com/office/drawing/2014/main" id="{81AD82DB-3EBB-4238-A944-311AA0756D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1" y="1219200"/>
                        <a:ext cx="3724275" cy="403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8662" name="Rectangle 6">
            <a:extLst>
              <a:ext uri="{FF2B5EF4-FFF2-40B4-BE49-F238E27FC236}">
                <a16:creationId xmlns:a16="http://schemas.microsoft.com/office/drawing/2014/main" id="{1149470A-4EBB-43F5-B156-60DEF763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828800"/>
            <a:ext cx="44958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har char="•"/>
              <a:defRPr sz="24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8382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spcBef>
                <a:spcPct val="20000"/>
              </a:spcBef>
              <a:buChar char="•"/>
              <a:defRPr>
                <a:solidFill>
                  <a:schemeClr val="accent2"/>
                </a:solidFill>
                <a:latin typeface="Arial" panose="020B0604020202020204" pitchFamily="34" charset="0"/>
              </a:defRPr>
            </a:lvl3pPr>
            <a:lvl4pPr marL="1676400" indent="-3048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5500" indent="-2667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2700" indent="-2667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9900" indent="-2667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7100" indent="-2667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24300" indent="-2667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en-US" sz="2000"/>
              <a:t>The longest path from the root to a leaf is:                  		        </a:t>
            </a:r>
            <a:r>
              <a:rPr lang="en-US" altLang="en-US" sz="2000">
                <a:latin typeface="Comic Sans MS" panose="030F0702030302020204" pitchFamily="66" charset="0"/>
              </a:rPr>
              <a:t>n </a:t>
            </a:r>
            <a:r>
              <a:rPr lang="en-US" altLang="en-US" sz="2000">
                <a:latin typeface="Comic Sans MS" panose="030F0702030302020204" pitchFamily="66" charset="0"/>
                <a:sym typeface="Symbol" panose="05050102010706020507" pitchFamily="18" charset="2"/>
              </a:rPr>
              <a:t> (2/3)n  (2/3)</a:t>
            </a:r>
            <a:r>
              <a:rPr lang="en-US" altLang="en-US" sz="2000" baseline="30000">
                <a:latin typeface="Comic Sans MS" panose="030F0702030302020204" pitchFamily="66" charset="0"/>
                <a:sym typeface="Symbol" panose="05050102010706020507" pitchFamily="18" charset="2"/>
              </a:rPr>
              <a:t>2</a:t>
            </a:r>
            <a:r>
              <a:rPr lang="en-US" altLang="en-US" sz="2000">
                <a:latin typeface="Comic Sans MS" panose="030F0702030302020204" pitchFamily="66" charset="0"/>
                <a:sym typeface="Symbol" panose="05050102010706020507" pitchFamily="18" charset="2"/>
              </a:rPr>
              <a:t> n  …  1</a:t>
            </a:r>
            <a:endParaRPr lang="en-US" altLang="en-US" sz="2000" baseline="30000"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en-US" sz="2000"/>
              <a:t>Subproblem size hits 1 when       1 = </a:t>
            </a:r>
            <a:r>
              <a:rPr lang="en-US" altLang="en-US" sz="2000">
                <a:latin typeface="Comic Sans MS" panose="030F0702030302020204" pitchFamily="66" charset="0"/>
              </a:rPr>
              <a:t>(2/3)</a:t>
            </a:r>
            <a:r>
              <a:rPr lang="en-US" altLang="en-US" sz="2000" baseline="30000">
                <a:latin typeface="Comic Sans MS" panose="030F0702030302020204" pitchFamily="66" charset="0"/>
              </a:rPr>
              <a:t>i</a:t>
            </a:r>
            <a:r>
              <a:rPr lang="en-US" altLang="en-US" sz="2000">
                <a:latin typeface="Comic Sans MS" panose="030F0702030302020204" pitchFamily="66" charset="0"/>
              </a:rPr>
              <a:t>n </a:t>
            </a:r>
            <a:r>
              <a:rPr lang="en-US" altLang="en-US" sz="2000">
                <a:latin typeface="Comic Sans MS" panose="030F0702030302020204" pitchFamily="66" charset="0"/>
                <a:sym typeface="Symbol" panose="05050102010706020507" pitchFamily="18" charset="2"/>
              </a:rPr>
              <a:t> i=log</a:t>
            </a:r>
            <a:r>
              <a:rPr lang="en-US" altLang="en-US" sz="2000" baseline="-25000">
                <a:latin typeface="Comic Sans MS" panose="030F0702030302020204" pitchFamily="66" charset="0"/>
                <a:sym typeface="Symbol" panose="05050102010706020507" pitchFamily="18" charset="2"/>
              </a:rPr>
              <a:t>3/2</a:t>
            </a:r>
            <a:r>
              <a:rPr lang="en-US" altLang="en-US" sz="2000">
                <a:latin typeface="Comic Sans MS" panose="030F0702030302020204" pitchFamily="66" charset="0"/>
                <a:sym typeface="Symbol" panose="05050102010706020507" pitchFamily="18" charset="2"/>
              </a:rPr>
              <a:t>n</a:t>
            </a:r>
            <a:endParaRPr lang="en-US" altLang="en-US" sz="2000">
              <a:latin typeface="Comic Sans MS" panose="030F0702030302020204" pitchFamily="66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en-US" sz="2000">
                <a:cs typeface="Arial" panose="020B0604020202020204" pitchFamily="34" charset="0"/>
                <a:sym typeface="Symbol" panose="05050102010706020507" pitchFamily="18" charset="2"/>
              </a:rPr>
              <a:t>Cost of the problem at level i = </a:t>
            </a:r>
            <a:r>
              <a:rPr lang="en-US" altLang="en-US" sz="2000">
                <a:latin typeface="Comic Sans MS" panose="030F0702030302020204" pitchFamily="66" charset="0"/>
              </a:rPr>
              <a:t>n</a:t>
            </a:r>
          </a:p>
          <a:p>
            <a:pPr>
              <a:lnSpc>
                <a:spcPct val="150000"/>
              </a:lnSpc>
            </a:pPr>
            <a:r>
              <a:rPr lang="en-US" altLang="en-US" sz="2000"/>
              <a:t>Total cost:</a:t>
            </a:r>
          </a:p>
          <a:p>
            <a:endParaRPr lang="en-US" altLang="en-US" sz="2000"/>
          </a:p>
          <a:p>
            <a:endParaRPr lang="en-US" altLang="en-US" sz="2000"/>
          </a:p>
          <a:p>
            <a:pPr>
              <a:buFontTx/>
              <a:buNone/>
            </a:pPr>
            <a:endParaRPr lang="en-US" altLang="en-US" sz="2000">
              <a:latin typeface="Comic Sans MS" panose="030F0702030302020204" pitchFamily="66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		 </a:t>
            </a:r>
            <a:r>
              <a:rPr lang="en-US" altLang="en-US" sz="2000">
                <a:latin typeface="Comic Sans MS" panose="030F0702030302020204" pitchFamily="66" charset="0"/>
              </a:rPr>
              <a:t>W(n) = O(nlgn)</a:t>
            </a:r>
          </a:p>
        </p:txBody>
      </p:sp>
      <p:graphicFrame>
        <p:nvGraphicFramePr>
          <p:cNvPr id="198663" name="Object 7">
            <a:extLst>
              <a:ext uri="{FF2B5EF4-FFF2-40B4-BE49-F238E27FC236}">
                <a16:creationId xmlns:a16="http://schemas.microsoft.com/office/drawing/2014/main" id="{1B243AF1-C327-4E37-97DD-C6D1E572A014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4260850" y="5119688"/>
          <a:ext cx="4338638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17640" imgH="444240" progId="Equation.DSMT4">
                  <p:embed/>
                </p:oleObj>
              </mc:Choice>
              <mc:Fallback>
                <p:oleObj name="Equation" r:id="rId4" imgW="2717640" imgH="444240" progId="Equation.DSMT4">
                  <p:embed/>
                  <p:pic>
                    <p:nvPicPr>
                      <p:cNvPr id="198663" name="Object 7">
                        <a:extLst>
                          <a:ext uri="{FF2B5EF4-FFF2-40B4-BE49-F238E27FC236}">
                            <a16:creationId xmlns:a16="http://schemas.microsoft.com/office/drawing/2014/main" id="{1B243AF1-C327-4E37-97DD-C6D1E572A0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0850" y="5119688"/>
                        <a:ext cx="4338638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7" name="Object 11">
            <a:extLst>
              <a:ext uri="{FF2B5EF4-FFF2-40B4-BE49-F238E27FC236}">
                <a16:creationId xmlns:a16="http://schemas.microsoft.com/office/drawing/2014/main" id="{8D6E18CF-72DE-47E9-BF8F-0E78F247E7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63888" y="5792788"/>
          <a:ext cx="621665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97200" imgH="444240" progId="Equation.DSMT4">
                  <p:embed/>
                </p:oleObj>
              </mc:Choice>
              <mc:Fallback>
                <p:oleObj name="Equation" r:id="rId6" imgW="4597200" imgH="444240" progId="Equation.DSMT4">
                  <p:embed/>
                  <p:pic>
                    <p:nvPicPr>
                      <p:cNvPr id="198667" name="Object 11">
                        <a:extLst>
                          <a:ext uri="{FF2B5EF4-FFF2-40B4-BE49-F238E27FC236}">
                            <a16:creationId xmlns:a16="http://schemas.microsoft.com/office/drawing/2014/main" id="{8D6E18CF-72DE-47E9-BF8F-0E78F247E7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3888" y="5792788"/>
                        <a:ext cx="6216650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60" grpId="0" build="p"/>
      <p:bldP spid="198662" grpId="0" uiExpand="1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>
            <a:extLst>
              <a:ext uri="{FF2B5EF4-FFF2-40B4-BE49-F238E27FC236}">
                <a16:creationId xmlns:a16="http://schemas.microsoft.com/office/drawing/2014/main" id="{FBBC307A-29EA-481C-B25A-12260A9E1C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5275" y="242886"/>
            <a:ext cx="10515600" cy="1325563"/>
          </a:xfrm>
        </p:spPr>
        <p:txBody>
          <a:bodyPr/>
          <a:lstStyle/>
          <a:p>
            <a:r>
              <a:rPr lang="en-US" altLang="en-US" b="1" dirty="0"/>
              <a:t>Example 3 - Substitution</a:t>
            </a:r>
          </a:p>
        </p:txBody>
      </p:sp>
      <p:sp>
        <p:nvSpPr>
          <p:cNvPr id="199683" name="Rectangle 3">
            <a:extLst>
              <a:ext uri="{FF2B5EF4-FFF2-40B4-BE49-F238E27FC236}">
                <a16:creationId xmlns:a16="http://schemas.microsoft.com/office/drawing/2014/main" id="{670784FF-985B-4048-90ED-3B788525F4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74838" y="1214439"/>
            <a:ext cx="8229600" cy="5400675"/>
          </a:xfrm>
        </p:spPr>
        <p:txBody>
          <a:bodyPr/>
          <a:lstStyle/>
          <a:p>
            <a:pPr>
              <a:lnSpc>
                <a:spcPct val="110000"/>
              </a:lnSpc>
              <a:buFontTx/>
              <a:buNone/>
            </a:pPr>
            <a:r>
              <a:rPr lang="en-US" altLang="en-US">
                <a:latin typeface="Comic Sans MS" panose="030F0702030302020204" pitchFamily="66" charset="0"/>
              </a:rPr>
              <a:t>			W(n) = W(n/3) + W(2n/3) + O(n)</a:t>
            </a:r>
            <a:endParaRPr lang="en-US" altLang="en-US" baseline="30000">
              <a:latin typeface="Comic Sans MS" panose="030F0702030302020204" pitchFamily="66" charset="0"/>
            </a:endParaRPr>
          </a:p>
          <a:p>
            <a:pPr>
              <a:lnSpc>
                <a:spcPct val="110000"/>
              </a:lnSpc>
            </a:pPr>
            <a:r>
              <a:rPr lang="en-US" altLang="en-US"/>
              <a:t>Guess: </a:t>
            </a:r>
            <a:r>
              <a:rPr lang="en-US" altLang="en-US">
                <a:latin typeface="Comic Sans MS" panose="030F0702030302020204" pitchFamily="66" charset="0"/>
              </a:rPr>
              <a:t>W(n) = O(nlgn)</a:t>
            </a:r>
          </a:p>
          <a:p>
            <a:pPr lvl="1">
              <a:lnSpc>
                <a:spcPct val="110000"/>
              </a:lnSpc>
            </a:pPr>
            <a:r>
              <a:rPr lang="en-US" altLang="en-US"/>
              <a:t>Induction goal: </a:t>
            </a:r>
            <a:r>
              <a:rPr lang="en-US" altLang="en-US">
                <a:latin typeface="Comic Sans MS" panose="030F0702030302020204" pitchFamily="66" charset="0"/>
              </a:rPr>
              <a:t>W(n) </a:t>
            </a: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>
                <a:latin typeface="Comic Sans MS" panose="030F0702030302020204" pitchFamily="66" charset="0"/>
              </a:rPr>
              <a:t>dnlgn</a:t>
            </a:r>
            <a:r>
              <a:rPr lang="en-US" altLang="en-US"/>
              <a:t>, for some </a:t>
            </a:r>
            <a:r>
              <a:rPr lang="en-US" altLang="en-US">
                <a:latin typeface="Comic Sans MS" panose="030F0702030302020204" pitchFamily="66" charset="0"/>
              </a:rPr>
              <a:t>d</a:t>
            </a:r>
            <a:r>
              <a:rPr lang="en-US" altLang="en-US"/>
              <a:t> and </a:t>
            </a:r>
            <a:r>
              <a:rPr lang="en-US" altLang="en-US">
                <a:latin typeface="Comic Sans MS" panose="030F0702030302020204" pitchFamily="66" charset="0"/>
              </a:rPr>
              <a:t>n </a:t>
            </a: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</a:rPr>
              <a:t>≥ n</a:t>
            </a:r>
            <a:r>
              <a:rPr lang="en-US" altLang="en-US" baseline="-25000">
                <a:latin typeface="Comic Sans MS" panose="030F0702030302020204" pitchFamily="66" charset="0"/>
                <a:cs typeface="Arial" panose="020B0604020202020204" pitchFamily="34" charset="0"/>
              </a:rPr>
              <a:t>0</a:t>
            </a:r>
            <a:endParaRPr lang="en-US" altLang="en-US"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altLang="en-US">
                <a:cs typeface="Arial" panose="020B0604020202020204" pitchFamily="34" charset="0"/>
              </a:rPr>
              <a:t>Induction</a:t>
            </a:r>
            <a:r>
              <a:rPr lang="en-US" altLang="en-US"/>
              <a:t> hypothesis: </a:t>
            </a:r>
            <a:r>
              <a:rPr lang="en-US" altLang="en-US">
                <a:latin typeface="Comic Sans MS" panose="030F0702030302020204" pitchFamily="66" charset="0"/>
              </a:rPr>
              <a:t>W(k) </a:t>
            </a: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>
                <a:latin typeface="Comic Sans MS" panose="030F0702030302020204" pitchFamily="66" charset="0"/>
              </a:rPr>
              <a:t>d klgk     </a:t>
            </a:r>
            <a:r>
              <a:rPr lang="en-US" altLang="en-US"/>
              <a:t>for any</a:t>
            </a:r>
            <a:r>
              <a:rPr lang="en-US" altLang="en-US">
                <a:latin typeface="Comic Sans MS" panose="030F0702030302020204" pitchFamily="66" charset="0"/>
              </a:rPr>
              <a:t> K &lt; n (n/3, 2n/3)</a:t>
            </a:r>
          </a:p>
          <a:p>
            <a:pPr>
              <a:lnSpc>
                <a:spcPct val="110000"/>
              </a:lnSpc>
            </a:pPr>
            <a:r>
              <a:rPr lang="en-US" altLang="en-US"/>
              <a:t>Proof of induction goal: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en-US"/>
              <a:t>		</a:t>
            </a:r>
            <a:r>
              <a:rPr lang="en-US" altLang="en-US">
                <a:solidFill>
                  <a:srgbClr val="CC0000"/>
                </a:solidFill>
                <a:latin typeface="Comic Sans MS" panose="030F0702030302020204" pitchFamily="66" charset="0"/>
              </a:rPr>
              <a:t>Try it out as an exercise!!</a:t>
            </a:r>
            <a:endParaRPr lang="en-US" altLang="en-US">
              <a:solidFill>
                <a:srgbClr val="CC0000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T(n) = O(nlgn)</a:t>
            </a:r>
            <a:endParaRPr lang="en-US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70AF7E-15C4-438D-8D34-E45EC98A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82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ECAC98F0-8377-4106-AB50-7A08F1496B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Example of recursion tree</a:t>
            </a:r>
          </a:p>
        </p:txBody>
      </p:sp>
      <p:sp>
        <p:nvSpPr>
          <p:cNvPr id="71683" name="Text Box 3">
            <a:extLst>
              <a:ext uri="{FF2B5EF4-FFF2-40B4-BE49-F238E27FC236}">
                <a16:creationId xmlns:a16="http://schemas.microsoft.com/office/drawing/2014/main" id="{EFD9813D-4D0B-48E3-BA9B-8A84B1165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363" y="1543050"/>
            <a:ext cx="31880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Solve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) =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 +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n/</a:t>
            </a:r>
            <a:r>
              <a:rPr lang="en-US" altLang="en-US">
                <a:solidFill>
                  <a:srgbClr val="009999"/>
                </a:solidFill>
              </a:rPr>
              <a:t>2)</a:t>
            </a:r>
            <a:r>
              <a:rPr lang="en-US" altLang="en-US" i="1">
                <a:solidFill>
                  <a:srgbClr val="009999"/>
                </a:solidFill>
              </a:rPr>
              <a:t> + 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  <a:r>
              <a:rPr lang="en-US" altLang="en-US"/>
              <a:t>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4670F0-0B47-4D1B-8E3A-85E21EA2A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31589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680E99AE-4550-45A7-864D-AFA4D79AA8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Example of recursion tree</a:t>
            </a:r>
          </a:p>
        </p:txBody>
      </p:sp>
      <p:sp>
        <p:nvSpPr>
          <p:cNvPr id="72708" name="Rectangle 4">
            <a:extLst>
              <a:ext uri="{FF2B5EF4-FFF2-40B4-BE49-F238E27FC236}">
                <a16:creationId xmlns:a16="http://schemas.microsoft.com/office/drawing/2014/main" id="{17ECFDAC-0E1C-4A31-97BE-BF9E3F2C0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6044" y="2209800"/>
            <a:ext cx="5565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)</a:t>
            </a:r>
          </a:p>
        </p:txBody>
      </p:sp>
      <p:sp>
        <p:nvSpPr>
          <p:cNvPr id="72709" name="Text Box 5">
            <a:extLst>
              <a:ext uri="{FF2B5EF4-FFF2-40B4-BE49-F238E27FC236}">
                <a16:creationId xmlns:a16="http://schemas.microsoft.com/office/drawing/2014/main" id="{A66FA514-97DA-4D37-AEFA-A2E442CA8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363" y="1543050"/>
            <a:ext cx="31880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Solve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) =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 +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n/</a:t>
            </a:r>
            <a:r>
              <a:rPr lang="en-US" altLang="en-US">
                <a:solidFill>
                  <a:srgbClr val="009999"/>
                </a:solidFill>
              </a:rPr>
              <a:t>2)</a:t>
            </a:r>
            <a:r>
              <a:rPr lang="en-US" altLang="en-US" i="1">
                <a:solidFill>
                  <a:srgbClr val="009999"/>
                </a:solidFill>
              </a:rPr>
              <a:t> + 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  <a:r>
              <a:rPr lang="en-US" altLang="en-US"/>
              <a:t>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CC2125-3075-4C05-8B19-E483DFBDC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96027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2CADF535-83A7-447C-8FB8-1AB8A9AE8C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Example of recursion tree</a:t>
            </a:r>
          </a:p>
        </p:txBody>
      </p:sp>
      <p:sp>
        <p:nvSpPr>
          <p:cNvPr id="73733" name="Line 5">
            <a:extLst>
              <a:ext uri="{FF2B5EF4-FFF2-40B4-BE49-F238E27FC236}">
                <a16:creationId xmlns:a16="http://schemas.microsoft.com/office/drawing/2014/main" id="{F4F128DE-898B-4B6F-B826-80B5598AD8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2514600"/>
            <a:ext cx="15240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34" name="Line 6">
            <a:extLst>
              <a:ext uri="{FF2B5EF4-FFF2-40B4-BE49-F238E27FC236}">
                <a16:creationId xmlns:a16="http://schemas.microsoft.com/office/drawing/2014/main" id="{2EE74C5E-B6B7-4B84-ABB9-BF5EED449F6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514600"/>
            <a:ext cx="16764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3735" name="Group 7">
            <a:extLst>
              <a:ext uri="{FF2B5EF4-FFF2-40B4-BE49-F238E27FC236}">
                <a16:creationId xmlns:a16="http://schemas.microsoft.com/office/drawing/2014/main" id="{E3687AA4-16D8-4E67-A9CE-F2E46C320E14}"/>
              </a:ext>
            </a:extLst>
          </p:cNvPr>
          <p:cNvGrpSpPr>
            <a:grpSpLocks/>
          </p:cNvGrpSpPr>
          <p:nvPr/>
        </p:nvGrpSpPr>
        <p:grpSpPr bwMode="auto">
          <a:xfrm>
            <a:off x="3341689" y="2895602"/>
            <a:ext cx="3984625" cy="385763"/>
            <a:chOff x="1625" y="1968"/>
            <a:chExt cx="2510" cy="243"/>
          </a:xfrm>
        </p:grpSpPr>
        <p:sp>
          <p:nvSpPr>
            <p:cNvPr id="73736" name="Rectangle 8">
              <a:extLst>
                <a:ext uri="{FF2B5EF4-FFF2-40B4-BE49-F238E27FC236}">
                  <a16:creationId xmlns:a16="http://schemas.microsoft.com/office/drawing/2014/main" id="{89FCE5FC-4941-4AF6-BAEF-402B2C768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5" y="1978"/>
              <a:ext cx="481" cy="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i="1">
                  <a:solidFill>
                    <a:srgbClr val="009999"/>
                  </a:solidFill>
                </a:rPr>
                <a:t>T</a:t>
              </a:r>
              <a:r>
                <a:rPr lang="en-US" altLang="en-US">
                  <a:solidFill>
                    <a:srgbClr val="009999"/>
                  </a:solidFill>
                </a:rPr>
                <a:t>(</a:t>
              </a:r>
              <a:r>
                <a:rPr lang="en-US" altLang="en-US" i="1">
                  <a:solidFill>
                    <a:srgbClr val="009999"/>
                  </a:solidFill>
                </a:rPr>
                <a:t>n</a:t>
              </a:r>
              <a:r>
                <a:rPr lang="en-US" altLang="en-US">
                  <a:solidFill>
                    <a:srgbClr val="009999"/>
                  </a:solidFill>
                </a:rPr>
                <a:t>/4)</a:t>
              </a:r>
            </a:p>
          </p:txBody>
        </p:sp>
        <p:sp>
          <p:nvSpPr>
            <p:cNvPr id="73737" name="Rectangle 9">
              <a:extLst>
                <a:ext uri="{FF2B5EF4-FFF2-40B4-BE49-F238E27FC236}">
                  <a16:creationId xmlns:a16="http://schemas.microsoft.com/office/drawing/2014/main" id="{E56BD401-F126-4706-9544-2F11BDC7D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4" y="1968"/>
              <a:ext cx="481" cy="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i="1">
                  <a:solidFill>
                    <a:srgbClr val="009999"/>
                  </a:solidFill>
                </a:rPr>
                <a:t>T</a:t>
              </a:r>
              <a:r>
                <a:rPr lang="en-US" altLang="en-US">
                  <a:solidFill>
                    <a:srgbClr val="009999"/>
                  </a:solidFill>
                </a:rPr>
                <a:t>(</a:t>
              </a:r>
              <a:r>
                <a:rPr lang="en-US" altLang="en-US" i="1">
                  <a:solidFill>
                    <a:srgbClr val="009999"/>
                  </a:solidFill>
                </a:rPr>
                <a:t>n</a:t>
              </a:r>
              <a:r>
                <a:rPr lang="en-US" altLang="en-US">
                  <a:solidFill>
                    <a:srgbClr val="009999"/>
                  </a:solidFill>
                </a:rPr>
                <a:t>/2)</a:t>
              </a:r>
            </a:p>
          </p:txBody>
        </p:sp>
      </p:grpSp>
      <p:sp>
        <p:nvSpPr>
          <p:cNvPr id="73738" name="Rectangle 10">
            <a:extLst>
              <a:ext uri="{FF2B5EF4-FFF2-40B4-BE49-F238E27FC236}">
                <a16:creationId xmlns:a16="http://schemas.microsoft.com/office/drawing/2014/main" id="{B8B47119-A0B6-4004-A53E-4B303E717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1495" y="2133600"/>
            <a:ext cx="381836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3739" name="Text Box 11">
            <a:extLst>
              <a:ext uri="{FF2B5EF4-FFF2-40B4-BE49-F238E27FC236}">
                <a16:creationId xmlns:a16="http://schemas.microsoft.com/office/drawing/2014/main" id="{8FA85CCA-64A7-4A7F-9DC1-3079612B74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363" y="1543050"/>
            <a:ext cx="31880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Solve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) =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 +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n/</a:t>
            </a:r>
            <a:r>
              <a:rPr lang="en-US" altLang="en-US">
                <a:solidFill>
                  <a:srgbClr val="009999"/>
                </a:solidFill>
              </a:rPr>
              <a:t>2)</a:t>
            </a:r>
            <a:r>
              <a:rPr lang="en-US" altLang="en-US" i="1">
                <a:solidFill>
                  <a:srgbClr val="009999"/>
                </a:solidFill>
              </a:rPr>
              <a:t> + 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  <a:r>
              <a:rPr lang="en-US" altLang="en-US"/>
              <a:t>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324319-4024-434C-BC98-3F9FBC77E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886082"/>
      </p:ext>
    </p:extLst>
  </p:cSld>
  <p:clrMapOvr>
    <a:masterClrMapping/>
  </p:clrMapOvr>
  <p:transition>
    <p:wipe dir="d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71" name="Line 19">
            <a:extLst>
              <a:ext uri="{FF2B5EF4-FFF2-40B4-BE49-F238E27FC236}">
                <a16:creationId xmlns:a16="http://schemas.microsoft.com/office/drawing/2014/main" id="{F7EE38FB-5E19-4EB3-85BC-4D00251391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2514600"/>
            <a:ext cx="15240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72" name="Line 20">
            <a:extLst>
              <a:ext uri="{FF2B5EF4-FFF2-40B4-BE49-F238E27FC236}">
                <a16:creationId xmlns:a16="http://schemas.microsoft.com/office/drawing/2014/main" id="{6EFB3C9D-B99A-4D3B-8AEB-8E0F4A18D47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514600"/>
            <a:ext cx="16764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5417D516-3223-41B1-9273-5AA0F06931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Example of recursion tree</a:t>
            </a:r>
          </a:p>
        </p:txBody>
      </p:sp>
      <p:sp>
        <p:nvSpPr>
          <p:cNvPr id="74770" name="Text Box 18">
            <a:extLst>
              <a:ext uri="{FF2B5EF4-FFF2-40B4-BE49-F238E27FC236}">
                <a16:creationId xmlns:a16="http://schemas.microsoft.com/office/drawing/2014/main" id="{862C9E9D-F3E1-41FE-946A-A0AF6BA41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363" y="1543050"/>
            <a:ext cx="31880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Solve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) =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 +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n/</a:t>
            </a:r>
            <a:r>
              <a:rPr lang="en-US" altLang="en-US">
                <a:solidFill>
                  <a:srgbClr val="009999"/>
                </a:solidFill>
              </a:rPr>
              <a:t>2)</a:t>
            </a:r>
            <a:r>
              <a:rPr lang="en-US" altLang="en-US" i="1">
                <a:solidFill>
                  <a:srgbClr val="009999"/>
                </a:solidFill>
              </a:rPr>
              <a:t> + 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  <a:r>
              <a:rPr lang="en-US" altLang="en-US"/>
              <a:t>:</a:t>
            </a:r>
          </a:p>
        </p:txBody>
      </p:sp>
      <p:sp>
        <p:nvSpPr>
          <p:cNvPr id="74773" name="Rectangle 21">
            <a:extLst>
              <a:ext uri="{FF2B5EF4-FFF2-40B4-BE49-F238E27FC236}">
                <a16:creationId xmlns:a16="http://schemas.microsoft.com/office/drawing/2014/main" id="{0607C989-2343-4249-8052-95AE09660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1495" y="2133600"/>
            <a:ext cx="381836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4774" name="Line 22">
            <a:extLst>
              <a:ext uri="{FF2B5EF4-FFF2-40B4-BE49-F238E27FC236}">
                <a16:creationId xmlns:a16="http://schemas.microsoft.com/office/drawing/2014/main" id="{3A975CC6-1299-486F-90EE-A5A57AEDCB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162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75" name="Line 23">
            <a:extLst>
              <a:ext uri="{FF2B5EF4-FFF2-40B4-BE49-F238E27FC236}">
                <a16:creationId xmlns:a16="http://schemas.microsoft.com/office/drawing/2014/main" id="{C0724BA9-E95A-45AF-9B72-0E36F4D94A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04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76" name="Line 24">
            <a:extLst>
              <a:ext uri="{FF2B5EF4-FFF2-40B4-BE49-F238E27FC236}">
                <a16:creationId xmlns:a16="http://schemas.microsoft.com/office/drawing/2014/main" id="{2CE94E2F-8651-46CD-8E43-3B65CB0E876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86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77" name="Line 25">
            <a:extLst>
              <a:ext uri="{FF2B5EF4-FFF2-40B4-BE49-F238E27FC236}">
                <a16:creationId xmlns:a16="http://schemas.microsoft.com/office/drawing/2014/main" id="{E7182695-C142-43A1-BEDD-9909A307B7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44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78" name="Rectangle 26">
            <a:extLst>
              <a:ext uri="{FF2B5EF4-FFF2-40B4-BE49-F238E27FC236}">
                <a16:creationId xmlns:a16="http://schemas.microsoft.com/office/drawing/2014/main" id="{D3C3974D-512B-4AA6-BD86-9479875AA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4676" y="2911475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4779" name="Rectangle 27">
            <a:extLst>
              <a:ext uri="{FF2B5EF4-FFF2-40B4-BE49-F238E27FC236}">
                <a16:creationId xmlns:a16="http://schemas.microsoft.com/office/drawing/2014/main" id="{D17FAE26-3D2C-4054-9A3D-050164031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714" y="2895600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/2)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4764" name="Rectangle 12">
            <a:extLst>
              <a:ext uri="{FF2B5EF4-FFF2-40B4-BE49-F238E27FC236}">
                <a16:creationId xmlns:a16="http://schemas.microsoft.com/office/drawing/2014/main" id="{DACB2076-4DEE-4856-B3EB-455BFB604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0498" y="3733800"/>
            <a:ext cx="880369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/16)</a:t>
            </a:r>
          </a:p>
        </p:txBody>
      </p:sp>
      <p:sp>
        <p:nvSpPr>
          <p:cNvPr id="74765" name="Rectangle 13">
            <a:extLst>
              <a:ext uri="{FF2B5EF4-FFF2-40B4-BE49-F238E27FC236}">
                <a16:creationId xmlns:a16="http://schemas.microsoft.com/office/drawing/2014/main" id="{6328C95D-7470-4E3F-9464-1FAD76533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0008" y="3733800"/>
            <a:ext cx="763349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/8)</a:t>
            </a:r>
          </a:p>
        </p:txBody>
      </p:sp>
      <p:sp>
        <p:nvSpPr>
          <p:cNvPr id="74766" name="Rectangle 14">
            <a:extLst>
              <a:ext uri="{FF2B5EF4-FFF2-40B4-BE49-F238E27FC236}">
                <a16:creationId xmlns:a16="http://schemas.microsoft.com/office/drawing/2014/main" id="{B59AC440-4500-48A2-A9C7-D01740985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9408" y="3732213"/>
            <a:ext cx="763349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/8)</a:t>
            </a:r>
          </a:p>
        </p:txBody>
      </p:sp>
      <p:sp>
        <p:nvSpPr>
          <p:cNvPr id="74767" name="Rectangle 15">
            <a:extLst>
              <a:ext uri="{FF2B5EF4-FFF2-40B4-BE49-F238E27FC236}">
                <a16:creationId xmlns:a16="http://schemas.microsoft.com/office/drawing/2014/main" id="{28D93D56-6772-4BDE-B692-7A97C52C5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408" y="3732213"/>
            <a:ext cx="763349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D1947B-EF62-4CEE-88D9-0C098E8ED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072493"/>
      </p:ext>
    </p:extLst>
  </p:cSld>
  <p:clrMapOvr>
    <a:masterClrMapping/>
  </p:clrMapOvr>
  <p:transition>
    <p:wipe dir="d"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97" name="Line 21">
            <a:extLst>
              <a:ext uri="{FF2B5EF4-FFF2-40B4-BE49-F238E27FC236}">
                <a16:creationId xmlns:a16="http://schemas.microsoft.com/office/drawing/2014/main" id="{53A7A003-58A3-4074-AE1D-6F310FAB76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2514600"/>
            <a:ext cx="15240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8" name="Line 22">
            <a:extLst>
              <a:ext uri="{FF2B5EF4-FFF2-40B4-BE49-F238E27FC236}">
                <a16:creationId xmlns:a16="http://schemas.microsoft.com/office/drawing/2014/main" id="{17D13AD0-E482-4D1A-98CB-35B710D52D5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514600"/>
            <a:ext cx="16764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608D99D9-FA42-45C9-8E2F-C9588C00CC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Example of recursion tree</a:t>
            </a:r>
          </a:p>
        </p:txBody>
      </p:sp>
      <p:sp>
        <p:nvSpPr>
          <p:cNvPr id="75780" name="Line 4">
            <a:extLst>
              <a:ext uri="{FF2B5EF4-FFF2-40B4-BE49-F238E27FC236}">
                <a16:creationId xmlns:a16="http://schemas.microsoft.com/office/drawing/2014/main" id="{BCB1EE50-B0C6-4788-BA2A-E0B156ABC2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82850" y="4038600"/>
            <a:ext cx="53340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4" name="Line 8">
            <a:extLst>
              <a:ext uri="{FF2B5EF4-FFF2-40B4-BE49-F238E27FC236}">
                <a16:creationId xmlns:a16="http://schemas.microsoft.com/office/drawing/2014/main" id="{AA8D4279-1E28-4CFA-AA2A-8B539553816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162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5" name="Line 9">
            <a:extLst>
              <a:ext uri="{FF2B5EF4-FFF2-40B4-BE49-F238E27FC236}">
                <a16:creationId xmlns:a16="http://schemas.microsoft.com/office/drawing/2014/main" id="{DC768FCD-E5CE-4D20-8F74-BD3AC40F98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04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6" name="Line 10">
            <a:extLst>
              <a:ext uri="{FF2B5EF4-FFF2-40B4-BE49-F238E27FC236}">
                <a16:creationId xmlns:a16="http://schemas.microsoft.com/office/drawing/2014/main" id="{D5F2C4A1-2E54-4E48-9120-9F90237D2D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86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7" name="Line 11">
            <a:extLst>
              <a:ext uri="{FF2B5EF4-FFF2-40B4-BE49-F238E27FC236}">
                <a16:creationId xmlns:a16="http://schemas.microsoft.com/office/drawing/2014/main" id="{3F0AE77C-C33A-4AA5-9CB1-510C821013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44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8" name="Rectangle 12">
            <a:extLst>
              <a:ext uri="{FF2B5EF4-FFF2-40B4-BE49-F238E27FC236}">
                <a16:creationId xmlns:a16="http://schemas.microsoft.com/office/drawing/2014/main" id="{0E5A8020-27FB-42EF-8A1B-5DF78848C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7966" y="3733800"/>
            <a:ext cx="84670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/16)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5789" name="Rectangle 13">
            <a:extLst>
              <a:ext uri="{FF2B5EF4-FFF2-40B4-BE49-F238E27FC236}">
                <a16:creationId xmlns:a16="http://schemas.microsoft.com/office/drawing/2014/main" id="{88EE9B24-645C-458B-8B37-A869B6DCF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4301" y="3733800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/8)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5790" name="Rectangle 14">
            <a:extLst>
              <a:ext uri="{FF2B5EF4-FFF2-40B4-BE49-F238E27FC236}">
                <a16:creationId xmlns:a16="http://schemas.microsoft.com/office/drawing/2014/main" id="{3033ABF2-CAC6-4445-B501-9C1977F11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289" y="3732213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/8)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5791" name="Rectangle 15">
            <a:extLst>
              <a:ext uri="{FF2B5EF4-FFF2-40B4-BE49-F238E27FC236}">
                <a16:creationId xmlns:a16="http://schemas.microsoft.com/office/drawing/2014/main" id="{71BABD00-B838-42D0-8980-32FD9967A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6289" y="3732213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5792" name="Rectangle 16">
            <a:extLst>
              <a:ext uri="{FF2B5EF4-FFF2-40B4-BE49-F238E27FC236}">
                <a16:creationId xmlns:a16="http://schemas.microsoft.com/office/drawing/2014/main" id="{CE6823C7-99C2-4AEA-A26D-D00CA485A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4676" y="2911475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5793" name="Rectangle 17">
            <a:extLst>
              <a:ext uri="{FF2B5EF4-FFF2-40B4-BE49-F238E27FC236}">
                <a16:creationId xmlns:a16="http://schemas.microsoft.com/office/drawing/2014/main" id="{706FA4AE-DC8A-4363-9026-1F3459E9A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714" y="2895600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/2)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5794" name="Rectangle 18">
            <a:extLst>
              <a:ext uri="{FF2B5EF4-FFF2-40B4-BE49-F238E27FC236}">
                <a16:creationId xmlns:a16="http://schemas.microsoft.com/office/drawing/2014/main" id="{7FE5F384-AFED-4C8B-9D34-7645811CF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5890" y="5181600"/>
            <a:ext cx="614271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>
                <a:solidFill>
                  <a:srgbClr val="009999"/>
                </a:solidFill>
              </a:rPr>
              <a:t>(1)</a:t>
            </a:r>
          </a:p>
        </p:txBody>
      </p:sp>
      <p:sp>
        <p:nvSpPr>
          <p:cNvPr id="75795" name="Text Box 19">
            <a:extLst>
              <a:ext uri="{FF2B5EF4-FFF2-40B4-BE49-F238E27FC236}">
                <a16:creationId xmlns:a16="http://schemas.microsoft.com/office/drawing/2014/main" id="{5F362A67-CBEE-4873-AC9B-4CB0D2A75491}"/>
              </a:ext>
            </a:extLst>
          </p:cNvPr>
          <p:cNvSpPr txBox="1">
            <a:spLocks noChangeArrowheads="1"/>
          </p:cNvSpPr>
          <p:nvPr/>
        </p:nvSpPr>
        <p:spPr bwMode="auto">
          <a:xfrm rot="17366799">
            <a:off x="2478650" y="4530208"/>
            <a:ext cx="343364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…</a:t>
            </a:r>
          </a:p>
        </p:txBody>
      </p:sp>
      <p:sp>
        <p:nvSpPr>
          <p:cNvPr id="75796" name="Text Box 20">
            <a:extLst>
              <a:ext uri="{FF2B5EF4-FFF2-40B4-BE49-F238E27FC236}">
                <a16:creationId xmlns:a16="http://schemas.microsoft.com/office/drawing/2014/main" id="{476AF0F9-4ECF-48A1-8DF4-820441809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363" y="1543050"/>
            <a:ext cx="31880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Solve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) =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 +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n/</a:t>
            </a:r>
            <a:r>
              <a:rPr lang="en-US" altLang="en-US">
                <a:solidFill>
                  <a:srgbClr val="009999"/>
                </a:solidFill>
              </a:rPr>
              <a:t>2)</a:t>
            </a:r>
            <a:r>
              <a:rPr lang="en-US" altLang="en-US" i="1">
                <a:solidFill>
                  <a:srgbClr val="009999"/>
                </a:solidFill>
              </a:rPr>
              <a:t> + 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  <a:r>
              <a:rPr lang="en-US" altLang="en-US"/>
              <a:t>:</a:t>
            </a:r>
          </a:p>
        </p:txBody>
      </p:sp>
      <p:sp>
        <p:nvSpPr>
          <p:cNvPr id="75799" name="Rectangle 23">
            <a:extLst>
              <a:ext uri="{FF2B5EF4-FFF2-40B4-BE49-F238E27FC236}">
                <a16:creationId xmlns:a16="http://schemas.microsoft.com/office/drawing/2014/main" id="{CAD8751C-5A67-4B5F-BDDC-18BC185C4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1495" y="2133600"/>
            <a:ext cx="381836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86F531-D39A-4DC2-8B2C-7205CD3B0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30962"/>
      </p:ext>
    </p:extLst>
  </p:cSld>
  <p:clrMapOvr>
    <a:masterClrMapping/>
  </p:clrMapOvr>
  <p:transition>
    <p:wipe dir="d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68" name="Line 44">
            <a:extLst>
              <a:ext uri="{FF2B5EF4-FFF2-40B4-BE49-F238E27FC236}">
                <a16:creationId xmlns:a16="http://schemas.microsoft.com/office/drawing/2014/main" id="{23D254C4-74E7-44E4-A40A-AA04178190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2514600"/>
            <a:ext cx="15240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69" name="Line 45">
            <a:extLst>
              <a:ext uri="{FF2B5EF4-FFF2-40B4-BE49-F238E27FC236}">
                <a16:creationId xmlns:a16="http://schemas.microsoft.com/office/drawing/2014/main" id="{8FB98046-7B23-4732-BD3A-03C1682784A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514600"/>
            <a:ext cx="16764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65" name="Line 41">
            <a:extLst>
              <a:ext uri="{FF2B5EF4-FFF2-40B4-BE49-F238E27FC236}">
                <a16:creationId xmlns:a16="http://schemas.microsoft.com/office/drawing/2014/main" id="{A2D49C6B-ACD6-446E-873C-B60706F7D5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438400"/>
            <a:ext cx="42672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B056A7B7-2B58-4B5F-B50C-6124BA50C0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Example of recursion tree</a:t>
            </a:r>
          </a:p>
        </p:txBody>
      </p:sp>
      <p:sp>
        <p:nvSpPr>
          <p:cNvPr id="77848" name="Text Box 24">
            <a:extLst>
              <a:ext uri="{FF2B5EF4-FFF2-40B4-BE49-F238E27FC236}">
                <a16:creationId xmlns:a16="http://schemas.microsoft.com/office/drawing/2014/main" id="{66864B44-73AD-4163-8A41-75E4BF9CE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363" y="1543050"/>
            <a:ext cx="31880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Solve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) =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 +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n/</a:t>
            </a:r>
            <a:r>
              <a:rPr lang="en-US" altLang="en-US">
                <a:solidFill>
                  <a:srgbClr val="009999"/>
                </a:solidFill>
              </a:rPr>
              <a:t>2)</a:t>
            </a:r>
            <a:r>
              <a:rPr lang="en-US" altLang="en-US" i="1">
                <a:solidFill>
                  <a:srgbClr val="009999"/>
                </a:solidFill>
              </a:rPr>
              <a:t> + 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  <a:r>
              <a:rPr lang="en-US" altLang="en-US"/>
              <a:t>:</a:t>
            </a:r>
          </a:p>
        </p:txBody>
      </p:sp>
      <p:sp>
        <p:nvSpPr>
          <p:cNvPr id="77849" name="Line 25">
            <a:extLst>
              <a:ext uri="{FF2B5EF4-FFF2-40B4-BE49-F238E27FC236}">
                <a16:creationId xmlns:a16="http://schemas.microsoft.com/office/drawing/2014/main" id="{4A1C59F3-FA3B-4B63-B5B7-18A8AB6E7E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82850" y="4038600"/>
            <a:ext cx="53340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3" name="Line 29">
            <a:extLst>
              <a:ext uri="{FF2B5EF4-FFF2-40B4-BE49-F238E27FC236}">
                <a16:creationId xmlns:a16="http://schemas.microsoft.com/office/drawing/2014/main" id="{8496E4A1-32EA-43E6-9FCA-ADE836D6FD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162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4" name="Line 30">
            <a:extLst>
              <a:ext uri="{FF2B5EF4-FFF2-40B4-BE49-F238E27FC236}">
                <a16:creationId xmlns:a16="http://schemas.microsoft.com/office/drawing/2014/main" id="{65A57405-9D3F-47CD-8D66-CB80DB8835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04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5" name="Line 31">
            <a:extLst>
              <a:ext uri="{FF2B5EF4-FFF2-40B4-BE49-F238E27FC236}">
                <a16:creationId xmlns:a16="http://schemas.microsoft.com/office/drawing/2014/main" id="{86F31A02-0673-4791-9D20-8A03A9BD167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86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6" name="Line 32">
            <a:extLst>
              <a:ext uri="{FF2B5EF4-FFF2-40B4-BE49-F238E27FC236}">
                <a16:creationId xmlns:a16="http://schemas.microsoft.com/office/drawing/2014/main" id="{13741C12-3FAE-4D95-A5AB-0F2364B1671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44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7" name="Rectangle 33">
            <a:extLst>
              <a:ext uri="{FF2B5EF4-FFF2-40B4-BE49-F238E27FC236}">
                <a16:creationId xmlns:a16="http://schemas.microsoft.com/office/drawing/2014/main" id="{DE766B34-E992-43D0-96FA-511132DA3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7966" y="3733800"/>
            <a:ext cx="84670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/16)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7858" name="Rectangle 34">
            <a:extLst>
              <a:ext uri="{FF2B5EF4-FFF2-40B4-BE49-F238E27FC236}">
                <a16:creationId xmlns:a16="http://schemas.microsoft.com/office/drawing/2014/main" id="{B94F031A-C68E-4ED1-ACEA-6265B1D2F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4301" y="3733800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/8)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7859" name="Rectangle 35">
            <a:extLst>
              <a:ext uri="{FF2B5EF4-FFF2-40B4-BE49-F238E27FC236}">
                <a16:creationId xmlns:a16="http://schemas.microsoft.com/office/drawing/2014/main" id="{FC60F014-BBA5-4BF4-9BF9-DE6CBACE7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289" y="3732213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/8)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7860" name="Rectangle 36">
            <a:extLst>
              <a:ext uri="{FF2B5EF4-FFF2-40B4-BE49-F238E27FC236}">
                <a16:creationId xmlns:a16="http://schemas.microsoft.com/office/drawing/2014/main" id="{D74C3284-350A-4093-A28E-9ACB4B1BF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6289" y="3732213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7861" name="Rectangle 37">
            <a:extLst>
              <a:ext uri="{FF2B5EF4-FFF2-40B4-BE49-F238E27FC236}">
                <a16:creationId xmlns:a16="http://schemas.microsoft.com/office/drawing/2014/main" id="{78AE4F6A-CED6-4D96-B918-2931E0B31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4676" y="2911475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7862" name="Rectangle 38">
            <a:extLst>
              <a:ext uri="{FF2B5EF4-FFF2-40B4-BE49-F238E27FC236}">
                <a16:creationId xmlns:a16="http://schemas.microsoft.com/office/drawing/2014/main" id="{9E19D434-1EEA-469A-A5B3-C6487E64A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714" y="2895600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/2)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7863" name="Rectangle 39">
            <a:extLst>
              <a:ext uri="{FF2B5EF4-FFF2-40B4-BE49-F238E27FC236}">
                <a16:creationId xmlns:a16="http://schemas.microsoft.com/office/drawing/2014/main" id="{0B2BB4BF-DF28-4C8C-B6F8-44D757906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5890" y="5181600"/>
            <a:ext cx="614271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>
                <a:solidFill>
                  <a:srgbClr val="009999"/>
                </a:solidFill>
              </a:rPr>
              <a:t>(1)</a:t>
            </a:r>
          </a:p>
        </p:txBody>
      </p:sp>
      <p:sp>
        <p:nvSpPr>
          <p:cNvPr id="77864" name="Text Box 40">
            <a:extLst>
              <a:ext uri="{FF2B5EF4-FFF2-40B4-BE49-F238E27FC236}">
                <a16:creationId xmlns:a16="http://schemas.microsoft.com/office/drawing/2014/main" id="{7BAC634E-3273-4B1F-9D21-D1C9C7712C73}"/>
              </a:ext>
            </a:extLst>
          </p:cNvPr>
          <p:cNvSpPr txBox="1">
            <a:spLocks noChangeArrowheads="1"/>
          </p:cNvSpPr>
          <p:nvPr/>
        </p:nvSpPr>
        <p:spPr bwMode="auto">
          <a:xfrm rot="17366799">
            <a:off x="2478650" y="4530208"/>
            <a:ext cx="343364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…</a:t>
            </a:r>
          </a:p>
        </p:txBody>
      </p:sp>
      <p:graphicFrame>
        <p:nvGraphicFramePr>
          <p:cNvPr id="77867" name="Object 43">
            <a:extLst>
              <a:ext uri="{FF2B5EF4-FFF2-40B4-BE49-F238E27FC236}">
                <a16:creationId xmlns:a16="http://schemas.microsoft.com/office/drawing/2014/main" id="{A10D2015-B76F-4505-8786-E3EA6F8019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28200" y="2216150"/>
          <a:ext cx="406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6080" imgH="406080" progId="Equation.3">
                  <p:embed/>
                </p:oleObj>
              </mc:Choice>
              <mc:Fallback>
                <p:oleObj name="Equation" r:id="rId2" imgW="406080" imgH="406080" progId="Equation.3">
                  <p:embed/>
                  <p:pic>
                    <p:nvPicPr>
                      <p:cNvPr id="77867" name="Object 43">
                        <a:extLst>
                          <a:ext uri="{FF2B5EF4-FFF2-40B4-BE49-F238E27FC236}">
                            <a16:creationId xmlns:a16="http://schemas.microsoft.com/office/drawing/2014/main" id="{A10D2015-B76F-4505-8786-E3EA6F8019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8200" y="2216150"/>
                        <a:ext cx="406400" cy="406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70" name="Rectangle 46">
            <a:extLst>
              <a:ext uri="{FF2B5EF4-FFF2-40B4-BE49-F238E27FC236}">
                <a16:creationId xmlns:a16="http://schemas.microsoft.com/office/drawing/2014/main" id="{3E3549CF-F3F4-4630-B5E3-4392939CF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1495" y="2133600"/>
            <a:ext cx="381836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870AE0-B6E5-4CD3-A7BB-457BF438C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57455"/>
      </p:ext>
    </p:extLst>
  </p:cSld>
  <p:clrMapOvr>
    <a:masterClrMapping/>
  </p:clrMapOvr>
  <p:transition>
    <p:wipe dir="r"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3" name="Line 5">
            <a:extLst>
              <a:ext uri="{FF2B5EF4-FFF2-40B4-BE49-F238E27FC236}">
                <a16:creationId xmlns:a16="http://schemas.microsoft.com/office/drawing/2014/main" id="{BC6BCAD7-CFFB-402D-B915-3DB281C58F5B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3200400"/>
            <a:ext cx="16764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96" name="Line 48">
            <a:extLst>
              <a:ext uri="{FF2B5EF4-FFF2-40B4-BE49-F238E27FC236}">
                <a16:creationId xmlns:a16="http://schemas.microsoft.com/office/drawing/2014/main" id="{A60EA4F9-90BE-4192-AA6B-7C2AC182AE9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438400"/>
            <a:ext cx="42672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93" name="Line 45">
            <a:extLst>
              <a:ext uri="{FF2B5EF4-FFF2-40B4-BE49-F238E27FC236}">
                <a16:creationId xmlns:a16="http://schemas.microsoft.com/office/drawing/2014/main" id="{D14D14BC-8903-41E3-AF2B-FF61C6AC1B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2514600"/>
            <a:ext cx="15240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94" name="Line 46">
            <a:extLst>
              <a:ext uri="{FF2B5EF4-FFF2-40B4-BE49-F238E27FC236}">
                <a16:creationId xmlns:a16="http://schemas.microsoft.com/office/drawing/2014/main" id="{9A634176-69F1-4472-BE9B-965B2561351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514600"/>
            <a:ext cx="16764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981A90F8-CE2E-4F9B-B36A-5CE72B8AB8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Example of recursion tree</a:t>
            </a:r>
          </a:p>
        </p:txBody>
      </p:sp>
      <p:sp>
        <p:nvSpPr>
          <p:cNvPr id="78874" name="Text Box 26">
            <a:extLst>
              <a:ext uri="{FF2B5EF4-FFF2-40B4-BE49-F238E27FC236}">
                <a16:creationId xmlns:a16="http://schemas.microsoft.com/office/drawing/2014/main" id="{2372553B-D54C-4729-A8A0-DFACB38DC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363" y="1543050"/>
            <a:ext cx="31880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Solve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) =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 +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n/</a:t>
            </a:r>
            <a:r>
              <a:rPr lang="en-US" altLang="en-US">
                <a:solidFill>
                  <a:srgbClr val="009999"/>
                </a:solidFill>
              </a:rPr>
              <a:t>2)</a:t>
            </a:r>
            <a:r>
              <a:rPr lang="en-US" altLang="en-US" i="1">
                <a:solidFill>
                  <a:srgbClr val="009999"/>
                </a:solidFill>
              </a:rPr>
              <a:t> + 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  <a:r>
              <a:rPr lang="en-US" altLang="en-US"/>
              <a:t>:</a:t>
            </a:r>
          </a:p>
        </p:txBody>
      </p:sp>
      <p:sp>
        <p:nvSpPr>
          <p:cNvPr id="78875" name="Line 27">
            <a:extLst>
              <a:ext uri="{FF2B5EF4-FFF2-40B4-BE49-F238E27FC236}">
                <a16:creationId xmlns:a16="http://schemas.microsoft.com/office/drawing/2014/main" id="{28D2DBD6-2F3A-4F00-A1D1-4D5F749067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82850" y="4038600"/>
            <a:ext cx="53340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79" name="Line 31">
            <a:extLst>
              <a:ext uri="{FF2B5EF4-FFF2-40B4-BE49-F238E27FC236}">
                <a16:creationId xmlns:a16="http://schemas.microsoft.com/office/drawing/2014/main" id="{F43A377E-7A02-4E33-B6F7-2EE537E468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162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80" name="Line 32">
            <a:extLst>
              <a:ext uri="{FF2B5EF4-FFF2-40B4-BE49-F238E27FC236}">
                <a16:creationId xmlns:a16="http://schemas.microsoft.com/office/drawing/2014/main" id="{7D4645AA-17A0-4424-817F-B15B2E3A36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04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81" name="Line 33">
            <a:extLst>
              <a:ext uri="{FF2B5EF4-FFF2-40B4-BE49-F238E27FC236}">
                <a16:creationId xmlns:a16="http://schemas.microsoft.com/office/drawing/2014/main" id="{E66C9293-9A1D-46D6-9B72-DEC65D1105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86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82" name="Line 34">
            <a:extLst>
              <a:ext uri="{FF2B5EF4-FFF2-40B4-BE49-F238E27FC236}">
                <a16:creationId xmlns:a16="http://schemas.microsoft.com/office/drawing/2014/main" id="{A79EF30B-F173-4E2A-9C82-064C60C3DC1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44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83" name="Rectangle 35">
            <a:extLst>
              <a:ext uri="{FF2B5EF4-FFF2-40B4-BE49-F238E27FC236}">
                <a16:creationId xmlns:a16="http://schemas.microsoft.com/office/drawing/2014/main" id="{0F6B432F-143A-427F-9DD0-9B5C2A3E9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7966" y="3733800"/>
            <a:ext cx="84670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/16)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8884" name="Rectangle 36">
            <a:extLst>
              <a:ext uri="{FF2B5EF4-FFF2-40B4-BE49-F238E27FC236}">
                <a16:creationId xmlns:a16="http://schemas.microsoft.com/office/drawing/2014/main" id="{540FA43B-8A45-43EB-B82B-267D4E026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4301" y="3733800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/8)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8885" name="Rectangle 37">
            <a:extLst>
              <a:ext uri="{FF2B5EF4-FFF2-40B4-BE49-F238E27FC236}">
                <a16:creationId xmlns:a16="http://schemas.microsoft.com/office/drawing/2014/main" id="{117472BA-2486-42A1-9846-02CEB3280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289" y="3732213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/8)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8886" name="Rectangle 38">
            <a:extLst>
              <a:ext uri="{FF2B5EF4-FFF2-40B4-BE49-F238E27FC236}">
                <a16:creationId xmlns:a16="http://schemas.microsoft.com/office/drawing/2014/main" id="{C69EDB21-80DF-4D8B-A37E-E29FE3E31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6289" y="3732213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8887" name="Rectangle 39">
            <a:extLst>
              <a:ext uri="{FF2B5EF4-FFF2-40B4-BE49-F238E27FC236}">
                <a16:creationId xmlns:a16="http://schemas.microsoft.com/office/drawing/2014/main" id="{9047CD15-29DA-4405-8260-9B1BF6981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4676" y="2911475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8888" name="Rectangle 40">
            <a:extLst>
              <a:ext uri="{FF2B5EF4-FFF2-40B4-BE49-F238E27FC236}">
                <a16:creationId xmlns:a16="http://schemas.microsoft.com/office/drawing/2014/main" id="{FCFB8651-5995-43F4-B0FB-339621B47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714" y="2895600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/2)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8889" name="Rectangle 41">
            <a:extLst>
              <a:ext uri="{FF2B5EF4-FFF2-40B4-BE49-F238E27FC236}">
                <a16:creationId xmlns:a16="http://schemas.microsoft.com/office/drawing/2014/main" id="{61F4F6EA-2D98-4C11-B41B-45C2D7BBE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5890" y="5181600"/>
            <a:ext cx="614271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>
                <a:solidFill>
                  <a:srgbClr val="009999"/>
                </a:solidFill>
              </a:rPr>
              <a:t>(1)</a:t>
            </a:r>
          </a:p>
        </p:txBody>
      </p:sp>
      <p:sp>
        <p:nvSpPr>
          <p:cNvPr id="78890" name="Text Box 42">
            <a:extLst>
              <a:ext uri="{FF2B5EF4-FFF2-40B4-BE49-F238E27FC236}">
                <a16:creationId xmlns:a16="http://schemas.microsoft.com/office/drawing/2014/main" id="{F4BDE1EE-A621-4505-BD33-431703020E20}"/>
              </a:ext>
            </a:extLst>
          </p:cNvPr>
          <p:cNvSpPr txBox="1">
            <a:spLocks noChangeArrowheads="1"/>
          </p:cNvSpPr>
          <p:nvPr/>
        </p:nvSpPr>
        <p:spPr bwMode="auto">
          <a:xfrm rot="17366799">
            <a:off x="2478650" y="4530208"/>
            <a:ext cx="343364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…</a:t>
            </a:r>
          </a:p>
        </p:txBody>
      </p:sp>
      <p:graphicFrame>
        <p:nvGraphicFramePr>
          <p:cNvPr id="78891" name="Object 43">
            <a:extLst>
              <a:ext uri="{FF2B5EF4-FFF2-40B4-BE49-F238E27FC236}">
                <a16:creationId xmlns:a16="http://schemas.microsoft.com/office/drawing/2014/main" id="{D0107EA3-B2CA-4A5D-99C5-28572A3196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96400" y="2781300"/>
          <a:ext cx="838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080" imgH="799920" progId="Equation.3">
                  <p:embed/>
                </p:oleObj>
              </mc:Choice>
              <mc:Fallback>
                <p:oleObj name="Equation" r:id="rId2" imgW="838080" imgH="799920" progId="Equation.3">
                  <p:embed/>
                  <p:pic>
                    <p:nvPicPr>
                      <p:cNvPr id="78891" name="Object 43">
                        <a:extLst>
                          <a:ext uri="{FF2B5EF4-FFF2-40B4-BE49-F238E27FC236}">
                            <a16:creationId xmlns:a16="http://schemas.microsoft.com/office/drawing/2014/main" id="{D0107EA3-B2CA-4A5D-99C5-28572A3196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6400" y="2781300"/>
                        <a:ext cx="838200" cy="800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92" name="Object 44">
            <a:extLst>
              <a:ext uri="{FF2B5EF4-FFF2-40B4-BE49-F238E27FC236}">
                <a16:creationId xmlns:a16="http://schemas.microsoft.com/office/drawing/2014/main" id="{7AF32440-6978-4519-8C88-D100759F5C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28200" y="2216150"/>
          <a:ext cx="406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080" imgH="406080" progId="Equation.3">
                  <p:embed/>
                </p:oleObj>
              </mc:Choice>
              <mc:Fallback>
                <p:oleObj name="Equation" r:id="rId4" imgW="406080" imgH="406080" progId="Equation.3">
                  <p:embed/>
                  <p:pic>
                    <p:nvPicPr>
                      <p:cNvPr id="78892" name="Object 44">
                        <a:extLst>
                          <a:ext uri="{FF2B5EF4-FFF2-40B4-BE49-F238E27FC236}">
                            <a16:creationId xmlns:a16="http://schemas.microsoft.com/office/drawing/2014/main" id="{7AF32440-6978-4519-8C88-D100759F5C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8200" y="2216150"/>
                        <a:ext cx="406400" cy="406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95" name="Rectangle 47">
            <a:extLst>
              <a:ext uri="{FF2B5EF4-FFF2-40B4-BE49-F238E27FC236}">
                <a16:creationId xmlns:a16="http://schemas.microsoft.com/office/drawing/2014/main" id="{717B895B-3891-4952-B883-406C9D724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1495" y="2133600"/>
            <a:ext cx="381836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069B98-2FFC-4F8B-BD7E-E93E14062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272781"/>
      </p:ext>
    </p:extLst>
  </p:cSld>
  <p:clrMapOvr>
    <a:masterClrMapping/>
  </p:clrMapOvr>
  <p:transition>
    <p:wipe dir="r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22" name="Line 50">
            <a:extLst>
              <a:ext uri="{FF2B5EF4-FFF2-40B4-BE49-F238E27FC236}">
                <a16:creationId xmlns:a16="http://schemas.microsoft.com/office/drawing/2014/main" id="{AA29D03E-E260-4B6E-A692-65D48BED2F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2514600"/>
            <a:ext cx="15240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23" name="Line 51">
            <a:extLst>
              <a:ext uri="{FF2B5EF4-FFF2-40B4-BE49-F238E27FC236}">
                <a16:creationId xmlns:a16="http://schemas.microsoft.com/office/drawing/2014/main" id="{588C3A46-6E54-4870-843A-12D7A48CFF8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514600"/>
            <a:ext cx="16764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F3FAF7FA-9399-4660-820E-8639D7303B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Example of recursion tree</a:t>
            </a:r>
          </a:p>
        </p:txBody>
      </p:sp>
      <p:sp>
        <p:nvSpPr>
          <p:cNvPr id="79877" name="Line 5">
            <a:extLst>
              <a:ext uri="{FF2B5EF4-FFF2-40B4-BE49-F238E27FC236}">
                <a16:creationId xmlns:a16="http://schemas.microsoft.com/office/drawing/2014/main" id="{3B484AD8-099A-4AD3-9D2E-A40BB4E88DFC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4038600"/>
            <a:ext cx="6096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96" name="Line 24">
            <a:extLst>
              <a:ext uri="{FF2B5EF4-FFF2-40B4-BE49-F238E27FC236}">
                <a16:creationId xmlns:a16="http://schemas.microsoft.com/office/drawing/2014/main" id="{C3789E4E-7EA1-434F-95D9-847F398B8CB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2438400"/>
            <a:ext cx="29718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01" name="Text Box 29">
            <a:extLst>
              <a:ext uri="{FF2B5EF4-FFF2-40B4-BE49-F238E27FC236}">
                <a16:creationId xmlns:a16="http://schemas.microsoft.com/office/drawing/2014/main" id="{41ED0D7D-2A1F-4216-9395-6338B7B79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363" y="1543050"/>
            <a:ext cx="31880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Solve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) =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 +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n/</a:t>
            </a:r>
            <a:r>
              <a:rPr lang="en-US" altLang="en-US">
                <a:solidFill>
                  <a:srgbClr val="009999"/>
                </a:solidFill>
              </a:rPr>
              <a:t>2)</a:t>
            </a:r>
            <a:r>
              <a:rPr lang="en-US" altLang="en-US" i="1">
                <a:solidFill>
                  <a:srgbClr val="009999"/>
                </a:solidFill>
              </a:rPr>
              <a:t> + 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  <a:r>
              <a:rPr lang="en-US" altLang="en-US"/>
              <a:t>:</a:t>
            </a:r>
          </a:p>
        </p:txBody>
      </p:sp>
      <p:sp>
        <p:nvSpPr>
          <p:cNvPr id="79902" name="Line 30">
            <a:extLst>
              <a:ext uri="{FF2B5EF4-FFF2-40B4-BE49-F238E27FC236}">
                <a16:creationId xmlns:a16="http://schemas.microsoft.com/office/drawing/2014/main" id="{4EBC9B85-76AD-497E-9441-2D6C09141B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82850" y="4038600"/>
            <a:ext cx="53340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06" name="Line 34">
            <a:extLst>
              <a:ext uri="{FF2B5EF4-FFF2-40B4-BE49-F238E27FC236}">
                <a16:creationId xmlns:a16="http://schemas.microsoft.com/office/drawing/2014/main" id="{C37F4280-15A0-496A-93AC-05A63736A43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162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07" name="Line 35">
            <a:extLst>
              <a:ext uri="{FF2B5EF4-FFF2-40B4-BE49-F238E27FC236}">
                <a16:creationId xmlns:a16="http://schemas.microsoft.com/office/drawing/2014/main" id="{A7F8EB6E-BF5D-4021-877C-A00D70B88D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04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08" name="Line 36">
            <a:extLst>
              <a:ext uri="{FF2B5EF4-FFF2-40B4-BE49-F238E27FC236}">
                <a16:creationId xmlns:a16="http://schemas.microsoft.com/office/drawing/2014/main" id="{C7CE5FFC-1ECC-4C8A-93CE-3B37F5F49849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86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09" name="Line 37">
            <a:extLst>
              <a:ext uri="{FF2B5EF4-FFF2-40B4-BE49-F238E27FC236}">
                <a16:creationId xmlns:a16="http://schemas.microsoft.com/office/drawing/2014/main" id="{AAF637F4-45DD-4A9F-B997-F00DAC9B00D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44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10" name="Rectangle 38">
            <a:extLst>
              <a:ext uri="{FF2B5EF4-FFF2-40B4-BE49-F238E27FC236}">
                <a16:creationId xmlns:a16="http://schemas.microsoft.com/office/drawing/2014/main" id="{97EDBFD8-7DE5-4397-9388-B1DE158E2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7966" y="3733800"/>
            <a:ext cx="84670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/16)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9911" name="Rectangle 39">
            <a:extLst>
              <a:ext uri="{FF2B5EF4-FFF2-40B4-BE49-F238E27FC236}">
                <a16:creationId xmlns:a16="http://schemas.microsoft.com/office/drawing/2014/main" id="{AA5B0748-95E3-4BD9-9D2D-A2CE7EE42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4301" y="3733800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/8)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9912" name="Rectangle 40">
            <a:extLst>
              <a:ext uri="{FF2B5EF4-FFF2-40B4-BE49-F238E27FC236}">
                <a16:creationId xmlns:a16="http://schemas.microsoft.com/office/drawing/2014/main" id="{A957CDF8-FE5F-4484-AB8D-426C1AC93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289" y="3732213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/8)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9913" name="Rectangle 41">
            <a:extLst>
              <a:ext uri="{FF2B5EF4-FFF2-40B4-BE49-F238E27FC236}">
                <a16:creationId xmlns:a16="http://schemas.microsoft.com/office/drawing/2014/main" id="{75201914-5754-4EB1-9666-B26C64977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6289" y="3732213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9914" name="Rectangle 42">
            <a:extLst>
              <a:ext uri="{FF2B5EF4-FFF2-40B4-BE49-F238E27FC236}">
                <a16:creationId xmlns:a16="http://schemas.microsoft.com/office/drawing/2014/main" id="{01ACB184-AB63-4AB5-8E7A-594A35512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4676" y="2911475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9916" name="Rectangle 44">
            <a:extLst>
              <a:ext uri="{FF2B5EF4-FFF2-40B4-BE49-F238E27FC236}">
                <a16:creationId xmlns:a16="http://schemas.microsoft.com/office/drawing/2014/main" id="{56F6D3A9-7F0F-4156-A0F7-88D257D3A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5890" y="5181600"/>
            <a:ext cx="614271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>
                <a:solidFill>
                  <a:srgbClr val="009999"/>
                </a:solidFill>
              </a:rPr>
              <a:t>(1)</a:t>
            </a:r>
          </a:p>
        </p:txBody>
      </p:sp>
      <p:sp>
        <p:nvSpPr>
          <p:cNvPr id="79917" name="Text Box 45">
            <a:extLst>
              <a:ext uri="{FF2B5EF4-FFF2-40B4-BE49-F238E27FC236}">
                <a16:creationId xmlns:a16="http://schemas.microsoft.com/office/drawing/2014/main" id="{F40B55CF-38E7-4C81-AAAD-8A5A967C9E90}"/>
              </a:ext>
            </a:extLst>
          </p:cNvPr>
          <p:cNvSpPr txBox="1">
            <a:spLocks noChangeArrowheads="1"/>
          </p:cNvSpPr>
          <p:nvPr/>
        </p:nvSpPr>
        <p:spPr bwMode="auto">
          <a:xfrm rot="17366799">
            <a:off x="2478650" y="4530208"/>
            <a:ext cx="343364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…</a:t>
            </a:r>
          </a:p>
        </p:txBody>
      </p:sp>
      <p:sp>
        <p:nvSpPr>
          <p:cNvPr id="79926" name="Line 54">
            <a:extLst>
              <a:ext uri="{FF2B5EF4-FFF2-40B4-BE49-F238E27FC236}">
                <a16:creationId xmlns:a16="http://schemas.microsoft.com/office/drawing/2014/main" id="{390FB8E4-C37C-4C86-8698-F6378C90C5E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438400"/>
            <a:ext cx="42672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79927" name="Object 55">
            <a:extLst>
              <a:ext uri="{FF2B5EF4-FFF2-40B4-BE49-F238E27FC236}">
                <a16:creationId xmlns:a16="http://schemas.microsoft.com/office/drawing/2014/main" id="{AE388280-38D7-4B37-8B6F-4666A380C1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96400" y="2781300"/>
          <a:ext cx="838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080" imgH="799920" progId="Equation.3">
                  <p:embed/>
                </p:oleObj>
              </mc:Choice>
              <mc:Fallback>
                <p:oleObj name="Equation" r:id="rId2" imgW="838080" imgH="799920" progId="Equation.3">
                  <p:embed/>
                  <p:pic>
                    <p:nvPicPr>
                      <p:cNvPr id="79927" name="Object 55">
                        <a:extLst>
                          <a:ext uri="{FF2B5EF4-FFF2-40B4-BE49-F238E27FC236}">
                            <a16:creationId xmlns:a16="http://schemas.microsoft.com/office/drawing/2014/main" id="{AE388280-38D7-4B37-8B6F-4666A380C1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6400" y="2781300"/>
                        <a:ext cx="838200" cy="800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28" name="Object 56">
            <a:extLst>
              <a:ext uri="{FF2B5EF4-FFF2-40B4-BE49-F238E27FC236}">
                <a16:creationId xmlns:a16="http://schemas.microsoft.com/office/drawing/2014/main" id="{68A8B939-1522-4FCC-A09C-530B6A1F17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28200" y="2216150"/>
          <a:ext cx="406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080" imgH="406080" progId="Equation.3">
                  <p:embed/>
                </p:oleObj>
              </mc:Choice>
              <mc:Fallback>
                <p:oleObj name="Equation" r:id="rId4" imgW="406080" imgH="406080" progId="Equation.3">
                  <p:embed/>
                  <p:pic>
                    <p:nvPicPr>
                      <p:cNvPr id="79928" name="Object 56">
                        <a:extLst>
                          <a:ext uri="{FF2B5EF4-FFF2-40B4-BE49-F238E27FC236}">
                            <a16:creationId xmlns:a16="http://schemas.microsoft.com/office/drawing/2014/main" id="{68A8B939-1522-4FCC-A09C-530B6A1F17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8200" y="2216150"/>
                        <a:ext cx="406400" cy="406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33" name="Object 61">
            <a:extLst>
              <a:ext uri="{FF2B5EF4-FFF2-40B4-BE49-F238E27FC236}">
                <a16:creationId xmlns:a16="http://schemas.microsoft.com/office/drawing/2014/main" id="{6491B1ED-1321-44D0-9FF9-531CDDAE23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42400" y="3619500"/>
          <a:ext cx="1092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91880" imgH="799920" progId="Equation.3">
                  <p:embed/>
                </p:oleObj>
              </mc:Choice>
              <mc:Fallback>
                <p:oleObj name="Equation" r:id="rId6" imgW="1091880" imgH="799920" progId="Equation.3">
                  <p:embed/>
                  <p:pic>
                    <p:nvPicPr>
                      <p:cNvPr id="79933" name="Object 61">
                        <a:extLst>
                          <a:ext uri="{FF2B5EF4-FFF2-40B4-BE49-F238E27FC236}">
                            <a16:creationId xmlns:a16="http://schemas.microsoft.com/office/drawing/2014/main" id="{6491B1ED-1321-44D0-9FF9-531CDDAE23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2400" y="3619500"/>
                        <a:ext cx="1092200" cy="800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24" name="Rectangle 52">
            <a:extLst>
              <a:ext uri="{FF2B5EF4-FFF2-40B4-BE49-F238E27FC236}">
                <a16:creationId xmlns:a16="http://schemas.microsoft.com/office/drawing/2014/main" id="{3ED87C2B-D710-45BE-9012-A4D970576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1495" y="2133600"/>
            <a:ext cx="381836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9935" name="Line 63">
            <a:extLst>
              <a:ext uri="{FF2B5EF4-FFF2-40B4-BE49-F238E27FC236}">
                <a16:creationId xmlns:a16="http://schemas.microsoft.com/office/drawing/2014/main" id="{CFF20314-FCD7-45B1-BC8F-EAED294585D9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3200400"/>
            <a:ext cx="16764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15" name="Rectangle 43">
            <a:extLst>
              <a:ext uri="{FF2B5EF4-FFF2-40B4-BE49-F238E27FC236}">
                <a16:creationId xmlns:a16="http://schemas.microsoft.com/office/drawing/2014/main" id="{12794229-B96B-4043-A814-5133D7F7E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714" y="2895600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/2)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9936" name="Text Box 64">
            <a:extLst>
              <a:ext uri="{FF2B5EF4-FFF2-40B4-BE49-F238E27FC236}">
                <a16:creationId xmlns:a16="http://schemas.microsoft.com/office/drawing/2014/main" id="{C3CA4878-B8E2-49D4-AD2D-7A0B0EAB620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9490637" y="4549259"/>
            <a:ext cx="3433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99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…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389ECB-9D71-4E56-8CEB-399928491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950705"/>
      </p:ext>
    </p:extLst>
  </p:cSld>
  <p:clrMapOvr>
    <a:masterClrMapping/>
  </p:clrMapOvr>
  <p:transition>
    <p:wipe dir="r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Line 2">
            <a:extLst>
              <a:ext uri="{FF2B5EF4-FFF2-40B4-BE49-F238E27FC236}">
                <a16:creationId xmlns:a16="http://schemas.microsoft.com/office/drawing/2014/main" id="{2F365EC1-6916-4AB2-A5A8-B96D339017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2514600"/>
            <a:ext cx="15240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47" name="Line 3">
            <a:extLst>
              <a:ext uri="{FF2B5EF4-FFF2-40B4-BE49-F238E27FC236}">
                <a16:creationId xmlns:a16="http://schemas.microsoft.com/office/drawing/2014/main" id="{99497231-9C55-4D02-9712-A4D907A852D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514600"/>
            <a:ext cx="16764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48" name="Rectangle 4">
            <a:extLst>
              <a:ext uri="{FF2B5EF4-FFF2-40B4-BE49-F238E27FC236}">
                <a16:creationId xmlns:a16="http://schemas.microsoft.com/office/drawing/2014/main" id="{FCC2B946-39C6-486B-8501-672516DACA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Example of recursion tree</a:t>
            </a:r>
          </a:p>
        </p:txBody>
      </p:sp>
      <p:sp>
        <p:nvSpPr>
          <p:cNvPr id="82949" name="Line 5">
            <a:extLst>
              <a:ext uri="{FF2B5EF4-FFF2-40B4-BE49-F238E27FC236}">
                <a16:creationId xmlns:a16="http://schemas.microsoft.com/office/drawing/2014/main" id="{581F3EEE-365C-49AB-96B0-BDD9BFCA3213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4038600"/>
            <a:ext cx="6096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0" name="Line 6">
            <a:extLst>
              <a:ext uri="{FF2B5EF4-FFF2-40B4-BE49-F238E27FC236}">
                <a16:creationId xmlns:a16="http://schemas.microsoft.com/office/drawing/2014/main" id="{FFD7A670-70BF-4EA8-84B2-FD0B6C9E32C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2438400"/>
            <a:ext cx="29718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1" name="Text Box 7">
            <a:extLst>
              <a:ext uri="{FF2B5EF4-FFF2-40B4-BE49-F238E27FC236}">
                <a16:creationId xmlns:a16="http://schemas.microsoft.com/office/drawing/2014/main" id="{379064F5-07DA-465D-BA9B-7E928ADFB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4363" y="1543050"/>
            <a:ext cx="31880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Solve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) =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 +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n/</a:t>
            </a:r>
            <a:r>
              <a:rPr lang="en-US" altLang="en-US">
                <a:solidFill>
                  <a:srgbClr val="009999"/>
                </a:solidFill>
              </a:rPr>
              <a:t>2)</a:t>
            </a:r>
            <a:r>
              <a:rPr lang="en-US" altLang="en-US" i="1">
                <a:solidFill>
                  <a:srgbClr val="009999"/>
                </a:solidFill>
              </a:rPr>
              <a:t> + 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  <a:r>
              <a:rPr lang="en-US" altLang="en-US"/>
              <a:t>:</a:t>
            </a:r>
          </a:p>
        </p:txBody>
      </p:sp>
      <p:sp>
        <p:nvSpPr>
          <p:cNvPr id="82952" name="Line 8">
            <a:extLst>
              <a:ext uri="{FF2B5EF4-FFF2-40B4-BE49-F238E27FC236}">
                <a16:creationId xmlns:a16="http://schemas.microsoft.com/office/drawing/2014/main" id="{1EE97045-5D9E-48DA-80E3-FEFCCB0D99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82850" y="4038600"/>
            <a:ext cx="53340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3" name="Line 9">
            <a:extLst>
              <a:ext uri="{FF2B5EF4-FFF2-40B4-BE49-F238E27FC236}">
                <a16:creationId xmlns:a16="http://schemas.microsoft.com/office/drawing/2014/main" id="{CE487553-9423-450E-AFF1-D0F8FC6DA8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162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4" name="Line 10">
            <a:extLst>
              <a:ext uri="{FF2B5EF4-FFF2-40B4-BE49-F238E27FC236}">
                <a16:creationId xmlns:a16="http://schemas.microsoft.com/office/drawing/2014/main" id="{A2CD3211-3B72-4A15-83A2-4840D027A6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04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5" name="Line 11">
            <a:extLst>
              <a:ext uri="{FF2B5EF4-FFF2-40B4-BE49-F238E27FC236}">
                <a16:creationId xmlns:a16="http://schemas.microsoft.com/office/drawing/2014/main" id="{09DBB73D-C379-4D5A-89D0-F63EB92C5C5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786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6" name="Line 12">
            <a:extLst>
              <a:ext uri="{FF2B5EF4-FFF2-40B4-BE49-F238E27FC236}">
                <a16:creationId xmlns:a16="http://schemas.microsoft.com/office/drawing/2014/main" id="{8511ACDE-0D6A-44BD-BFBC-58B1B18589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44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7" name="Rectangle 13">
            <a:extLst>
              <a:ext uri="{FF2B5EF4-FFF2-40B4-BE49-F238E27FC236}">
                <a16:creationId xmlns:a16="http://schemas.microsoft.com/office/drawing/2014/main" id="{55FAEC5B-CE2B-473F-A7C8-EBE0A5BF8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7966" y="3733800"/>
            <a:ext cx="84670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/16)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82958" name="Rectangle 14">
            <a:extLst>
              <a:ext uri="{FF2B5EF4-FFF2-40B4-BE49-F238E27FC236}">
                <a16:creationId xmlns:a16="http://schemas.microsoft.com/office/drawing/2014/main" id="{07F9F989-26C3-44B7-B41D-93F575354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4301" y="3733800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/8)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82959" name="Rectangle 15">
            <a:extLst>
              <a:ext uri="{FF2B5EF4-FFF2-40B4-BE49-F238E27FC236}">
                <a16:creationId xmlns:a16="http://schemas.microsoft.com/office/drawing/2014/main" id="{997E364E-BA72-4219-92EC-8689BF8F3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289" y="3732213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/8)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82960" name="Rectangle 16">
            <a:extLst>
              <a:ext uri="{FF2B5EF4-FFF2-40B4-BE49-F238E27FC236}">
                <a16:creationId xmlns:a16="http://schemas.microsoft.com/office/drawing/2014/main" id="{9A0283CF-8FB2-44B9-9A6F-6A8EF9D45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6289" y="3732213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82961" name="Rectangle 17">
            <a:extLst>
              <a:ext uri="{FF2B5EF4-FFF2-40B4-BE49-F238E27FC236}">
                <a16:creationId xmlns:a16="http://schemas.microsoft.com/office/drawing/2014/main" id="{32370256-7297-4F14-926E-728C3CD0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4676" y="2911475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82963" name="Rectangle 19">
            <a:extLst>
              <a:ext uri="{FF2B5EF4-FFF2-40B4-BE49-F238E27FC236}">
                <a16:creationId xmlns:a16="http://schemas.microsoft.com/office/drawing/2014/main" id="{4D3448C2-B37A-4F6F-AF15-8B01BF190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5890" y="5181600"/>
            <a:ext cx="614271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>
                <a:solidFill>
                  <a:srgbClr val="009999"/>
                </a:solidFill>
              </a:rPr>
              <a:t>(1)</a:t>
            </a:r>
          </a:p>
        </p:txBody>
      </p:sp>
      <p:sp>
        <p:nvSpPr>
          <p:cNvPr id="82964" name="Text Box 20">
            <a:extLst>
              <a:ext uri="{FF2B5EF4-FFF2-40B4-BE49-F238E27FC236}">
                <a16:creationId xmlns:a16="http://schemas.microsoft.com/office/drawing/2014/main" id="{80B445CC-080F-4526-885B-328727FD2BA1}"/>
              </a:ext>
            </a:extLst>
          </p:cNvPr>
          <p:cNvSpPr txBox="1">
            <a:spLocks noChangeArrowheads="1"/>
          </p:cNvSpPr>
          <p:nvPr/>
        </p:nvSpPr>
        <p:spPr bwMode="auto">
          <a:xfrm rot="17366799">
            <a:off x="2478650" y="4530208"/>
            <a:ext cx="343364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…</a:t>
            </a:r>
          </a:p>
        </p:txBody>
      </p:sp>
      <p:sp>
        <p:nvSpPr>
          <p:cNvPr id="82966" name="Line 22">
            <a:extLst>
              <a:ext uri="{FF2B5EF4-FFF2-40B4-BE49-F238E27FC236}">
                <a16:creationId xmlns:a16="http://schemas.microsoft.com/office/drawing/2014/main" id="{E1B1C2E1-5D88-4B0E-96D2-B3E470EA98CD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3200400"/>
            <a:ext cx="16764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67" name="Line 23">
            <a:extLst>
              <a:ext uri="{FF2B5EF4-FFF2-40B4-BE49-F238E27FC236}">
                <a16:creationId xmlns:a16="http://schemas.microsoft.com/office/drawing/2014/main" id="{EFDB78CD-45BE-473D-BEE4-15456F7A3DF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438400"/>
            <a:ext cx="42672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2968" name="Object 24">
            <a:extLst>
              <a:ext uri="{FF2B5EF4-FFF2-40B4-BE49-F238E27FC236}">
                <a16:creationId xmlns:a16="http://schemas.microsoft.com/office/drawing/2014/main" id="{E144731D-29F9-4051-85F9-31672709E5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96400" y="2781300"/>
          <a:ext cx="838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080" imgH="799920" progId="Equation.3">
                  <p:embed/>
                </p:oleObj>
              </mc:Choice>
              <mc:Fallback>
                <p:oleObj name="Equation" r:id="rId2" imgW="838080" imgH="799920" progId="Equation.3">
                  <p:embed/>
                  <p:pic>
                    <p:nvPicPr>
                      <p:cNvPr id="82968" name="Object 24">
                        <a:extLst>
                          <a:ext uri="{FF2B5EF4-FFF2-40B4-BE49-F238E27FC236}">
                            <a16:creationId xmlns:a16="http://schemas.microsoft.com/office/drawing/2014/main" id="{E144731D-29F9-4051-85F9-31672709E5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6400" y="2781300"/>
                        <a:ext cx="838200" cy="800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9" name="Object 25">
            <a:extLst>
              <a:ext uri="{FF2B5EF4-FFF2-40B4-BE49-F238E27FC236}">
                <a16:creationId xmlns:a16="http://schemas.microsoft.com/office/drawing/2014/main" id="{214E8A41-E2D9-4152-B817-748A861073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28200" y="2216150"/>
          <a:ext cx="406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080" imgH="406080" progId="Equation.3">
                  <p:embed/>
                </p:oleObj>
              </mc:Choice>
              <mc:Fallback>
                <p:oleObj name="Equation" r:id="rId4" imgW="406080" imgH="406080" progId="Equation.3">
                  <p:embed/>
                  <p:pic>
                    <p:nvPicPr>
                      <p:cNvPr id="82969" name="Object 25">
                        <a:extLst>
                          <a:ext uri="{FF2B5EF4-FFF2-40B4-BE49-F238E27FC236}">
                            <a16:creationId xmlns:a16="http://schemas.microsoft.com/office/drawing/2014/main" id="{214E8A41-E2D9-4152-B817-748A861073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8200" y="2216150"/>
                        <a:ext cx="406400" cy="406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70" name="Object 26">
            <a:extLst>
              <a:ext uri="{FF2B5EF4-FFF2-40B4-BE49-F238E27FC236}">
                <a16:creationId xmlns:a16="http://schemas.microsoft.com/office/drawing/2014/main" id="{76A397C9-C01B-4A68-80D7-1911B09236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42400" y="3619500"/>
          <a:ext cx="1092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91880" imgH="799920" progId="Equation.3">
                  <p:embed/>
                </p:oleObj>
              </mc:Choice>
              <mc:Fallback>
                <p:oleObj name="Equation" r:id="rId6" imgW="1091880" imgH="799920" progId="Equation.3">
                  <p:embed/>
                  <p:pic>
                    <p:nvPicPr>
                      <p:cNvPr id="82970" name="Object 26">
                        <a:extLst>
                          <a:ext uri="{FF2B5EF4-FFF2-40B4-BE49-F238E27FC236}">
                            <a16:creationId xmlns:a16="http://schemas.microsoft.com/office/drawing/2014/main" id="{76A397C9-C01B-4A68-80D7-1911B09236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2400" y="3619500"/>
                        <a:ext cx="1092200" cy="800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71" name="Line 27">
            <a:extLst>
              <a:ext uri="{FF2B5EF4-FFF2-40B4-BE49-F238E27FC236}">
                <a16:creationId xmlns:a16="http://schemas.microsoft.com/office/drawing/2014/main" id="{2C003EE4-5C07-475D-BB34-6653BF2F193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5181600"/>
            <a:ext cx="4572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2972" name="Object 28">
            <a:extLst>
              <a:ext uri="{FF2B5EF4-FFF2-40B4-BE49-F238E27FC236}">
                <a16:creationId xmlns:a16="http://schemas.microsoft.com/office/drawing/2014/main" id="{EF41A9CD-5677-4317-827C-775041C4DE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6150" y="5270500"/>
          <a:ext cx="4432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31960" imgH="723600" progId="Equation.3">
                  <p:embed/>
                </p:oleObj>
              </mc:Choice>
              <mc:Fallback>
                <p:oleObj name="Equation" r:id="rId8" imgW="4431960" imgH="723600" progId="Equation.3">
                  <p:embed/>
                  <p:pic>
                    <p:nvPicPr>
                      <p:cNvPr id="82972" name="Object 28">
                        <a:extLst>
                          <a:ext uri="{FF2B5EF4-FFF2-40B4-BE49-F238E27FC236}">
                            <a16:creationId xmlns:a16="http://schemas.microsoft.com/office/drawing/2014/main" id="{EF41A9CD-5677-4317-827C-775041C4DE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6150" y="5270500"/>
                        <a:ext cx="4432300" cy="723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73" name="Text Box 29">
            <a:extLst>
              <a:ext uri="{FF2B5EF4-FFF2-40B4-BE49-F238E27FC236}">
                <a16:creationId xmlns:a16="http://schemas.microsoft.com/office/drawing/2014/main" id="{FB223D20-F853-4177-B5FE-5629BC5F9DF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9490637" y="4549259"/>
            <a:ext cx="3433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99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…</a:t>
            </a:r>
          </a:p>
        </p:txBody>
      </p:sp>
      <p:sp>
        <p:nvSpPr>
          <p:cNvPr id="82974" name="Text Box 30">
            <a:extLst>
              <a:ext uri="{FF2B5EF4-FFF2-40B4-BE49-F238E27FC236}">
                <a16:creationId xmlns:a16="http://schemas.microsoft.com/office/drawing/2014/main" id="{859F97BA-82D3-438D-965F-43749863B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8172" y="5364163"/>
            <a:ext cx="85702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en-US"/>
              <a:t>Total  </a:t>
            </a:r>
            <a:r>
              <a:rPr lang="en-US" altLang="en-US">
                <a:solidFill>
                  <a:srgbClr val="009999"/>
                </a:solidFill>
              </a:rPr>
              <a:t>=</a:t>
            </a:r>
          </a:p>
        </p:txBody>
      </p:sp>
      <p:sp>
        <p:nvSpPr>
          <p:cNvPr id="82975" name="Text Box 31">
            <a:extLst>
              <a:ext uri="{FF2B5EF4-FFF2-40B4-BE49-F238E27FC236}">
                <a16:creationId xmlns:a16="http://schemas.microsoft.com/office/drawing/2014/main" id="{6C8F567F-1E1F-4E1D-9212-81EFD7281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2926" y="5897563"/>
            <a:ext cx="86273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009999"/>
                </a:solidFill>
              </a:rPr>
              <a:t>= </a:t>
            </a:r>
            <a:r>
              <a:rPr lang="en-US" altLang="en-US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  <a:r>
              <a:rPr lang="en-US" altLang="en-US">
                <a:solidFill>
                  <a:srgbClr val="009999"/>
                </a:solidFill>
              </a:rPr>
              <a:t>)</a:t>
            </a:r>
          </a:p>
        </p:txBody>
      </p:sp>
      <p:sp>
        <p:nvSpPr>
          <p:cNvPr id="82965" name="Rectangle 21">
            <a:extLst>
              <a:ext uri="{FF2B5EF4-FFF2-40B4-BE49-F238E27FC236}">
                <a16:creationId xmlns:a16="http://schemas.microsoft.com/office/drawing/2014/main" id="{C59E4EF3-CA70-4BE6-914E-5C22B1C2A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1495" y="2133600"/>
            <a:ext cx="381836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82962" name="Rectangle 18">
            <a:extLst>
              <a:ext uri="{FF2B5EF4-FFF2-40B4-BE49-F238E27FC236}">
                <a16:creationId xmlns:a16="http://schemas.microsoft.com/office/drawing/2014/main" id="{9D93F15F-9769-40A7-B1D5-F164A9B42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714" y="2895600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/2)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82976" name="Text Box 32">
            <a:extLst>
              <a:ext uri="{FF2B5EF4-FFF2-40B4-BE49-F238E27FC236}">
                <a16:creationId xmlns:a16="http://schemas.microsoft.com/office/drawing/2014/main" id="{F824F761-34C7-4CCB-A66B-B777C9218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5526" y="5897563"/>
            <a:ext cx="17143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>
                <a:solidFill>
                  <a:schemeClr val="accent2"/>
                </a:solidFill>
              </a:rPr>
              <a:t>geometric series</a:t>
            </a:r>
          </a:p>
        </p:txBody>
      </p:sp>
      <p:sp>
        <p:nvSpPr>
          <p:cNvPr id="82977" name="AutoShape 33" descr="Appendix: geometric series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FE66FA04-38B0-4D3B-B0C1-41530C0B3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10800" y="6096000"/>
            <a:ext cx="304800" cy="304800"/>
          </a:xfrm>
          <a:prstGeom prst="actionButtonInformation">
            <a:avLst/>
          </a:prstGeom>
          <a:solidFill>
            <a:schemeClr val="accent1"/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5601F5-0413-4E14-AD6F-20D8954F0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24002"/>
      </p:ext>
    </p:extLst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3CB90FDC-8624-478C-A175-744185F1F1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Appendix: geometric series</a:t>
            </a:r>
          </a:p>
        </p:txBody>
      </p:sp>
      <p:grpSp>
        <p:nvGrpSpPr>
          <p:cNvPr id="83977" name="Group 9">
            <a:extLst>
              <a:ext uri="{FF2B5EF4-FFF2-40B4-BE49-F238E27FC236}">
                <a16:creationId xmlns:a16="http://schemas.microsoft.com/office/drawing/2014/main" id="{6CD7698A-3CEF-47F4-9A75-4E9F39257C3F}"/>
              </a:ext>
            </a:extLst>
          </p:cNvPr>
          <p:cNvGrpSpPr>
            <a:grpSpLocks/>
          </p:cNvGrpSpPr>
          <p:nvPr/>
        </p:nvGrpSpPr>
        <p:grpSpPr bwMode="auto">
          <a:xfrm>
            <a:off x="3406775" y="3708400"/>
            <a:ext cx="4795838" cy="939800"/>
            <a:chOff x="1056" y="3072"/>
            <a:chExt cx="3021" cy="592"/>
          </a:xfrm>
        </p:grpSpPr>
        <p:graphicFrame>
          <p:nvGraphicFramePr>
            <p:cNvPr id="83971" name="Object 3">
              <a:extLst>
                <a:ext uri="{FF2B5EF4-FFF2-40B4-BE49-F238E27FC236}">
                  <a16:creationId xmlns:a16="http://schemas.microsoft.com/office/drawing/2014/main" id="{479A7D3D-8D8B-4D87-B27A-22CDA59648C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6" y="3072"/>
            <a:ext cx="2200" cy="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492360" imgH="939600" progId="Equation.3">
                    <p:embed/>
                  </p:oleObj>
                </mc:Choice>
                <mc:Fallback>
                  <p:oleObj name="Equation" r:id="rId2" imgW="3492360" imgH="939600" progId="Equation.3">
                    <p:embed/>
                    <p:pic>
                      <p:nvPicPr>
                        <p:cNvPr id="83971" name="Object 3">
                          <a:extLst>
                            <a:ext uri="{FF2B5EF4-FFF2-40B4-BE49-F238E27FC236}">
                              <a16:creationId xmlns:a16="http://schemas.microsoft.com/office/drawing/2014/main" id="{479A7D3D-8D8B-4D87-B27A-22CDA59648C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3072"/>
                          <a:ext cx="2200" cy="5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972" name="Text Box 4">
              <a:extLst>
                <a:ext uri="{FF2B5EF4-FFF2-40B4-BE49-F238E27FC236}">
                  <a16:creationId xmlns:a16="http://schemas.microsoft.com/office/drawing/2014/main" id="{BE2E462E-5771-4A51-A837-B75E7C3EBA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0" y="3185"/>
              <a:ext cx="7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for </a:t>
              </a:r>
              <a:r>
                <a:rPr lang="en-US" altLang="en-US">
                  <a:solidFill>
                    <a:srgbClr val="009999"/>
                  </a:solidFill>
                </a:rPr>
                <a:t>|</a:t>
              </a:r>
              <a:r>
                <a:rPr lang="en-US" altLang="en-US" i="1">
                  <a:solidFill>
                    <a:srgbClr val="009999"/>
                  </a:solidFill>
                </a:rPr>
                <a:t>x</a:t>
              </a:r>
              <a:r>
                <a:rPr lang="en-US" altLang="en-US">
                  <a:solidFill>
                    <a:srgbClr val="009999"/>
                  </a:solidFill>
                </a:rPr>
                <a:t>| &lt; 1</a:t>
              </a:r>
            </a:p>
          </p:txBody>
        </p:sp>
      </p:grpSp>
      <p:grpSp>
        <p:nvGrpSpPr>
          <p:cNvPr id="83976" name="Group 8">
            <a:extLst>
              <a:ext uri="{FF2B5EF4-FFF2-40B4-BE49-F238E27FC236}">
                <a16:creationId xmlns:a16="http://schemas.microsoft.com/office/drawing/2014/main" id="{C2AD29E5-C9F2-4938-8DF6-00E2F80D10E7}"/>
              </a:ext>
            </a:extLst>
          </p:cNvPr>
          <p:cNvGrpSpPr>
            <a:grpSpLocks/>
          </p:cNvGrpSpPr>
          <p:nvPr/>
        </p:nvGrpSpPr>
        <p:grpSpPr bwMode="auto">
          <a:xfrm>
            <a:off x="2909889" y="2286000"/>
            <a:ext cx="5754687" cy="1041400"/>
            <a:chOff x="672" y="1152"/>
            <a:chExt cx="3625" cy="656"/>
          </a:xfrm>
        </p:grpSpPr>
        <p:graphicFrame>
          <p:nvGraphicFramePr>
            <p:cNvPr id="83974" name="Object 6">
              <a:extLst>
                <a:ext uri="{FF2B5EF4-FFF2-40B4-BE49-F238E27FC236}">
                  <a16:creationId xmlns:a16="http://schemas.microsoft.com/office/drawing/2014/main" id="{C40A0401-1ED1-4793-BB93-AAA6D679D9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2" y="1152"/>
            <a:ext cx="3024" cy="6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800600" imgH="1041120" progId="Equation.3">
                    <p:embed/>
                  </p:oleObj>
                </mc:Choice>
                <mc:Fallback>
                  <p:oleObj name="Equation" r:id="rId4" imgW="4800600" imgH="1041120" progId="Equation.3">
                    <p:embed/>
                    <p:pic>
                      <p:nvPicPr>
                        <p:cNvPr id="83974" name="Object 6">
                          <a:extLst>
                            <a:ext uri="{FF2B5EF4-FFF2-40B4-BE49-F238E27FC236}">
                              <a16:creationId xmlns:a16="http://schemas.microsoft.com/office/drawing/2014/main" id="{C40A0401-1ED1-4793-BB93-AAA6D679D97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1152"/>
                          <a:ext cx="3024" cy="6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975" name="Text Box 7">
              <a:extLst>
                <a:ext uri="{FF2B5EF4-FFF2-40B4-BE49-F238E27FC236}">
                  <a16:creationId xmlns:a16="http://schemas.microsoft.com/office/drawing/2014/main" id="{13D9517D-D516-4502-ACA9-B8CB2A8619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298"/>
              <a:ext cx="60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for </a:t>
              </a:r>
              <a:r>
                <a:rPr lang="en-US" altLang="en-US" i="1">
                  <a:solidFill>
                    <a:srgbClr val="009999"/>
                  </a:solidFill>
                </a:rPr>
                <a:t>x</a:t>
              </a:r>
              <a:r>
                <a:rPr lang="en-US" altLang="en-US">
                  <a:solidFill>
                    <a:srgbClr val="009999"/>
                  </a:solidFill>
                </a:rPr>
                <a:t> </a:t>
              </a:r>
              <a:r>
                <a:rPr lang="en-US" altLang="en-US">
                  <a:solidFill>
                    <a:srgbClr val="009999"/>
                  </a:solidFill>
                  <a:latin typeface="Symbol" panose="05050102010706020507" pitchFamily="18" charset="2"/>
                </a:rPr>
                <a:t>¹</a:t>
              </a:r>
              <a:r>
                <a:rPr lang="en-US" altLang="en-US">
                  <a:solidFill>
                    <a:srgbClr val="009999"/>
                  </a:solidFill>
                </a:rPr>
                <a:t> 1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19022D-7FA5-42CD-A58C-9782B5B3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25485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207AA50-E6A0-4B93-B902-B3ED85E030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E4434D-B925-40D2-98F1-EC83B0B325B4}" type="slidenum">
              <a:rPr lang="en-US" altLang="en-US"/>
              <a:pPr/>
              <a:t>93</a:t>
            </a:fld>
            <a:endParaRPr lang="en-US" altLang="en-US"/>
          </a:p>
        </p:txBody>
      </p:sp>
      <p:sp>
        <p:nvSpPr>
          <p:cNvPr id="229378" name="Rectangle 2">
            <a:extLst>
              <a:ext uri="{FF2B5EF4-FFF2-40B4-BE49-F238E27FC236}">
                <a16:creationId xmlns:a16="http://schemas.microsoft.com/office/drawing/2014/main" id="{B6CB1C12-2412-4A55-874E-F87039D48C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Master’s method</a:t>
            </a:r>
          </a:p>
        </p:txBody>
      </p:sp>
      <p:sp>
        <p:nvSpPr>
          <p:cNvPr id="229379" name="Rectangle 3">
            <a:extLst>
              <a:ext uri="{FF2B5EF4-FFF2-40B4-BE49-F238E27FC236}">
                <a16:creationId xmlns:a16="http://schemas.microsoft.com/office/drawing/2014/main" id="{ECB01C92-0AE7-447A-A3E8-E74ED280059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74838" y="1214439"/>
            <a:ext cx="8488362" cy="5418137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400"/>
              <a:t>“Cookbook” for solving recurrences of the form:</a:t>
            </a:r>
          </a:p>
          <a:p>
            <a:pPr>
              <a:lnSpc>
                <a:spcPct val="90000"/>
              </a:lnSpc>
            </a:pPr>
            <a:endParaRPr lang="en-US" altLang="en-US" sz="2400"/>
          </a:p>
          <a:p>
            <a:pPr>
              <a:lnSpc>
                <a:spcPct val="90000"/>
              </a:lnSpc>
            </a:pPr>
            <a:endParaRPr lang="en-US" alt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/>
              <a:t>		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/>
              <a:t>			where, </a:t>
            </a:r>
            <a:r>
              <a:rPr lang="en-US" altLang="en-US" sz="2400">
                <a:latin typeface="Comic Sans MS" panose="030F0702030302020204" pitchFamily="66" charset="0"/>
              </a:rPr>
              <a:t>a </a:t>
            </a:r>
            <a:r>
              <a:rPr lang="en-US" altLang="en-US" sz="2400">
                <a:latin typeface="Comic Sans MS" panose="030F0702030302020204" pitchFamily="66" charset="0"/>
                <a:cs typeface="Arial" panose="020B0604020202020204" pitchFamily="34" charset="0"/>
              </a:rPr>
              <a:t>≥ 1</a:t>
            </a:r>
            <a:r>
              <a:rPr lang="en-US" altLang="en-US" sz="2400">
                <a:cs typeface="Arial" panose="020B0604020202020204" pitchFamily="34" charset="0"/>
              </a:rPr>
              <a:t>,</a:t>
            </a:r>
            <a:r>
              <a:rPr lang="en-US" altLang="en-US" sz="2400">
                <a:latin typeface="Comic Sans MS" panose="030F0702030302020204" pitchFamily="66" charset="0"/>
                <a:cs typeface="Arial" panose="020B0604020202020204" pitchFamily="34" charset="0"/>
              </a:rPr>
              <a:t> b &gt; 1</a:t>
            </a:r>
            <a:r>
              <a:rPr lang="en-US" altLang="en-US" sz="2400">
                <a:cs typeface="Arial" panose="020B0604020202020204" pitchFamily="34" charset="0"/>
              </a:rPr>
              <a:t>, and </a:t>
            </a:r>
            <a:r>
              <a:rPr lang="en-US" altLang="en-US" sz="2400">
                <a:latin typeface="Comic Sans MS" panose="030F0702030302020204" pitchFamily="66" charset="0"/>
                <a:cs typeface="Arial" panose="020B0604020202020204" pitchFamily="34" charset="0"/>
              </a:rPr>
              <a:t>f(n) &gt; 0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1200"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buFontTx/>
              <a:buNone/>
            </a:pPr>
            <a:r>
              <a:rPr lang="en-US" altLang="en-US" sz="3200" b="1">
                <a:cs typeface="Arial" panose="020B0604020202020204" pitchFamily="34" charset="0"/>
              </a:rPr>
              <a:t>Idea:</a:t>
            </a:r>
            <a:r>
              <a:rPr lang="en-US" altLang="en-US" sz="3200">
                <a:cs typeface="Arial" panose="020B0604020202020204" pitchFamily="34" charset="0"/>
              </a:rPr>
              <a:t> compare </a:t>
            </a:r>
            <a:r>
              <a:rPr lang="en-US" altLang="en-US" sz="32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f(n) </a:t>
            </a:r>
            <a:r>
              <a:rPr lang="en-US" altLang="en-US" sz="3200">
                <a:solidFill>
                  <a:srgbClr val="003399"/>
                </a:solidFill>
                <a:cs typeface="Arial" panose="020B0604020202020204" pitchFamily="34" charset="0"/>
              </a:rPr>
              <a:t>with</a:t>
            </a:r>
            <a:r>
              <a:rPr lang="en-US" altLang="en-US" sz="32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altLang="en-US" sz="32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n</a:t>
            </a:r>
            <a:r>
              <a:rPr lang="en-US" altLang="en-US" sz="3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log</a:t>
            </a:r>
            <a:r>
              <a:rPr lang="en-US" altLang="en-US" sz="3200" baseline="-25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</a:t>
            </a:r>
            <a:r>
              <a:rPr lang="en-US" altLang="en-US" sz="3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</a:t>
            </a:r>
            <a:r>
              <a:rPr lang="en-US" altLang="en-US" sz="3200" baseline="30000">
                <a:solidFill>
                  <a:srgbClr val="DD0111"/>
                </a:solidFill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en-US" sz="26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f(n)</a:t>
            </a:r>
            <a:r>
              <a:rPr lang="en-US" altLang="en-US" sz="2600">
                <a:solidFill>
                  <a:srgbClr val="DD0111"/>
                </a:solidFill>
                <a:cs typeface="Arial" panose="020B0604020202020204" pitchFamily="34" charset="0"/>
              </a:rPr>
              <a:t> </a:t>
            </a:r>
            <a:r>
              <a:rPr lang="en-US" altLang="en-US" sz="2600">
                <a:solidFill>
                  <a:srgbClr val="003399"/>
                </a:solidFill>
                <a:cs typeface="Arial" panose="020B0604020202020204" pitchFamily="34" charset="0"/>
              </a:rPr>
              <a:t>is asymptotically smaller or larger than </a:t>
            </a:r>
            <a:r>
              <a:rPr lang="en-US" altLang="en-US" sz="32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n</a:t>
            </a:r>
            <a:r>
              <a:rPr lang="en-US" altLang="en-US" sz="3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log</a:t>
            </a:r>
            <a:r>
              <a:rPr lang="en-US" altLang="en-US" sz="3200" baseline="-25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</a:t>
            </a:r>
            <a:r>
              <a:rPr lang="en-US" altLang="en-US" sz="3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</a:t>
            </a:r>
            <a:r>
              <a:rPr lang="en-US" altLang="en-US" sz="2600">
                <a:solidFill>
                  <a:srgbClr val="003399"/>
                </a:solidFill>
                <a:cs typeface="Arial" panose="020B0604020202020204" pitchFamily="34" charset="0"/>
              </a:rPr>
              <a:t> by a polynomial factor </a:t>
            </a:r>
            <a:r>
              <a:rPr lang="en-US" altLang="en-US" sz="26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n</a:t>
            </a:r>
            <a:r>
              <a:rPr lang="en-US" altLang="en-US" sz="2600" baseline="300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en-US" sz="2600" baseline="30000">
                <a:solidFill>
                  <a:srgbClr val="003399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n-US" altLang="en-US" sz="2600">
              <a:solidFill>
                <a:srgbClr val="DD0111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en-US" sz="26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f(n) </a:t>
            </a:r>
            <a:r>
              <a:rPr lang="en-US" altLang="en-US" sz="2600">
                <a:solidFill>
                  <a:srgbClr val="003399"/>
                </a:solidFill>
                <a:cs typeface="Arial" panose="020B0604020202020204" pitchFamily="34" charset="0"/>
                <a:sym typeface="Symbol" panose="05050102010706020507" pitchFamily="18" charset="2"/>
              </a:rPr>
              <a:t>is asymptotically equal with </a:t>
            </a:r>
            <a:r>
              <a:rPr lang="en-US" altLang="en-US" sz="32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n</a:t>
            </a:r>
            <a:r>
              <a:rPr lang="en-US" altLang="en-US" sz="3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log</a:t>
            </a:r>
            <a:r>
              <a:rPr lang="en-US" altLang="en-US" sz="3200" baseline="-25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</a:t>
            </a:r>
            <a:r>
              <a:rPr lang="en-US" altLang="en-US" sz="3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</a:t>
            </a:r>
          </a:p>
        </p:txBody>
      </p:sp>
      <p:graphicFrame>
        <p:nvGraphicFramePr>
          <p:cNvPr id="229380" name="Object 4">
            <a:extLst>
              <a:ext uri="{FF2B5EF4-FFF2-40B4-BE49-F238E27FC236}">
                <a16:creationId xmlns:a16="http://schemas.microsoft.com/office/drawing/2014/main" id="{63BEA2B8-9CC3-4D04-AB00-56F41CAE4B70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4191000" y="1676401"/>
          <a:ext cx="28956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431640" progId="Equation.3">
                  <p:embed/>
                </p:oleObj>
              </mc:Choice>
              <mc:Fallback>
                <p:oleObj name="Equation" r:id="rId2" imgW="1333440" imgH="431640" progId="Equation.3">
                  <p:embed/>
                  <p:pic>
                    <p:nvPicPr>
                      <p:cNvPr id="229380" name="Object 4">
                        <a:extLst>
                          <a:ext uri="{FF2B5EF4-FFF2-40B4-BE49-F238E27FC236}">
                            <a16:creationId xmlns:a16="http://schemas.microsoft.com/office/drawing/2014/main" id="{63BEA2B8-9CC3-4D04-AB00-56F41CAE4B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676401"/>
                        <a:ext cx="28956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79" grpId="0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68EE270-515A-4FA5-A136-D0678E2605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4B4014-FD70-456C-ACB0-5C8AAC385B16}" type="slidenum">
              <a:rPr lang="en-US" altLang="en-US"/>
              <a:pPr/>
              <a:t>94</a:t>
            </a:fld>
            <a:endParaRPr lang="en-US" altLang="en-US"/>
          </a:p>
        </p:txBody>
      </p:sp>
      <p:sp>
        <p:nvSpPr>
          <p:cNvPr id="230402" name="Rectangle 2">
            <a:extLst>
              <a:ext uri="{FF2B5EF4-FFF2-40B4-BE49-F238E27FC236}">
                <a16:creationId xmlns:a16="http://schemas.microsoft.com/office/drawing/2014/main" id="{CDE59E51-A1D6-445C-81CF-FD6ADE5D53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Master’s method</a:t>
            </a:r>
          </a:p>
        </p:txBody>
      </p:sp>
      <p:sp>
        <p:nvSpPr>
          <p:cNvPr id="230403" name="Rectangle 3">
            <a:extLst>
              <a:ext uri="{FF2B5EF4-FFF2-40B4-BE49-F238E27FC236}">
                <a16:creationId xmlns:a16="http://schemas.microsoft.com/office/drawing/2014/main" id="{5E0B63CC-9BC6-48E0-B6C1-BE2F5F302E5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74838" y="1214438"/>
            <a:ext cx="8488362" cy="5262562"/>
          </a:xfrm>
        </p:spPr>
        <p:txBody>
          <a:bodyPr>
            <a:normAutofit lnSpcReduction="10000"/>
          </a:bodyPr>
          <a:lstStyle/>
          <a:p>
            <a:r>
              <a:rPr lang="en-US" altLang="en-US" sz="2000"/>
              <a:t>“Cookbook” for solving recurrences of the form:</a:t>
            </a:r>
          </a:p>
          <a:p>
            <a:endParaRPr lang="en-US" altLang="en-US" sz="2000"/>
          </a:p>
          <a:p>
            <a:endParaRPr lang="en-US" altLang="en-US" sz="2000"/>
          </a:p>
          <a:p>
            <a:pPr>
              <a:buFontTx/>
              <a:buNone/>
            </a:pPr>
            <a:r>
              <a:rPr lang="en-US" altLang="en-US" sz="2000"/>
              <a:t>			</a:t>
            </a:r>
          </a:p>
          <a:p>
            <a:pPr>
              <a:buFontTx/>
              <a:buNone/>
            </a:pPr>
            <a:r>
              <a:rPr lang="en-US" altLang="en-US" sz="2000"/>
              <a:t>			where, </a:t>
            </a:r>
            <a:r>
              <a:rPr lang="en-US" altLang="en-US" sz="2000">
                <a:latin typeface="Comic Sans MS" panose="030F0702030302020204" pitchFamily="66" charset="0"/>
              </a:rPr>
              <a:t>a </a:t>
            </a: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</a:rPr>
              <a:t>≥ 1</a:t>
            </a:r>
            <a:r>
              <a:rPr lang="en-US" altLang="en-US" sz="2000">
                <a:cs typeface="Arial" panose="020B0604020202020204" pitchFamily="34" charset="0"/>
              </a:rPr>
              <a:t>,</a:t>
            </a: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</a:rPr>
              <a:t> b &gt; 1</a:t>
            </a:r>
            <a:r>
              <a:rPr lang="en-US" altLang="en-US" sz="2000">
                <a:cs typeface="Arial" panose="020B0604020202020204" pitchFamily="34" charset="0"/>
              </a:rPr>
              <a:t>, and </a:t>
            </a:r>
            <a:r>
              <a:rPr lang="en-US" altLang="en-US" sz="2000">
                <a:latin typeface="Comic Sans MS" panose="030F0702030302020204" pitchFamily="66" charset="0"/>
                <a:cs typeface="Arial" panose="020B0604020202020204" pitchFamily="34" charset="0"/>
              </a:rPr>
              <a:t>f(n) &gt; 0</a:t>
            </a:r>
            <a:r>
              <a:rPr lang="en-US" altLang="en-US" sz="2000">
                <a:cs typeface="Arial" panose="020B0604020202020204" pitchFamily="34" charset="0"/>
              </a:rPr>
              <a:t> </a:t>
            </a:r>
          </a:p>
          <a:p>
            <a:pPr>
              <a:buFontTx/>
              <a:buNone/>
            </a:pPr>
            <a:endParaRPr lang="en-US" altLang="en-US" sz="1000"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sz="2200" b="1">
                <a:cs typeface="Arial" panose="020B0604020202020204" pitchFamily="34" charset="0"/>
              </a:rPr>
              <a:t>Case 1:</a:t>
            </a:r>
            <a:r>
              <a:rPr lang="en-US" altLang="en-US" sz="2200">
                <a:cs typeface="Arial" panose="020B0604020202020204" pitchFamily="34" charset="0"/>
              </a:rPr>
              <a:t> if 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f(n) = O(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n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log</a:t>
            </a:r>
            <a:r>
              <a:rPr lang="en-US" altLang="en-US" sz="2200" baseline="-25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</a:t>
            </a:r>
            <a:r>
              <a:rPr lang="en-US" altLang="en-US" sz="2200" baseline="30000">
                <a:solidFill>
                  <a:srgbClr val="DD0111"/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-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)</a:t>
            </a:r>
            <a:r>
              <a:rPr lang="en-US" altLang="en-US" sz="2200"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altLang="en-US" sz="2200">
                <a:cs typeface="Arial" panose="020B0604020202020204" pitchFamily="34" charset="0"/>
              </a:rPr>
              <a:t>for some </a:t>
            </a:r>
            <a:r>
              <a:rPr lang="en-US" altLang="en-US" sz="22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 &gt; 0</a:t>
            </a:r>
            <a:r>
              <a:rPr lang="en-US" altLang="en-US" sz="2200">
                <a:cs typeface="Arial" panose="020B0604020202020204" pitchFamily="34" charset="0"/>
                <a:sym typeface="Symbol" panose="05050102010706020507" pitchFamily="18" charset="2"/>
              </a:rPr>
              <a:t>, then: 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T(n) = (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n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log</a:t>
            </a:r>
            <a:r>
              <a:rPr lang="en-US" altLang="en-US" sz="2200" baseline="-25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en-US" sz="22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sz="2200" b="1">
                <a:cs typeface="Arial" panose="020B0604020202020204" pitchFamily="34" charset="0"/>
                <a:sym typeface="Symbol" panose="05050102010706020507" pitchFamily="18" charset="2"/>
              </a:rPr>
              <a:t>Case 2:</a:t>
            </a:r>
            <a:r>
              <a:rPr lang="en-US" altLang="en-US" sz="2200">
                <a:cs typeface="Arial" panose="020B0604020202020204" pitchFamily="34" charset="0"/>
                <a:sym typeface="Symbol" panose="05050102010706020507" pitchFamily="18" charset="2"/>
              </a:rPr>
              <a:t> if 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f(n) = (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n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log</a:t>
            </a:r>
            <a:r>
              <a:rPr lang="en-US" altLang="en-US" sz="2200" baseline="-25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en-US" sz="22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en-US" sz="2200">
                <a:cs typeface="Arial" panose="020B0604020202020204" pitchFamily="34" charset="0"/>
                <a:sym typeface="Symbol" panose="05050102010706020507" pitchFamily="18" charset="2"/>
              </a:rPr>
              <a:t>then:</a:t>
            </a:r>
            <a:r>
              <a:rPr lang="en-US" altLang="en-US" sz="22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T(n) = (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n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log</a:t>
            </a:r>
            <a:r>
              <a:rPr lang="en-US" altLang="en-US" sz="2200" baseline="-25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lgn)</a:t>
            </a:r>
            <a:r>
              <a:rPr lang="en-US" altLang="en-US" sz="22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sz="2200" b="1">
                <a:cs typeface="Arial" panose="020B0604020202020204" pitchFamily="34" charset="0"/>
                <a:sym typeface="Symbol" panose="05050102010706020507" pitchFamily="18" charset="2"/>
              </a:rPr>
              <a:t>Case 3:</a:t>
            </a:r>
            <a:r>
              <a:rPr lang="en-US" altLang="en-US" sz="2200">
                <a:cs typeface="Arial" panose="020B0604020202020204" pitchFamily="34" charset="0"/>
                <a:sym typeface="Symbol" panose="05050102010706020507" pitchFamily="18" charset="2"/>
              </a:rPr>
              <a:t> if 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f(n) = (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n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log</a:t>
            </a:r>
            <a:r>
              <a:rPr lang="en-US" altLang="en-US" sz="2200" baseline="-25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</a:t>
            </a:r>
            <a:r>
              <a:rPr lang="en-US" altLang="en-US" sz="2200" baseline="30000">
                <a:solidFill>
                  <a:srgbClr val="DD0111"/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+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en-US" sz="2200">
                <a:cs typeface="Arial" panose="020B0604020202020204" pitchFamily="34" charset="0"/>
                <a:sym typeface="Symbol" panose="05050102010706020507" pitchFamily="18" charset="2"/>
              </a:rPr>
              <a:t> for some </a:t>
            </a:r>
            <a:r>
              <a:rPr lang="en-US" altLang="en-US" sz="22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 &gt; 0</a:t>
            </a:r>
            <a:r>
              <a:rPr lang="en-US" altLang="en-US" sz="2200">
                <a:cs typeface="Arial" panose="020B0604020202020204" pitchFamily="34" charset="0"/>
                <a:sym typeface="Symbol" panose="05050102010706020507" pitchFamily="18" charset="2"/>
              </a:rPr>
              <a:t>, and if 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sz="2200"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 sz="22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af(n/b) ≤ cf(n)</a:t>
            </a:r>
            <a:r>
              <a:rPr lang="en-US" altLang="en-US" sz="2200">
                <a:cs typeface="Arial" panose="020B0604020202020204" pitchFamily="34" charset="0"/>
                <a:sym typeface="Symbol" panose="05050102010706020507" pitchFamily="18" charset="2"/>
              </a:rPr>
              <a:t> for some c &lt; 1 and all sufficiently large n, then: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sz="2200">
                <a:cs typeface="Arial" panose="020B0604020202020204" pitchFamily="34" charset="0"/>
                <a:sym typeface="Symbol" panose="05050102010706020507" pitchFamily="18" charset="2"/>
              </a:rPr>
              <a:t>				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T(n) = (f(n))</a:t>
            </a:r>
          </a:p>
        </p:txBody>
      </p:sp>
      <p:graphicFrame>
        <p:nvGraphicFramePr>
          <p:cNvPr id="230404" name="Object 4">
            <a:extLst>
              <a:ext uri="{FF2B5EF4-FFF2-40B4-BE49-F238E27FC236}">
                <a16:creationId xmlns:a16="http://schemas.microsoft.com/office/drawing/2014/main" id="{3EE16571-F44C-4098-B43A-F902E19BF377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4191000" y="1676401"/>
          <a:ext cx="28956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431640" progId="Equation.3">
                  <p:embed/>
                </p:oleObj>
              </mc:Choice>
              <mc:Fallback>
                <p:oleObj name="Equation" r:id="rId2" imgW="1333440" imgH="431640" progId="Equation.3">
                  <p:embed/>
                  <p:pic>
                    <p:nvPicPr>
                      <p:cNvPr id="230404" name="Object 4">
                        <a:extLst>
                          <a:ext uri="{FF2B5EF4-FFF2-40B4-BE49-F238E27FC236}">
                            <a16:creationId xmlns:a16="http://schemas.microsoft.com/office/drawing/2014/main" id="{3EE16571-F44C-4098-B43A-F902E19BF3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676401"/>
                        <a:ext cx="28956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0405" name="Group 5">
            <a:extLst>
              <a:ext uri="{FF2B5EF4-FFF2-40B4-BE49-F238E27FC236}">
                <a16:creationId xmlns:a16="http://schemas.microsoft.com/office/drawing/2014/main" id="{5B88EB37-E065-4351-90C5-502DEC5F1FE8}"/>
              </a:ext>
            </a:extLst>
          </p:cNvPr>
          <p:cNvGrpSpPr>
            <a:grpSpLocks/>
          </p:cNvGrpSpPr>
          <p:nvPr/>
        </p:nvGrpSpPr>
        <p:grpSpPr bwMode="auto">
          <a:xfrm>
            <a:off x="2217738" y="5529263"/>
            <a:ext cx="2101850" cy="900112"/>
            <a:chOff x="432" y="3456"/>
            <a:chExt cx="1324" cy="567"/>
          </a:xfrm>
        </p:grpSpPr>
        <p:sp>
          <p:nvSpPr>
            <p:cNvPr id="230406" name="Text Box 6">
              <a:extLst>
                <a:ext uri="{FF2B5EF4-FFF2-40B4-BE49-F238E27FC236}">
                  <a16:creationId xmlns:a16="http://schemas.microsoft.com/office/drawing/2014/main" id="{C93FC878-1308-4FFD-A4FC-F627203679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792"/>
              <a:ext cx="13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regularity condition</a:t>
              </a:r>
            </a:p>
          </p:txBody>
        </p:sp>
        <p:sp>
          <p:nvSpPr>
            <p:cNvPr id="230407" name="Freeform 7">
              <a:extLst>
                <a:ext uri="{FF2B5EF4-FFF2-40B4-BE49-F238E27FC236}">
                  <a16:creationId xmlns:a16="http://schemas.microsoft.com/office/drawing/2014/main" id="{A67D7709-D0B4-472A-9E2C-46AC416764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" y="3456"/>
              <a:ext cx="104" cy="336"/>
            </a:xfrm>
            <a:custGeom>
              <a:avLst/>
              <a:gdLst>
                <a:gd name="T0" fmla="*/ 56 w 104"/>
                <a:gd name="T1" fmla="*/ 336 h 336"/>
                <a:gd name="T2" fmla="*/ 56 w 104"/>
                <a:gd name="T3" fmla="*/ 240 h 336"/>
                <a:gd name="T4" fmla="*/ 8 w 104"/>
                <a:gd name="T5" fmla="*/ 144 h 336"/>
                <a:gd name="T6" fmla="*/ 104 w 104"/>
                <a:gd name="T7" fmla="*/ 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4" h="336">
                  <a:moveTo>
                    <a:pt x="56" y="336"/>
                  </a:moveTo>
                  <a:cubicBezTo>
                    <a:pt x="60" y="304"/>
                    <a:pt x="64" y="272"/>
                    <a:pt x="56" y="240"/>
                  </a:cubicBezTo>
                  <a:cubicBezTo>
                    <a:pt x="48" y="208"/>
                    <a:pt x="0" y="184"/>
                    <a:pt x="8" y="144"/>
                  </a:cubicBezTo>
                  <a:cubicBezTo>
                    <a:pt x="16" y="104"/>
                    <a:pt x="60" y="52"/>
                    <a:pt x="10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3" grpId="0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39B482D-FADD-494E-A3C4-5E3FC2E4AC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5AEB53-EF73-4C8B-B3BC-560A9CE2D253}" type="slidenum">
              <a:rPr lang="en-US" altLang="en-US"/>
              <a:pPr/>
              <a:t>95</a:t>
            </a:fld>
            <a:endParaRPr lang="en-US" altLang="en-US"/>
          </a:p>
        </p:txBody>
      </p:sp>
      <p:sp>
        <p:nvSpPr>
          <p:cNvPr id="232450" name="Rectangle 2">
            <a:extLst>
              <a:ext uri="{FF2B5EF4-FFF2-40B4-BE49-F238E27FC236}">
                <a16:creationId xmlns:a16="http://schemas.microsoft.com/office/drawing/2014/main" id="{2292EDBA-96A6-458C-8993-CCBFB4FB7E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Examples</a:t>
            </a:r>
          </a:p>
        </p:txBody>
      </p:sp>
      <p:sp>
        <p:nvSpPr>
          <p:cNvPr id="232451" name="Rectangle 3">
            <a:extLst>
              <a:ext uri="{FF2B5EF4-FFF2-40B4-BE49-F238E27FC236}">
                <a16:creationId xmlns:a16="http://schemas.microsoft.com/office/drawing/2014/main" id="{0C428B1E-984C-49F3-A2D2-2992CC09E6B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74838" y="1214439"/>
            <a:ext cx="8412162" cy="5076825"/>
          </a:xfrm>
        </p:spPr>
        <p:txBody>
          <a:bodyPr/>
          <a:lstStyle/>
          <a:p>
            <a:pPr algn="ctr">
              <a:lnSpc>
                <a:spcPct val="200000"/>
              </a:lnSpc>
              <a:buFontTx/>
              <a:buNone/>
            </a:pP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T(n) = 2T(n/2) + n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	</a:t>
            </a:r>
          </a:p>
          <a:p>
            <a:pPr>
              <a:lnSpc>
                <a:spcPct val="200000"/>
              </a:lnSpc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a = 2, b = 2, log</a:t>
            </a:r>
            <a:r>
              <a:rPr lang="en-US" altLang="en-US" baseline="-25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 = 1</a:t>
            </a:r>
          </a:p>
          <a:p>
            <a:pPr>
              <a:lnSpc>
                <a:spcPct val="200000"/>
              </a:lnSpc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Compare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baseline="30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log</a:t>
            </a:r>
            <a:r>
              <a:rPr lang="en-US" altLang="en-US" baseline="-25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baseline="30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with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f(n) = n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200000"/>
              </a:lnSpc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 f(n) = (n) 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Case 2 </a:t>
            </a:r>
          </a:p>
          <a:p>
            <a:pPr>
              <a:lnSpc>
                <a:spcPct val="200000"/>
              </a:lnSpc>
              <a:buFontTx/>
              <a:buNone/>
            </a:pPr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n-US" altLang="en-US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T(n) = (nlgn)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CAC58C7-D115-48C8-BC05-4C99AFED0ABB}"/>
                  </a:ext>
                </a:extLst>
              </p14:cNvPr>
              <p14:cNvContentPartPr/>
              <p14:nvPr/>
            </p14:nvContentPartPr>
            <p14:xfrm>
              <a:off x="5706360" y="1491840"/>
              <a:ext cx="1385640" cy="708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CAC58C7-D115-48C8-BC05-4C99AFED0A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97000" y="1482480"/>
                <a:ext cx="1404360" cy="72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1" grpId="0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5ECC474-CB9D-4DEC-8C42-3A56D73606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0791C7E-FC67-4FCF-99AB-BCB74C124906}" type="slidenum">
              <a:rPr lang="en-US" altLang="en-US"/>
              <a:pPr/>
              <a:t>96</a:t>
            </a:fld>
            <a:endParaRPr lang="en-US" altLang="en-US"/>
          </a:p>
        </p:txBody>
      </p:sp>
      <p:sp>
        <p:nvSpPr>
          <p:cNvPr id="233474" name="Rectangle 2">
            <a:extLst>
              <a:ext uri="{FF2B5EF4-FFF2-40B4-BE49-F238E27FC236}">
                <a16:creationId xmlns:a16="http://schemas.microsoft.com/office/drawing/2014/main" id="{BD4B4577-B444-47CA-B73A-4EAA168B5C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Examples</a:t>
            </a:r>
          </a:p>
        </p:txBody>
      </p:sp>
      <p:sp>
        <p:nvSpPr>
          <p:cNvPr id="233475" name="Rectangle 3">
            <a:extLst>
              <a:ext uri="{FF2B5EF4-FFF2-40B4-BE49-F238E27FC236}">
                <a16:creationId xmlns:a16="http://schemas.microsoft.com/office/drawing/2014/main" id="{C5EC0627-CE66-4E75-BDED-0852D81E3D6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74838" y="1214439"/>
            <a:ext cx="8412162" cy="5076825"/>
          </a:xfrm>
        </p:spPr>
        <p:txBody>
          <a:bodyPr/>
          <a:lstStyle/>
          <a:p>
            <a:pPr algn="ctr">
              <a:lnSpc>
                <a:spcPct val="130000"/>
              </a:lnSpc>
              <a:buFontTx/>
              <a:buNone/>
            </a:pPr>
            <a:r>
              <a:rPr lang="en-US" altLang="en-US" sz="24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T(n) = 2T(n/2) + n</a:t>
            </a:r>
            <a:r>
              <a:rPr lang="en-US" altLang="en-US" baseline="30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		</a:t>
            </a: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a = 2, b = 2, log</a:t>
            </a:r>
            <a:r>
              <a:rPr lang="en-US" altLang="en-US" baseline="-25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 = 1</a:t>
            </a: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Compare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with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f(n) = n</a:t>
            </a:r>
            <a:r>
              <a:rPr lang="en-US" altLang="en-US" baseline="30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 f(n) = (n</a:t>
            </a:r>
            <a:r>
              <a:rPr lang="en-US" altLang="en-US" baseline="30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1+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) 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Case 3</a:t>
            </a:r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verify regularity cond.</a:t>
            </a: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a f(n/b) ≤ c f(n) </a:t>
            </a: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 2 n</a:t>
            </a:r>
            <a:r>
              <a:rPr lang="en-US" altLang="en-US" baseline="30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/4 ≤ c n</a:t>
            </a:r>
            <a:r>
              <a:rPr lang="en-US" altLang="en-US" baseline="30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 c = ½ </a:t>
            </a:r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is a solution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(c&lt;1)</a:t>
            </a: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 </a:t>
            </a:r>
            <a:r>
              <a:rPr lang="en-US" altLang="en-US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T(n) = (n</a:t>
            </a:r>
            <a:r>
              <a:rPr lang="en-US" altLang="en-US" baseline="300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5" grpId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11AF403-180A-48D9-84F2-05E679A3BB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D60624-6FB4-4AC4-958E-AED7CCBDC08C}" type="slidenum">
              <a:rPr lang="en-US" altLang="en-US"/>
              <a:pPr/>
              <a:t>97</a:t>
            </a:fld>
            <a:endParaRPr lang="en-US" altLang="en-US"/>
          </a:p>
        </p:txBody>
      </p:sp>
      <p:sp>
        <p:nvSpPr>
          <p:cNvPr id="234498" name="Rectangle 2">
            <a:extLst>
              <a:ext uri="{FF2B5EF4-FFF2-40B4-BE49-F238E27FC236}">
                <a16:creationId xmlns:a16="http://schemas.microsoft.com/office/drawing/2014/main" id="{B8236356-6911-4E1D-B55E-DAFCD22921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Examples (cont.)</a:t>
            </a:r>
          </a:p>
        </p:txBody>
      </p:sp>
      <p:sp>
        <p:nvSpPr>
          <p:cNvPr id="234499" name="Rectangle 3">
            <a:extLst>
              <a:ext uri="{FF2B5EF4-FFF2-40B4-BE49-F238E27FC236}">
                <a16:creationId xmlns:a16="http://schemas.microsoft.com/office/drawing/2014/main" id="{481E1D75-9E2F-4E0B-B45A-DCCDC22FB4B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74838" y="1214439"/>
            <a:ext cx="8412162" cy="5076825"/>
          </a:xfrm>
        </p:spPr>
        <p:txBody>
          <a:bodyPr/>
          <a:lstStyle/>
          <a:p>
            <a:pPr algn="ctr">
              <a:lnSpc>
                <a:spcPct val="200000"/>
              </a:lnSpc>
              <a:buFontTx/>
              <a:buNone/>
            </a:pPr>
            <a:r>
              <a:rPr lang="en-US" altLang="en-US" sz="24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T(n) = 2T(n/2) + 		 </a:t>
            </a:r>
          </a:p>
          <a:p>
            <a:pPr>
              <a:lnSpc>
                <a:spcPct val="200000"/>
              </a:lnSpc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a = 2, b = 2, log</a:t>
            </a:r>
            <a:r>
              <a:rPr lang="en-US" altLang="en-US" baseline="-25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 = 1</a:t>
            </a:r>
          </a:p>
          <a:p>
            <a:pPr>
              <a:lnSpc>
                <a:spcPct val="200000"/>
              </a:lnSpc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Compare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n </a:t>
            </a:r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with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f(n) = n</a:t>
            </a:r>
            <a:r>
              <a:rPr lang="en-US" altLang="en-US" baseline="30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1/2</a:t>
            </a:r>
            <a:r>
              <a:rPr lang="en-US" altLang="en-US" baseline="30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200000"/>
              </a:lnSpc>
              <a:buFontTx/>
              <a:buNone/>
            </a:pPr>
            <a:r>
              <a:rPr lang="en-US" altLang="en-US" baseline="30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 f(n) = O(n</a:t>
            </a:r>
            <a:r>
              <a:rPr lang="en-US" altLang="en-US" baseline="30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1-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) 	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Case 1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200000"/>
              </a:lnSpc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 </a:t>
            </a:r>
            <a:r>
              <a:rPr lang="en-US" altLang="en-US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T(n) = (n)</a:t>
            </a:r>
          </a:p>
        </p:txBody>
      </p:sp>
      <p:graphicFrame>
        <p:nvGraphicFramePr>
          <p:cNvPr id="234500" name="Object 4">
            <a:extLst>
              <a:ext uri="{FF2B5EF4-FFF2-40B4-BE49-F238E27FC236}">
                <a16:creationId xmlns:a16="http://schemas.microsoft.com/office/drawing/2014/main" id="{3388BCF8-1A15-485D-AA0A-8DEDAFDDC76B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6891339" y="1473200"/>
          <a:ext cx="630237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00" imgH="228600" progId="Equation.3">
                  <p:embed/>
                </p:oleObj>
              </mc:Choice>
              <mc:Fallback>
                <p:oleObj name="Equation" r:id="rId2" imgW="241200" imgH="228600" progId="Equation.3">
                  <p:embed/>
                  <p:pic>
                    <p:nvPicPr>
                      <p:cNvPr id="234500" name="Object 4">
                        <a:extLst>
                          <a:ext uri="{FF2B5EF4-FFF2-40B4-BE49-F238E27FC236}">
                            <a16:creationId xmlns:a16="http://schemas.microsoft.com/office/drawing/2014/main" id="{3388BCF8-1A15-485D-AA0A-8DEDAFDDC7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1339" y="1473200"/>
                        <a:ext cx="630237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499" grpId="0" build="p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4C5D5AF1-E4E0-4CDA-83A1-0EE3D74702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</a:t>
            </a:r>
          </a:p>
        </p:txBody>
      </p:sp>
      <p:sp>
        <p:nvSpPr>
          <p:cNvPr id="88067" name="Text Box 3">
            <a:extLst>
              <a:ext uri="{FF2B5EF4-FFF2-40B4-BE49-F238E27FC236}">
                <a16:creationId xmlns:a16="http://schemas.microsoft.com/office/drawing/2014/main" id="{9D745A41-657B-45AF-9714-A234B3067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828800"/>
            <a:ext cx="8763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endParaRPr lang="en-US" altLang="en-US"/>
          </a:p>
        </p:txBody>
      </p:sp>
      <p:sp>
        <p:nvSpPr>
          <p:cNvPr id="88068" name="Text Box 4">
            <a:extLst>
              <a:ext uri="{FF2B5EF4-FFF2-40B4-BE49-F238E27FC236}">
                <a16:creationId xmlns:a16="http://schemas.microsoft.com/office/drawing/2014/main" id="{2E6108A0-6AA6-4D31-B723-E7B7CF37E9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828800"/>
            <a:ext cx="8153400" cy="1865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90563" indent="-6905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048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 b="1" i="1">
                <a:solidFill>
                  <a:schemeClr val="accent2"/>
                </a:solidFill>
              </a:rPr>
              <a:t>Ex.</a:t>
            </a:r>
            <a:r>
              <a:rPr lang="en-US" altLang="en-US" sz="3200" i="1">
                <a:solidFill>
                  <a:srgbClr val="009999"/>
                </a:solidFill>
              </a:rPr>
              <a:t> T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= 4</a:t>
            </a:r>
            <a:r>
              <a:rPr lang="en-US" altLang="en-US" sz="3200" i="1">
                <a:solidFill>
                  <a:srgbClr val="009999"/>
                </a:solidFill>
              </a:rPr>
              <a:t>T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/2) +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endParaRPr lang="en-US" altLang="en-US" sz="3200" i="1"/>
          </a:p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 i="1">
                <a:solidFill>
                  <a:srgbClr val="009999"/>
                </a:solidFill>
              </a:rPr>
              <a:t>	a =</a:t>
            </a:r>
            <a:r>
              <a:rPr lang="en-US" altLang="en-US" sz="3200">
                <a:solidFill>
                  <a:srgbClr val="009999"/>
                </a:solidFill>
              </a:rPr>
              <a:t> 4</a:t>
            </a:r>
            <a:r>
              <a:rPr lang="en-US" altLang="en-US" sz="3200"/>
              <a:t>, </a:t>
            </a:r>
            <a:r>
              <a:rPr lang="en-US" altLang="en-US" sz="3200" i="1">
                <a:solidFill>
                  <a:srgbClr val="009999"/>
                </a:solidFill>
              </a:rPr>
              <a:t>b</a:t>
            </a:r>
            <a:r>
              <a:rPr lang="en-US" altLang="en-US" sz="3200">
                <a:solidFill>
                  <a:srgbClr val="009999"/>
                </a:solidFill>
              </a:rPr>
              <a:t> = 2 </a:t>
            </a:r>
            <a:r>
              <a:rPr lang="en-US" altLang="en-US" sz="3200">
                <a:sym typeface="Symbol" panose="05050102010706020507" pitchFamily="18" charset="2"/>
              </a:rPr>
              <a:t></a:t>
            </a:r>
            <a:r>
              <a:rPr lang="en-US" altLang="en-US" sz="3200"/>
              <a:t>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log</a:t>
            </a:r>
            <a:r>
              <a:rPr lang="en-US" altLang="en-US" sz="3200" i="1" baseline="16000">
                <a:solidFill>
                  <a:srgbClr val="009999"/>
                </a:solidFill>
              </a:rPr>
              <a:t>b</a:t>
            </a:r>
            <a:r>
              <a:rPr lang="en-US" altLang="en-US" sz="3200" i="1" baseline="30000">
                <a:solidFill>
                  <a:srgbClr val="009999"/>
                </a:solidFill>
              </a:rPr>
              <a:t>a </a:t>
            </a:r>
            <a:r>
              <a:rPr lang="en-US" altLang="en-US" sz="3200">
                <a:solidFill>
                  <a:srgbClr val="009999"/>
                </a:solidFill>
              </a:rPr>
              <a:t>=</a:t>
            </a:r>
            <a:r>
              <a:rPr lang="en-US" altLang="en-US" sz="3200"/>
              <a:t>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2</a:t>
            </a:r>
            <a:r>
              <a:rPr lang="en-US" altLang="en-US" sz="3200"/>
              <a:t>; </a:t>
            </a:r>
            <a:r>
              <a:rPr lang="en-US" altLang="en-US" sz="3200" i="1">
                <a:solidFill>
                  <a:srgbClr val="009999"/>
                </a:solidFill>
              </a:rPr>
              <a:t>f</a:t>
            </a:r>
            <a:r>
              <a:rPr lang="en-US" altLang="en-US" sz="1800">
                <a:solidFill>
                  <a:srgbClr val="009999"/>
                </a:solidFill>
              </a:rPr>
              <a:t> 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=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i="1"/>
              <a:t>.</a:t>
            </a:r>
          </a:p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 i="1"/>
              <a:t>	</a:t>
            </a:r>
            <a:r>
              <a:rPr lang="en-US" altLang="en-US" sz="3200" b="1"/>
              <a:t>C</a:t>
            </a:r>
            <a:r>
              <a:rPr lang="en-US" altLang="en-US" b="1"/>
              <a:t>ASE</a:t>
            </a:r>
            <a:r>
              <a:rPr lang="en-US" altLang="en-US" sz="3200" b="1"/>
              <a:t> 1</a:t>
            </a:r>
            <a:r>
              <a:rPr lang="en-US" altLang="en-US" sz="3200"/>
              <a:t>: </a:t>
            </a:r>
            <a:r>
              <a:rPr lang="en-US" altLang="en-US" sz="3200" i="1">
                <a:solidFill>
                  <a:srgbClr val="009999"/>
                </a:solidFill>
              </a:rPr>
              <a:t>f</a:t>
            </a:r>
            <a:r>
              <a:rPr lang="en-US" altLang="en-US" sz="1600">
                <a:solidFill>
                  <a:srgbClr val="009999"/>
                </a:solidFill>
              </a:rPr>
              <a:t> 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= </a:t>
            </a:r>
            <a:r>
              <a:rPr lang="en-US" altLang="en-US" sz="3200" i="1">
                <a:solidFill>
                  <a:srgbClr val="009999"/>
                </a:solidFill>
              </a:rPr>
              <a:t>O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2</a:t>
            </a:r>
            <a:r>
              <a:rPr lang="en-US" altLang="en-US" sz="3200" i="1" baseline="30000">
                <a:solidFill>
                  <a:srgbClr val="009999"/>
                </a:solidFill>
              </a:rPr>
              <a:t> </a:t>
            </a:r>
            <a:r>
              <a:rPr lang="en-US" altLang="en-US" sz="3200" baseline="30000">
                <a:solidFill>
                  <a:srgbClr val="009999"/>
                </a:solidFill>
              </a:rPr>
              <a:t>– </a:t>
            </a:r>
            <a:r>
              <a:rPr lang="en-US" altLang="en-US" sz="3200" baseline="30000">
                <a:solidFill>
                  <a:srgbClr val="009999"/>
                </a:solidFill>
                <a:latin typeface="Symbol" panose="05050102010706020507" pitchFamily="18" charset="2"/>
              </a:rPr>
              <a:t>e</a:t>
            </a:r>
            <a:r>
              <a:rPr lang="en-US" altLang="en-US" sz="3200">
                <a:solidFill>
                  <a:srgbClr val="009999"/>
                </a:solidFill>
              </a:rPr>
              <a:t>)</a:t>
            </a:r>
            <a:r>
              <a:rPr lang="en-US" altLang="en-US" sz="3200"/>
              <a:t> for </a:t>
            </a:r>
            <a:r>
              <a:rPr lang="en-US" altLang="en-US" sz="3200">
                <a:latin typeface="Symbol" panose="05050102010706020507" pitchFamily="18" charset="2"/>
              </a:rPr>
              <a:t>e</a:t>
            </a:r>
            <a:r>
              <a:rPr lang="en-US" altLang="en-US" sz="3200">
                <a:solidFill>
                  <a:srgbClr val="009999"/>
                </a:solidFill>
              </a:rPr>
              <a:t> = 1</a:t>
            </a:r>
            <a:r>
              <a:rPr lang="en-US" altLang="en-US" sz="3200"/>
              <a:t>.</a:t>
            </a:r>
          </a:p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/>
              <a:t>	</a:t>
            </a:r>
            <a:r>
              <a:rPr lang="en-US" altLang="en-US" sz="3200">
                <a:sym typeface="Symbol" panose="05050102010706020507" pitchFamily="18" charset="2"/>
              </a:rPr>
              <a:t> </a:t>
            </a:r>
            <a:r>
              <a:rPr lang="en-US" altLang="en-US" sz="3200" i="1">
                <a:solidFill>
                  <a:srgbClr val="009999"/>
                </a:solidFill>
              </a:rPr>
              <a:t>T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= </a:t>
            </a:r>
            <a:r>
              <a:rPr lang="en-US" altLang="en-US" sz="3200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2</a:t>
            </a:r>
            <a:r>
              <a:rPr lang="en-US" altLang="en-US" sz="3200">
                <a:solidFill>
                  <a:srgbClr val="009999"/>
                </a:solidFill>
              </a:rPr>
              <a:t>)</a:t>
            </a:r>
            <a:r>
              <a:rPr lang="en-US" altLang="en-US" sz="3200"/>
              <a:t>.</a:t>
            </a:r>
          </a:p>
        </p:txBody>
      </p:sp>
      <p:sp>
        <p:nvSpPr>
          <p:cNvPr id="88069" name="Text Box 5">
            <a:extLst>
              <a:ext uri="{FF2B5EF4-FFF2-40B4-BE49-F238E27FC236}">
                <a16:creationId xmlns:a16="http://schemas.microsoft.com/office/drawing/2014/main" id="{02ECB816-AE53-47AB-8AC1-14C285F2D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114800"/>
            <a:ext cx="8153400" cy="1865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90563" indent="-6905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048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 b="1" i="1">
                <a:solidFill>
                  <a:schemeClr val="accent2"/>
                </a:solidFill>
              </a:rPr>
              <a:t>Ex.</a:t>
            </a:r>
            <a:r>
              <a:rPr lang="en-US" altLang="en-US" sz="3200" i="1">
                <a:solidFill>
                  <a:srgbClr val="009999"/>
                </a:solidFill>
              </a:rPr>
              <a:t> T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= 4</a:t>
            </a:r>
            <a:r>
              <a:rPr lang="en-US" altLang="en-US" sz="3200" i="1">
                <a:solidFill>
                  <a:srgbClr val="009999"/>
                </a:solidFill>
              </a:rPr>
              <a:t>T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/2) +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2</a:t>
            </a:r>
            <a:endParaRPr lang="en-US" altLang="en-US" sz="3200"/>
          </a:p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 i="1">
                <a:solidFill>
                  <a:srgbClr val="009999"/>
                </a:solidFill>
              </a:rPr>
              <a:t>	a =</a:t>
            </a:r>
            <a:r>
              <a:rPr lang="en-US" altLang="en-US" sz="3200">
                <a:solidFill>
                  <a:srgbClr val="009999"/>
                </a:solidFill>
              </a:rPr>
              <a:t> 4</a:t>
            </a:r>
            <a:r>
              <a:rPr lang="en-US" altLang="en-US" sz="3200"/>
              <a:t>, </a:t>
            </a:r>
            <a:r>
              <a:rPr lang="en-US" altLang="en-US" sz="3200" i="1">
                <a:solidFill>
                  <a:srgbClr val="009999"/>
                </a:solidFill>
              </a:rPr>
              <a:t>b</a:t>
            </a:r>
            <a:r>
              <a:rPr lang="en-US" altLang="en-US" sz="3200">
                <a:solidFill>
                  <a:srgbClr val="009999"/>
                </a:solidFill>
              </a:rPr>
              <a:t> = 2 </a:t>
            </a:r>
            <a:r>
              <a:rPr lang="en-US" altLang="en-US" sz="3200">
                <a:sym typeface="Symbol" panose="05050102010706020507" pitchFamily="18" charset="2"/>
              </a:rPr>
              <a:t></a:t>
            </a:r>
            <a:r>
              <a:rPr lang="en-US" altLang="en-US" sz="3200"/>
              <a:t>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log</a:t>
            </a:r>
            <a:r>
              <a:rPr lang="en-US" altLang="en-US" sz="3200" i="1" baseline="16000">
                <a:solidFill>
                  <a:srgbClr val="009999"/>
                </a:solidFill>
              </a:rPr>
              <a:t>b</a:t>
            </a:r>
            <a:r>
              <a:rPr lang="en-US" altLang="en-US" sz="3200" i="1" baseline="30000">
                <a:solidFill>
                  <a:srgbClr val="009999"/>
                </a:solidFill>
              </a:rPr>
              <a:t>a </a:t>
            </a:r>
            <a:r>
              <a:rPr lang="en-US" altLang="en-US" sz="3200">
                <a:solidFill>
                  <a:srgbClr val="009999"/>
                </a:solidFill>
              </a:rPr>
              <a:t>=</a:t>
            </a:r>
            <a:r>
              <a:rPr lang="en-US" altLang="en-US" sz="3200"/>
              <a:t>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2</a:t>
            </a:r>
            <a:r>
              <a:rPr lang="en-US" altLang="en-US" sz="3200"/>
              <a:t>; </a:t>
            </a:r>
            <a:r>
              <a:rPr lang="en-US" altLang="en-US" sz="3200" i="1">
                <a:solidFill>
                  <a:srgbClr val="009999"/>
                </a:solidFill>
              </a:rPr>
              <a:t>f</a:t>
            </a:r>
            <a:r>
              <a:rPr lang="en-US" altLang="en-US" sz="1800">
                <a:solidFill>
                  <a:srgbClr val="009999"/>
                </a:solidFill>
              </a:rPr>
              <a:t> 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=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2</a:t>
            </a:r>
            <a:r>
              <a:rPr lang="en-US" altLang="en-US" sz="3200" i="1"/>
              <a:t>.</a:t>
            </a:r>
          </a:p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 i="1"/>
              <a:t>	 </a:t>
            </a:r>
            <a:r>
              <a:rPr lang="en-US" altLang="en-US" sz="3200" b="1"/>
              <a:t>C</a:t>
            </a:r>
            <a:r>
              <a:rPr lang="en-US" altLang="en-US" b="1"/>
              <a:t>ASE</a:t>
            </a:r>
            <a:r>
              <a:rPr lang="en-US" altLang="en-US" sz="3200" b="1"/>
              <a:t> 2</a:t>
            </a:r>
            <a:r>
              <a:rPr lang="en-US" altLang="en-US" sz="3200"/>
              <a:t>: </a:t>
            </a:r>
            <a:r>
              <a:rPr lang="en-US" altLang="en-US" sz="3200" i="1">
                <a:solidFill>
                  <a:srgbClr val="009999"/>
                </a:solidFill>
              </a:rPr>
              <a:t>f</a:t>
            </a:r>
            <a:r>
              <a:rPr lang="en-US" altLang="en-US" sz="1600">
                <a:solidFill>
                  <a:srgbClr val="009999"/>
                </a:solidFill>
              </a:rPr>
              <a:t> 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= </a:t>
            </a:r>
            <a:r>
              <a:rPr lang="en-US" altLang="en-US" sz="3200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2</a:t>
            </a:r>
            <a:r>
              <a:rPr lang="en-US" altLang="en-US" sz="3200">
                <a:solidFill>
                  <a:srgbClr val="009999"/>
                </a:solidFill>
              </a:rPr>
              <a:t>lg</a:t>
            </a:r>
            <a:r>
              <a:rPr lang="en-US" altLang="en-US" sz="3200" baseline="30000">
                <a:solidFill>
                  <a:srgbClr val="009999"/>
                </a:solidFill>
              </a:rPr>
              <a:t>0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</a:t>
            </a:r>
            <a:r>
              <a:rPr lang="en-US" altLang="en-US" sz="3200"/>
              <a:t>, that is, </a:t>
            </a:r>
            <a:r>
              <a:rPr lang="en-US" altLang="en-US" sz="3200" i="1">
                <a:solidFill>
                  <a:srgbClr val="009999"/>
                </a:solidFill>
              </a:rPr>
              <a:t>k </a:t>
            </a:r>
            <a:r>
              <a:rPr lang="en-US" altLang="en-US" sz="3200">
                <a:solidFill>
                  <a:srgbClr val="009999"/>
                </a:solidFill>
              </a:rPr>
              <a:t>= 0</a:t>
            </a:r>
            <a:r>
              <a:rPr lang="en-US" altLang="en-US" sz="3200"/>
              <a:t>.</a:t>
            </a:r>
          </a:p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/>
              <a:t>	</a:t>
            </a:r>
            <a:r>
              <a:rPr lang="en-US" altLang="en-US" sz="3200">
                <a:sym typeface="Symbol" panose="05050102010706020507" pitchFamily="18" charset="2"/>
              </a:rPr>
              <a:t> </a:t>
            </a:r>
            <a:r>
              <a:rPr lang="en-US" altLang="en-US" sz="3200" i="1">
                <a:solidFill>
                  <a:srgbClr val="009999"/>
                </a:solidFill>
              </a:rPr>
              <a:t>T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= </a:t>
            </a:r>
            <a:r>
              <a:rPr lang="en-US" altLang="en-US" sz="3200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2</a:t>
            </a:r>
            <a:r>
              <a:rPr lang="en-US" altLang="en-US" sz="3200">
                <a:solidFill>
                  <a:srgbClr val="009999"/>
                </a:solidFill>
              </a:rPr>
              <a:t>lg</a:t>
            </a:r>
            <a:r>
              <a:rPr lang="en-US" altLang="en-US" sz="1800">
                <a:solidFill>
                  <a:srgbClr val="009999"/>
                </a:solidFill>
              </a:rPr>
              <a:t>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</a:t>
            </a:r>
            <a:r>
              <a:rPr lang="en-US" altLang="en-US" sz="3200"/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E567C0-E084-4100-BAB3-9DAA6BE5D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98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9" grpId="0" autoUpdateAnimBg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F6F0E103-65FF-4303-80BD-824877CDB0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</a:t>
            </a:r>
          </a:p>
        </p:txBody>
      </p:sp>
      <p:sp>
        <p:nvSpPr>
          <p:cNvPr id="89091" name="Text Box 3">
            <a:extLst>
              <a:ext uri="{FF2B5EF4-FFF2-40B4-BE49-F238E27FC236}">
                <a16:creationId xmlns:a16="http://schemas.microsoft.com/office/drawing/2014/main" id="{898A506C-850F-43D9-BE1C-1E883625C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828800"/>
            <a:ext cx="8763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endParaRPr lang="en-US" altLang="en-US"/>
          </a:p>
        </p:txBody>
      </p:sp>
      <p:sp>
        <p:nvSpPr>
          <p:cNvPr id="89092" name="Text Box 4">
            <a:extLst>
              <a:ext uri="{FF2B5EF4-FFF2-40B4-BE49-F238E27FC236}">
                <a16:creationId xmlns:a16="http://schemas.microsoft.com/office/drawing/2014/main" id="{8CB13D8F-023E-4767-8A74-5BC42BB57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600200"/>
            <a:ext cx="81534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90563" indent="-6905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048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 b="1" i="1">
                <a:solidFill>
                  <a:schemeClr val="accent2"/>
                </a:solidFill>
              </a:rPr>
              <a:t>Ex.</a:t>
            </a:r>
            <a:r>
              <a:rPr lang="en-US" altLang="en-US" sz="3200" i="1">
                <a:solidFill>
                  <a:srgbClr val="009999"/>
                </a:solidFill>
              </a:rPr>
              <a:t> T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= 4</a:t>
            </a:r>
            <a:r>
              <a:rPr lang="en-US" altLang="en-US" sz="3200" i="1">
                <a:solidFill>
                  <a:srgbClr val="009999"/>
                </a:solidFill>
              </a:rPr>
              <a:t>T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/2) +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3</a:t>
            </a:r>
            <a:endParaRPr lang="en-US" altLang="en-US" sz="3200" i="1"/>
          </a:p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 i="1">
                <a:solidFill>
                  <a:srgbClr val="009999"/>
                </a:solidFill>
              </a:rPr>
              <a:t>	a =</a:t>
            </a:r>
            <a:r>
              <a:rPr lang="en-US" altLang="en-US" sz="3200">
                <a:solidFill>
                  <a:srgbClr val="009999"/>
                </a:solidFill>
              </a:rPr>
              <a:t> 4</a:t>
            </a:r>
            <a:r>
              <a:rPr lang="en-US" altLang="en-US" sz="3200"/>
              <a:t>, </a:t>
            </a:r>
            <a:r>
              <a:rPr lang="en-US" altLang="en-US" sz="3200" i="1">
                <a:solidFill>
                  <a:srgbClr val="009999"/>
                </a:solidFill>
              </a:rPr>
              <a:t>b</a:t>
            </a:r>
            <a:r>
              <a:rPr lang="en-US" altLang="en-US" sz="3200">
                <a:solidFill>
                  <a:srgbClr val="009999"/>
                </a:solidFill>
              </a:rPr>
              <a:t> = 2 </a:t>
            </a:r>
            <a:r>
              <a:rPr lang="en-US" altLang="en-US" sz="3200">
                <a:sym typeface="Symbol" panose="05050102010706020507" pitchFamily="18" charset="2"/>
              </a:rPr>
              <a:t></a:t>
            </a:r>
            <a:r>
              <a:rPr lang="en-US" altLang="en-US" sz="3200"/>
              <a:t>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log</a:t>
            </a:r>
            <a:r>
              <a:rPr lang="en-US" altLang="en-US" sz="3200" i="1" baseline="16000">
                <a:solidFill>
                  <a:srgbClr val="009999"/>
                </a:solidFill>
              </a:rPr>
              <a:t>b</a:t>
            </a:r>
            <a:r>
              <a:rPr lang="en-US" altLang="en-US" sz="3200" i="1" baseline="30000">
                <a:solidFill>
                  <a:srgbClr val="009999"/>
                </a:solidFill>
              </a:rPr>
              <a:t>a </a:t>
            </a:r>
            <a:r>
              <a:rPr lang="en-US" altLang="en-US" sz="3200">
                <a:solidFill>
                  <a:srgbClr val="009999"/>
                </a:solidFill>
              </a:rPr>
              <a:t>=</a:t>
            </a:r>
            <a:r>
              <a:rPr lang="en-US" altLang="en-US" sz="3200"/>
              <a:t>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2</a:t>
            </a:r>
            <a:r>
              <a:rPr lang="en-US" altLang="en-US" sz="3200"/>
              <a:t>; </a:t>
            </a:r>
            <a:r>
              <a:rPr lang="en-US" altLang="en-US" sz="3200" i="1">
                <a:solidFill>
                  <a:srgbClr val="009999"/>
                </a:solidFill>
              </a:rPr>
              <a:t>f</a:t>
            </a:r>
            <a:r>
              <a:rPr lang="en-US" altLang="en-US" sz="1800">
                <a:solidFill>
                  <a:srgbClr val="009999"/>
                </a:solidFill>
              </a:rPr>
              <a:t> 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=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3</a:t>
            </a:r>
            <a:r>
              <a:rPr lang="en-US" altLang="en-US" sz="3200" i="1"/>
              <a:t>.</a:t>
            </a:r>
          </a:p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 i="1"/>
              <a:t>	 </a:t>
            </a:r>
            <a:r>
              <a:rPr lang="en-US" altLang="en-US" sz="3200" b="1"/>
              <a:t>C</a:t>
            </a:r>
            <a:r>
              <a:rPr lang="en-US" altLang="en-US" b="1"/>
              <a:t>ASE</a:t>
            </a:r>
            <a:r>
              <a:rPr lang="en-US" altLang="en-US" sz="3200" b="1"/>
              <a:t> 3</a:t>
            </a:r>
            <a:r>
              <a:rPr lang="en-US" altLang="en-US" sz="3200"/>
              <a:t>: </a:t>
            </a:r>
            <a:r>
              <a:rPr lang="en-US" altLang="en-US" sz="3200" i="1">
                <a:solidFill>
                  <a:srgbClr val="009999"/>
                </a:solidFill>
              </a:rPr>
              <a:t>f</a:t>
            </a:r>
            <a:r>
              <a:rPr lang="en-US" altLang="en-US" sz="1600">
                <a:solidFill>
                  <a:srgbClr val="009999"/>
                </a:solidFill>
              </a:rPr>
              <a:t> 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= </a:t>
            </a:r>
            <a:r>
              <a:rPr lang="en-US" altLang="en-US" sz="3200">
                <a:solidFill>
                  <a:srgbClr val="009999"/>
                </a:solidFill>
                <a:latin typeface="Symbol" panose="05050102010706020507" pitchFamily="18" charset="2"/>
              </a:rPr>
              <a:t>W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2</a:t>
            </a:r>
            <a:r>
              <a:rPr lang="en-US" altLang="en-US" sz="3200" i="1" baseline="30000">
                <a:solidFill>
                  <a:srgbClr val="009999"/>
                </a:solidFill>
              </a:rPr>
              <a:t> </a:t>
            </a:r>
            <a:r>
              <a:rPr lang="en-US" altLang="en-US" sz="3200" baseline="30000">
                <a:solidFill>
                  <a:srgbClr val="009999"/>
                </a:solidFill>
              </a:rPr>
              <a:t>+ </a:t>
            </a:r>
            <a:r>
              <a:rPr lang="en-US" altLang="en-US" sz="3200" baseline="30000">
                <a:solidFill>
                  <a:srgbClr val="009999"/>
                </a:solidFill>
                <a:latin typeface="Symbol" panose="05050102010706020507" pitchFamily="18" charset="2"/>
              </a:rPr>
              <a:t>e</a:t>
            </a:r>
            <a:r>
              <a:rPr lang="en-US" altLang="en-US" sz="3200">
                <a:solidFill>
                  <a:srgbClr val="009999"/>
                </a:solidFill>
              </a:rPr>
              <a:t>)</a:t>
            </a:r>
            <a:r>
              <a:rPr lang="en-US" altLang="en-US" sz="3200"/>
              <a:t> for </a:t>
            </a:r>
            <a:r>
              <a:rPr lang="en-US" altLang="en-US" sz="3200">
                <a:solidFill>
                  <a:srgbClr val="009999"/>
                </a:solidFill>
                <a:latin typeface="Symbol" panose="05050102010706020507" pitchFamily="18" charset="2"/>
              </a:rPr>
              <a:t>e</a:t>
            </a:r>
            <a:r>
              <a:rPr lang="en-US" altLang="en-US" sz="3200">
                <a:solidFill>
                  <a:srgbClr val="009999"/>
                </a:solidFill>
              </a:rPr>
              <a:t> = 1</a:t>
            </a:r>
          </a:p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>
                <a:solidFill>
                  <a:srgbClr val="009999"/>
                </a:solidFill>
              </a:rPr>
              <a:t>	</a:t>
            </a:r>
            <a:r>
              <a:rPr lang="en-US" altLang="en-US" sz="3200" b="1" i="1"/>
              <a:t>and</a:t>
            </a:r>
            <a:r>
              <a:rPr lang="en-US" altLang="en-US" sz="3200"/>
              <a:t> </a:t>
            </a:r>
            <a:r>
              <a:rPr lang="en-US" altLang="en-US" sz="3200">
                <a:solidFill>
                  <a:srgbClr val="009999"/>
                </a:solidFill>
              </a:rPr>
              <a:t>4(</a:t>
            </a:r>
            <a:r>
              <a:rPr lang="en-US" altLang="en-US" sz="3200" i="1">
                <a:solidFill>
                  <a:srgbClr val="009999"/>
                </a:solidFill>
              </a:rPr>
              <a:t>cn</a:t>
            </a:r>
            <a:r>
              <a:rPr lang="en-US" altLang="en-US" sz="3200">
                <a:solidFill>
                  <a:srgbClr val="009999"/>
                </a:solidFill>
              </a:rPr>
              <a:t>/2)</a:t>
            </a:r>
            <a:r>
              <a:rPr lang="en-US" altLang="en-US" sz="3200" baseline="30000">
                <a:solidFill>
                  <a:srgbClr val="009999"/>
                </a:solidFill>
              </a:rPr>
              <a:t>3</a:t>
            </a:r>
            <a:r>
              <a:rPr lang="en-US" altLang="en-US" sz="3200">
                <a:solidFill>
                  <a:srgbClr val="009999"/>
                </a:solidFill>
              </a:rPr>
              <a:t> </a:t>
            </a:r>
            <a:r>
              <a:rPr lang="en-US" altLang="en-US" sz="3200">
                <a:solidFill>
                  <a:srgbClr val="009999"/>
                </a:solidFill>
                <a:latin typeface="Symbol" panose="05050102010706020507" pitchFamily="18" charset="2"/>
              </a:rPr>
              <a:t>£</a:t>
            </a:r>
            <a:r>
              <a:rPr lang="en-US" altLang="en-US" sz="3200">
                <a:solidFill>
                  <a:srgbClr val="009999"/>
                </a:solidFill>
              </a:rPr>
              <a:t> </a:t>
            </a:r>
            <a:r>
              <a:rPr lang="en-US" altLang="en-US" sz="3200" i="1">
                <a:solidFill>
                  <a:srgbClr val="009999"/>
                </a:solidFill>
              </a:rPr>
              <a:t>cn</a:t>
            </a:r>
            <a:r>
              <a:rPr lang="en-US" altLang="en-US" sz="3200" baseline="30000">
                <a:solidFill>
                  <a:srgbClr val="009999"/>
                </a:solidFill>
              </a:rPr>
              <a:t>3 </a:t>
            </a:r>
            <a:r>
              <a:rPr lang="en-US" altLang="en-US" sz="3200"/>
              <a:t>(reg. cond.) for </a:t>
            </a:r>
            <a:r>
              <a:rPr lang="en-US" altLang="en-US" sz="3200" i="1">
                <a:solidFill>
                  <a:srgbClr val="009999"/>
                </a:solidFill>
              </a:rPr>
              <a:t>c</a:t>
            </a:r>
            <a:r>
              <a:rPr lang="en-US" altLang="en-US" sz="3200">
                <a:solidFill>
                  <a:srgbClr val="009999"/>
                </a:solidFill>
              </a:rPr>
              <a:t> = 1/2</a:t>
            </a:r>
            <a:r>
              <a:rPr lang="en-US" altLang="en-US" sz="3200"/>
              <a:t>.</a:t>
            </a:r>
          </a:p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/>
              <a:t>	</a:t>
            </a:r>
            <a:r>
              <a:rPr lang="en-US" altLang="en-US" sz="3200">
                <a:sym typeface="Symbol" panose="05050102010706020507" pitchFamily="18" charset="2"/>
              </a:rPr>
              <a:t> </a:t>
            </a:r>
            <a:r>
              <a:rPr lang="en-US" altLang="en-US" sz="3200" i="1">
                <a:solidFill>
                  <a:srgbClr val="009999"/>
                </a:solidFill>
              </a:rPr>
              <a:t>T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= </a:t>
            </a:r>
            <a:r>
              <a:rPr lang="en-US" altLang="en-US" sz="3200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3</a:t>
            </a:r>
            <a:r>
              <a:rPr lang="en-US" altLang="en-US" sz="3200">
                <a:solidFill>
                  <a:srgbClr val="009999"/>
                </a:solidFill>
              </a:rPr>
              <a:t>)</a:t>
            </a:r>
            <a:r>
              <a:rPr lang="en-US" altLang="en-US" sz="3200"/>
              <a:t>.</a:t>
            </a:r>
          </a:p>
        </p:txBody>
      </p:sp>
      <p:sp>
        <p:nvSpPr>
          <p:cNvPr id="89093" name="Text Box 5">
            <a:extLst>
              <a:ext uri="{FF2B5EF4-FFF2-40B4-BE49-F238E27FC236}">
                <a16:creationId xmlns:a16="http://schemas.microsoft.com/office/drawing/2014/main" id="{B0C9E201-6E1B-4263-AB94-73E63DC3F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175125"/>
            <a:ext cx="8534400" cy="1865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90563" indent="-6905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048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 b="1" i="1">
                <a:solidFill>
                  <a:schemeClr val="accent2"/>
                </a:solidFill>
              </a:rPr>
              <a:t>Ex.</a:t>
            </a:r>
            <a:r>
              <a:rPr lang="en-US" altLang="en-US" sz="3200" i="1">
                <a:solidFill>
                  <a:srgbClr val="009999"/>
                </a:solidFill>
              </a:rPr>
              <a:t> T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= 4</a:t>
            </a:r>
            <a:r>
              <a:rPr lang="en-US" altLang="en-US" sz="3200" i="1">
                <a:solidFill>
                  <a:srgbClr val="009999"/>
                </a:solidFill>
              </a:rPr>
              <a:t>T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/2) +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2</a:t>
            </a:r>
            <a:r>
              <a:rPr lang="en-US" altLang="en-US" sz="3200">
                <a:solidFill>
                  <a:srgbClr val="009999"/>
                </a:solidFill>
              </a:rPr>
              <a:t>/lg</a:t>
            </a:r>
            <a:r>
              <a:rPr lang="en-US" altLang="en-US" sz="1400">
                <a:solidFill>
                  <a:srgbClr val="009999"/>
                </a:solidFill>
              </a:rPr>
              <a:t>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endParaRPr lang="en-US" altLang="en-US" sz="3200" i="1"/>
          </a:p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 i="1">
                <a:solidFill>
                  <a:srgbClr val="009999"/>
                </a:solidFill>
              </a:rPr>
              <a:t>	a =</a:t>
            </a:r>
            <a:r>
              <a:rPr lang="en-US" altLang="en-US" sz="3200">
                <a:solidFill>
                  <a:srgbClr val="009999"/>
                </a:solidFill>
              </a:rPr>
              <a:t> 4</a:t>
            </a:r>
            <a:r>
              <a:rPr lang="en-US" altLang="en-US" sz="3200"/>
              <a:t>, </a:t>
            </a:r>
            <a:r>
              <a:rPr lang="en-US" altLang="en-US" sz="3200" i="1">
                <a:solidFill>
                  <a:srgbClr val="009999"/>
                </a:solidFill>
              </a:rPr>
              <a:t>b</a:t>
            </a:r>
            <a:r>
              <a:rPr lang="en-US" altLang="en-US" sz="3200">
                <a:solidFill>
                  <a:srgbClr val="009999"/>
                </a:solidFill>
              </a:rPr>
              <a:t> = 2 </a:t>
            </a:r>
            <a:r>
              <a:rPr lang="en-US" altLang="en-US" sz="3200">
                <a:sym typeface="Symbol" panose="05050102010706020507" pitchFamily="18" charset="2"/>
              </a:rPr>
              <a:t></a:t>
            </a:r>
            <a:r>
              <a:rPr lang="en-US" altLang="en-US" sz="3200"/>
              <a:t>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log</a:t>
            </a:r>
            <a:r>
              <a:rPr lang="en-US" altLang="en-US" sz="3200" i="1" baseline="16000">
                <a:solidFill>
                  <a:srgbClr val="009999"/>
                </a:solidFill>
              </a:rPr>
              <a:t>b</a:t>
            </a:r>
            <a:r>
              <a:rPr lang="en-US" altLang="en-US" sz="3200" i="1" baseline="30000">
                <a:solidFill>
                  <a:srgbClr val="009999"/>
                </a:solidFill>
              </a:rPr>
              <a:t>a </a:t>
            </a:r>
            <a:r>
              <a:rPr lang="en-US" altLang="en-US" sz="3200">
                <a:solidFill>
                  <a:srgbClr val="009999"/>
                </a:solidFill>
              </a:rPr>
              <a:t>=</a:t>
            </a:r>
            <a:r>
              <a:rPr lang="en-US" altLang="en-US" sz="3200"/>
              <a:t>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2</a:t>
            </a:r>
            <a:r>
              <a:rPr lang="en-US" altLang="en-US" sz="3200"/>
              <a:t>; </a:t>
            </a:r>
            <a:r>
              <a:rPr lang="en-US" altLang="en-US" sz="3200" i="1">
                <a:solidFill>
                  <a:srgbClr val="009999"/>
                </a:solidFill>
              </a:rPr>
              <a:t>f</a:t>
            </a:r>
            <a:r>
              <a:rPr lang="en-US" altLang="en-US" sz="1800">
                <a:solidFill>
                  <a:srgbClr val="009999"/>
                </a:solidFill>
              </a:rPr>
              <a:t> 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=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2</a:t>
            </a:r>
            <a:r>
              <a:rPr lang="en-US" altLang="en-US" sz="3200">
                <a:solidFill>
                  <a:srgbClr val="009999"/>
                </a:solidFill>
              </a:rPr>
              <a:t>/lg</a:t>
            </a:r>
            <a:r>
              <a:rPr lang="en-US" altLang="en-US" sz="1400">
                <a:solidFill>
                  <a:srgbClr val="009999"/>
                </a:solidFill>
              </a:rPr>
              <a:t>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i="1"/>
              <a:t>.</a:t>
            </a:r>
          </a:p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 i="1"/>
              <a:t>	</a:t>
            </a:r>
            <a:r>
              <a:rPr lang="en-US" altLang="en-US" sz="3200"/>
              <a:t>Master method does not apply.  In particular, for every constant </a:t>
            </a:r>
            <a:r>
              <a:rPr lang="en-US" altLang="en-US" sz="3200">
                <a:solidFill>
                  <a:srgbClr val="009999"/>
                </a:solidFill>
                <a:latin typeface="Symbol" panose="05050102010706020507" pitchFamily="18" charset="2"/>
              </a:rPr>
              <a:t>e</a:t>
            </a:r>
            <a:r>
              <a:rPr lang="en-US" altLang="en-US" sz="3200">
                <a:solidFill>
                  <a:srgbClr val="009999"/>
                </a:solidFill>
              </a:rPr>
              <a:t> &gt; 0</a:t>
            </a:r>
            <a:r>
              <a:rPr lang="en-US" altLang="en-US" sz="3200"/>
              <a:t>, we have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  <a:latin typeface="Symbol" panose="05050102010706020507" pitchFamily="18" charset="2"/>
              </a:rPr>
              <a:t>e</a:t>
            </a:r>
            <a:r>
              <a:rPr lang="en-US" altLang="en-US" sz="3200"/>
              <a:t> </a:t>
            </a:r>
            <a:r>
              <a:rPr lang="en-US" altLang="en-US" sz="3200" i="1">
                <a:solidFill>
                  <a:srgbClr val="009999"/>
                </a:solidFill>
                <a:latin typeface="Symbol" panose="05050102010706020507" pitchFamily="18" charset="2"/>
              </a:rPr>
              <a:t>= </a:t>
            </a:r>
            <a:r>
              <a:rPr lang="en-US" altLang="en-US" sz="3200">
                <a:solidFill>
                  <a:srgbClr val="009999"/>
                </a:solidFill>
                <a:latin typeface="Symbol" panose="05050102010706020507" pitchFamily="18" charset="2"/>
              </a:rPr>
              <a:t>w</a:t>
            </a:r>
            <a:r>
              <a:rPr lang="en-US" altLang="en-US" sz="3200">
                <a:solidFill>
                  <a:srgbClr val="009999"/>
                </a:solidFill>
              </a:rPr>
              <a:t>(lg</a:t>
            </a:r>
            <a:r>
              <a:rPr lang="en-US" altLang="en-US" sz="1400">
                <a:solidFill>
                  <a:srgbClr val="009999"/>
                </a:solidFill>
              </a:rPr>
              <a:t>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</a:t>
            </a:r>
            <a:r>
              <a:rPr lang="en-US" altLang="en-US" sz="3200"/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07F78E-E1C9-41D3-870E-3FD47C32E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99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3" grpId="0" autoUpdateAnimBg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>
            <a:extLst>
              <a:ext uri="{FF2B5EF4-FFF2-40B4-BE49-F238E27FC236}">
                <a16:creationId xmlns:a16="http://schemas.microsoft.com/office/drawing/2014/main" id="{49A44BBE-A5A1-489F-B32F-FCA30ECDA7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/>
              <a:t>Examples</a:t>
            </a:r>
          </a:p>
        </p:txBody>
      </p:sp>
      <p:sp>
        <p:nvSpPr>
          <p:cNvPr id="235523" name="Rectangle 3">
            <a:extLst>
              <a:ext uri="{FF2B5EF4-FFF2-40B4-BE49-F238E27FC236}">
                <a16:creationId xmlns:a16="http://schemas.microsoft.com/office/drawing/2014/main" id="{02F40EE7-4ED7-4BBC-A630-E5053CA480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74838" y="1147764"/>
            <a:ext cx="8456612" cy="5703887"/>
          </a:xfrm>
        </p:spPr>
        <p:txBody>
          <a:bodyPr/>
          <a:lstStyle/>
          <a:p>
            <a:pPr algn="ctr">
              <a:lnSpc>
                <a:spcPct val="150000"/>
              </a:lnSpc>
              <a:buFontTx/>
              <a:buNone/>
            </a:pPr>
            <a:r>
              <a:rPr lang="en-US" altLang="en-US" dirty="0">
                <a:latin typeface="Comic Sans MS" panose="030F0702030302020204" pitchFamily="66" charset="0"/>
              </a:rPr>
              <a:t>T(n) = 3T(n/4) + </a:t>
            </a:r>
            <a:r>
              <a:rPr lang="en-US" altLang="en-US" dirty="0" err="1">
                <a:latin typeface="Comic Sans MS" panose="030F0702030302020204" pitchFamily="66" charset="0"/>
              </a:rPr>
              <a:t>nlgn</a:t>
            </a:r>
            <a:r>
              <a:rPr lang="en-US" altLang="en-US" dirty="0">
                <a:latin typeface="Comic Sans MS" panose="030F0702030302020204" pitchFamily="66" charset="0"/>
              </a:rPr>
              <a:t>	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dirty="0">
                <a:latin typeface="Comic Sans MS" panose="030F0702030302020204" pitchFamily="66" charset="0"/>
              </a:rPr>
              <a:t>	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a = 3, b = 4, log</a:t>
            </a:r>
            <a:r>
              <a:rPr lang="en-US" altLang="en-US" baseline="-25000" dirty="0">
                <a:solidFill>
                  <a:schemeClr val="tx1"/>
                </a:solidFill>
                <a:latin typeface="Comic Sans MS" panose="030F0702030302020204" pitchFamily="66" charset="0"/>
              </a:rPr>
              <a:t>4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3 = 0.793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US" altLang="en-US" dirty="0">
                <a:solidFill>
                  <a:schemeClr val="tx1"/>
                </a:solidFill>
              </a:rPr>
              <a:t>Compare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dirty="0">
                <a:latin typeface="Comic Sans MS" panose="030F0702030302020204" pitchFamily="66" charset="0"/>
              </a:rPr>
              <a:t>n</a:t>
            </a:r>
            <a:r>
              <a:rPr lang="en-US" altLang="en-US" baseline="30000" dirty="0">
                <a:latin typeface="Comic Sans MS" panose="030F0702030302020204" pitchFamily="66" charset="0"/>
              </a:rPr>
              <a:t>0.793</a:t>
            </a:r>
            <a:r>
              <a:rPr lang="en-US" altLang="en-US" dirty="0">
                <a:solidFill>
                  <a:schemeClr val="tx1"/>
                </a:solidFill>
              </a:rPr>
              <a:t> with</a:t>
            </a:r>
            <a:r>
              <a:rPr lang="en-US" altLang="en-US" dirty="0"/>
              <a:t> </a:t>
            </a:r>
            <a:r>
              <a:rPr lang="en-US" altLang="en-US" dirty="0">
                <a:latin typeface="Comic Sans MS" panose="030F0702030302020204" pitchFamily="66" charset="0"/>
              </a:rPr>
              <a:t>f(n) = </a:t>
            </a:r>
            <a:r>
              <a:rPr lang="en-US" altLang="en-US" dirty="0" err="1">
                <a:latin typeface="Comic Sans MS" panose="030F0702030302020204" pitchFamily="66" charset="0"/>
              </a:rPr>
              <a:t>nlgn</a:t>
            </a:r>
            <a:r>
              <a:rPr lang="en-US" altLang="en-US" dirty="0">
                <a:latin typeface="Comic Sans MS" panose="030F0702030302020204" pitchFamily="66" charset="0"/>
              </a:rPr>
              <a:t> 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dirty="0">
                <a:latin typeface="Comic Sans MS" panose="030F0702030302020204" pitchFamily="66" charset="0"/>
              </a:rPr>
              <a:t>	f(n) = </a:t>
            </a:r>
            <a:r>
              <a:rPr lang="en-US" altLang="en-US" dirty="0">
                <a:latin typeface="Comic Sans MS" panose="030F0702030302020204" pitchFamily="66" charset="0"/>
                <a:sym typeface="Symbol" panose="05050102010706020507" pitchFamily="18" charset="2"/>
              </a:rPr>
              <a:t>(n</a:t>
            </a:r>
            <a:r>
              <a:rPr lang="en-US" altLang="en-US" baseline="30000" dirty="0">
                <a:latin typeface="Comic Sans MS" panose="030F0702030302020204" pitchFamily="66" charset="0"/>
                <a:sym typeface="Symbol" panose="05050102010706020507" pitchFamily="18" charset="2"/>
              </a:rPr>
              <a:t>log</a:t>
            </a:r>
            <a:r>
              <a:rPr lang="en-US" altLang="en-US" baseline="-25000" dirty="0">
                <a:latin typeface="Comic Sans MS" panose="030F0702030302020204" pitchFamily="66" charset="0"/>
                <a:sym typeface="Symbol" panose="05050102010706020507" pitchFamily="18" charset="2"/>
              </a:rPr>
              <a:t>4</a:t>
            </a:r>
            <a:r>
              <a:rPr lang="en-US" altLang="en-US" baseline="30000" dirty="0">
                <a:latin typeface="Comic Sans MS" panose="030F0702030302020204" pitchFamily="66" charset="0"/>
                <a:sym typeface="Symbol" panose="05050102010706020507" pitchFamily="18" charset="2"/>
              </a:rPr>
              <a:t>3+</a:t>
            </a:r>
            <a:r>
              <a:rPr lang="en-US" altLang="en-US" dirty="0">
                <a:latin typeface="Comic Sans MS" panose="030F0702030302020204" pitchFamily="66" charset="0"/>
                <a:sym typeface="Symbol" panose="05050102010706020507" pitchFamily="18" charset="2"/>
              </a:rPr>
              <a:t>)</a:t>
            </a:r>
            <a:r>
              <a:rPr lang="en-US" altLang="en-US" dirty="0">
                <a:sym typeface="Symbol" panose="05050102010706020507" pitchFamily="18" charset="2"/>
              </a:rPr>
              <a:t>  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Case 3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 dirty="0">
                <a:solidFill>
                  <a:schemeClr val="tx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Check regularity condition: 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		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3(n/4)lg(n/4) ≤ (3/4)</a:t>
            </a:r>
            <a:r>
              <a:rPr lang="en-US" altLang="en-US" dirty="0" err="1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nlgn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= c f(n), c=3/4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dirty="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T(n) = (</a:t>
            </a:r>
            <a:r>
              <a:rPr lang="en-US" altLang="en-US" dirty="0" err="1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nlgn</a:t>
            </a:r>
            <a:r>
              <a:rPr lang="en-US" altLang="en-US" dirty="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n-US" altLang="en-US" dirty="0">
              <a:latin typeface="Comic Sans MS" panose="030F0702030302020204" pitchFamily="66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D0E03F-FC82-48A1-8A16-CF6941C0D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100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CB45C0A-7A94-4871-99F4-6E272C74C4A5}"/>
                  </a:ext>
                </a:extLst>
              </p14:cNvPr>
              <p14:cNvContentPartPr/>
              <p14:nvPr/>
            </p14:nvContentPartPr>
            <p14:xfrm>
              <a:off x="3115800" y="102960"/>
              <a:ext cx="8646480" cy="5702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CB45C0A-7A94-4871-99F4-6E272C74C4A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06440" y="93600"/>
                <a:ext cx="8665200" cy="57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25161DD-5369-32E1-ACD1-581AAFC20536}"/>
                  </a:ext>
                </a:extLst>
              </p14:cNvPr>
              <p14:cNvContentPartPr/>
              <p14:nvPr/>
            </p14:nvContentPartPr>
            <p14:xfrm>
              <a:off x="11067480" y="4010400"/>
              <a:ext cx="142920" cy="196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25161DD-5369-32E1-ACD1-581AAFC2053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58120" y="4001040"/>
                <a:ext cx="16164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C709594-7A97-5A7B-2E6E-8CBAB5E32B86}"/>
                  </a:ext>
                </a:extLst>
              </p14:cNvPr>
              <p14:cNvContentPartPr/>
              <p14:nvPr/>
            </p14:nvContentPartPr>
            <p14:xfrm>
              <a:off x="9055800" y="3492000"/>
              <a:ext cx="447480" cy="615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C709594-7A97-5A7B-2E6E-8CBAB5E32B8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46440" y="3482640"/>
                <a:ext cx="466200" cy="63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3" grpId="0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>
            <a:extLst>
              <a:ext uri="{FF2B5EF4-FFF2-40B4-BE49-F238E27FC236}">
                <a16:creationId xmlns:a16="http://schemas.microsoft.com/office/drawing/2014/main" id="{5DAA8F9E-3A8D-4B9C-8961-8F4C50B8AC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/>
              <a:t>Examples</a:t>
            </a:r>
          </a:p>
        </p:txBody>
      </p:sp>
      <p:sp>
        <p:nvSpPr>
          <p:cNvPr id="236547" name="Rectangle 3">
            <a:extLst>
              <a:ext uri="{FF2B5EF4-FFF2-40B4-BE49-F238E27FC236}">
                <a16:creationId xmlns:a16="http://schemas.microsoft.com/office/drawing/2014/main" id="{35ED8BC0-41CE-4A32-9FD4-C72266EB4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74838" y="1119189"/>
            <a:ext cx="8456612" cy="4903787"/>
          </a:xfrm>
        </p:spPr>
        <p:txBody>
          <a:bodyPr>
            <a:normAutofit lnSpcReduction="10000"/>
          </a:bodyPr>
          <a:lstStyle/>
          <a:p>
            <a:pPr algn="ctr">
              <a:lnSpc>
                <a:spcPct val="150000"/>
              </a:lnSpc>
              <a:buFontTx/>
              <a:buNone/>
            </a:pP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T(n) = 2T(n/2) + </a:t>
            </a:r>
            <a:r>
              <a:rPr lang="en-US" altLang="en-US" dirty="0" err="1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nlgn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a = 2, b = 2, log</a:t>
            </a:r>
            <a:r>
              <a:rPr lang="en-US" altLang="en-US" baseline="-25000" dirty="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 = 1</a:t>
            </a:r>
          </a:p>
          <a:p>
            <a:pPr>
              <a:lnSpc>
                <a:spcPct val="150000"/>
              </a:lnSpc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Compare </a:t>
            </a:r>
            <a:r>
              <a:rPr lang="en-US" altLang="en-US" dirty="0">
                <a:solidFill>
                  <a:srgbClr val="003399"/>
                </a:solidFill>
                <a:latin typeface="Comic Sans MS" panose="030F0702030302020204" pitchFamily="66" charset="0"/>
              </a:rPr>
              <a:t>n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 with </a:t>
            </a:r>
            <a:r>
              <a:rPr lang="en-US" altLang="en-US" dirty="0">
                <a:solidFill>
                  <a:srgbClr val="003399"/>
                </a:solidFill>
                <a:latin typeface="Comic Sans MS" panose="030F0702030302020204" pitchFamily="66" charset="0"/>
              </a:rPr>
              <a:t>f(n) = </a:t>
            </a:r>
            <a:r>
              <a:rPr lang="en-US" altLang="en-US" dirty="0" err="1">
                <a:solidFill>
                  <a:srgbClr val="003399"/>
                </a:solidFill>
                <a:latin typeface="Comic Sans MS" panose="030F0702030302020204" pitchFamily="66" charset="0"/>
              </a:rPr>
              <a:t>nlgn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endParaRPr lang="en-US" altLang="en-US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en-US" dirty="0"/>
              <a:t>seems like case 3 should apply</a:t>
            </a:r>
          </a:p>
          <a:p>
            <a:pPr>
              <a:lnSpc>
                <a:spcPct val="150000"/>
              </a:lnSpc>
            </a:pPr>
            <a:r>
              <a:rPr lang="en-US" altLang="en-US" dirty="0">
                <a:solidFill>
                  <a:schemeClr val="tx1"/>
                </a:solidFill>
              </a:rPr>
              <a:t>f(n) must be </a:t>
            </a:r>
            <a:r>
              <a:rPr lang="en-US" altLang="en-US" dirty="0" err="1">
                <a:solidFill>
                  <a:schemeClr val="tx1"/>
                </a:solidFill>
              </a:rPr>
              <a:t>polynomially</a:t>
            </a:r>
            <a:r>
              <a:rPr lang="en-US" altLang="en-US" dirty="0">
                <a:solidFill>
                  <a:schemeClr val="tx1"/>
                </a:solidFill>
              </a:rPr>
              <a:t> larger by a factor of n</a:t>
            </a:r>
            <a:r>
              <a:rPr lang="en-US" altLang="en-US" baseline="30000" dirty="0">
                <a:solidFill>
                  <a:schemeClr val="tx1"/>
                </a:solidFill>
                <a:sym typeface="Symbol" panose="05050102010706020507" pitchFamily="18" charset="2"/>
              </a:rPr>
              <a:t></a:t>
            </a:r>
            <a:endParaRPr lang="en-US" altLang="en-US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en-US" dirty="0">
                <a:solidFill>
                  <a:schemeClr val="tx1"/>
                </a:solidFill>
                <a:sym typeface="Symbol" panose="05050102010706020507" pitchFamily="18" charset="2"/>
              </a:rPr>
              <a:t>In this case it is only larger by a factor of </a:t>
            </a:r>
            <a:r>
              <a:rPr lang="en-US" altLang="en-US" dirty="0" err="1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lgn</a:t>
            </a:r>
            <a:endParaRPr lang="en-US" altLang="en-US" dirty="0">
              <a:solidFill>
                <a:schemeClr val="tx1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en-US" dirty="0">
                <a:latin typeface="Comic Sans MS" panose="030F0702030302020204" pitchFamily="66" charset="0"/>
                <a:sym typeface="Symbol" panose="05050102010706020507" pitchFamily="18" charset="2"/>
              </a:rPr>
              <a:t>So which rule??</a:t>
            </a:r>
            <a:endParaRPr lang="en-US" altLang="en-US" dirty="0">
              <a:solidFill>
                <a:schemeClr val="tx1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ADD123-9CEE-450E-83B6-BC9B76EE4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9BAD-7003-4FDE-AAAD-7B71AB8580B5}" type="slidenum">
              <a:rPr lang="en-US" smtClean="0"/>
              <a:t>101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93CE1A-36C1-4C06-9263-DB1C007C2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4051300"/>
            <a:ext cx="9563100" cy="23050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F3EA4A5-B22A-3835-9393-3C9B9C0001D3}"/>
                  </a:ext>
                </a:extLst>
              </p14:cNvPr>
              <p14:cNvContentPartPr/>
              <p14:nvPr/>
            </p14:nvContentPartPr>
            <p14:xfrm>
              <a:off x="6248520" y="329040"/>
              <a:ext cx="5940360" cy="5907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F3EA4A5-B22A-3835-9393-3C9B9C0001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39160" y="319680"/>
                <a:ext cx="5959080" cy="5926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47" grpId="0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CBA3CDA8-C9F1-4B1A-B74F-857AEFD7BF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DC4BDF9-DB80-4A9B-B921-C73BE9C09C63}" type="slidenum">
              <a:rPr lang="en-US" altLang="en-US"/>
              <a:pPr/>
              <a:t>102</a:t>
            </a:fld>
            <a:endParaRPr lang="en-US" altLang="en-US"/>
          </a:p>
        </p:txBody>
      </p:sp>
      <p:sp>
        <p:nvSpPr>
          <p:cNvPr id="190466" name="Rectangle 2">
            <a:extLst>
              <a:ext uri="{FF2B5EF4-FFF2-40B4-BE49-F238E27FC236}">
                <a16:creationId xmlns:a16="http://schemas.microsoft.com/office/drawing/2014/main" id="{C50550E7-3D02-46F9-836E-BB4BE967A8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Changing variables</a:t>
            </a:r>
          </a:p>
        </p:txBody>
      </p:sp>
      <p:sp>
        <p:nvSpPr>
          <p:cNvPr id="190467" name="Rectangle 3">
            <a:extLst>
              <a:ext uri="{FF2B5EF4-FFF2-40B4-BE49-F238E27FC236}">
                <a16:creationId xmlns:a16="http://schemas.microsoft.com/office/drawing/2014/main" id="{703BB9C5-04D3-4F57-8073-DBBBCA2B097B}"/>
              </a:ext>
            </a:extLst>
          </p:cNvPr>
          <p:cNvSpPr>
            <a:spLocks noGrp="1" noChangeArrowheads="1"/>
          </p:cNvSpPr>
          <p:nvPr>
            <p:ph type="body" sz="half" idx="3"/>
          </p:nvPr>
        </p:nvSpPr>
        <p:spPr>
          <a:xfrm>
            <a:off x="1874838" y="1828801"/>
            <a:ext cx="8229600" cy="4462463"/>
          </a:xfrm>
        </p:spPr>
        <p:txBody>
          <a:bodyPr>
            <a:normAutofit lnSpcReduction="10000"/>
          </a:bodyPr>
          <a:lstStyle/>
          <a:p>
            <a:pPr lvl="1">
              <a:lnSpc>
                <a:spcPct val="120000"/>
              </a:lnSpc>
            </a:pPr>
            <a:r>
              <a:rPr lang="en-US" altLang="en-US" sz="2800" dirty="0"/>
              <a:t>Rename: </a:t>
            </a:r>
            <a:r>
              <a:rPr lang="en-US" altLang="en-US" sz="2800" dirty="0">
                <a:latin typeface="Comic Sans MS" panose="030F0702030302020204" pitchFamily="66" charset="0"/>
              </a:rPr>
              <a:t>m = </a:t>
            </a:r>
            <a:r>
              <a:rPr lang="en-US" altLang="en-US" sz="2800" dirty="0" err="1">
                <a:latin typeface="Comic Sans MS" panose="030F0702030302020204" pitchFamily="66" charset="0"/>
              </a:rPr>
              <a:t>lgn</a:t>
            </a:r>
            <a:r>
              <a:rPr lang="en-US" altLang="en-US" sz="2800" dirty="0"/>
              <a:t> </a:t>
            </a:r>
            <a: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 n = 2</a:t>
            </a:r>
            <a:r>
              <a:rPr lang="en-US" altLang="en-US" sz="2800" baseline="30000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endParaRPr lang="en-US" altLang="en-US" sz="2800" dirty="0">
              <a:latin typeface="Comic Sans MS" panose="030F0702030302020204" pitchFamily="66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1">
              <a:lnSpc>
                <a:spcPct val="120000"/>
              </a:lnSpc>
              <a:buFontTx/>
              <a:buNone/>
            </a:pPr>
            <a:r>
              <a:rPr lang="en-US" altLang="en-US" sz="2800" dirty="0">
                <a:cs typeface="Arial" panose="020B0604020202020204" pitchFamily="34" charset="0"/>
                <a:sym typeface="Symbol" panose="05050102010706020507" pitchFamily="18" charset="2"/>
              </a:rPr>
              <a:t>T (</a:t>
            </a:r>
            <a: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800" baseline="30000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) = 2T(2</a:t>
            </a:r>
            <a:r>
              <a:rPr lang="en-US" altLang="en-US" sz="2800" baseline="30000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m/2</a:t>
            </a:r>
            <a: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) + m</a:t>
            </a:r>
          </a:p>
          <a:p>
            <a:pPr lvl="1">
              <a:lnSpc>
                <a:spcPct val="120000"/>
              </a:lnSpc>
            </a:pPr>
            <a:r>
              <a:rPr lang="en-US" altLang="en-US" sz="2800" dirty="0">
                <a:cs typeface="Arial" panose="020B0604020202020204" pitchFamily="34" charset="0"/>
                <a:sym typeface="Symbol" panose="05050102010706020507" pitchFamily="18" charset="2"/>
              </a:rPr>
              <a:t>Rename: </a:t>
            </a:r>
            <a: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S(m) = T(2</a:t>
            </a:r>
            <a:r>
              <a:rPr lang="en-US" altLang="en-US" sz="2800" baseline="30000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120000"/>
              </a:lnSpc>
              <a:buFontTx/>
              <a:buNone/>
            </a:pPr>
            <a: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S(m) = 2S(m/2) + m  S(m) = O(</a:t>
            </a:r>
            <a:r>
              <a:rPr lang="en-US" altLang="en-US" sz="2800" dirty="0" err="1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mlgm</a:t>
            </a:r>
            <a: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en-US" sz="2800" dirty="0">
                <a:cs typeface="Arial" panose="020B0604020202020204" pitchFamily="34" charset="0"/>
                <a:sym typeface="Symbol" panose="05050102010706020507" pitchFamily="18" charset="2"/>
              </a:rPr>
              <a:t> (demonstrated before)</a:t>
            </a:r>
          </a:p>
          <a:p>
            <a:pPr lvl="1">
              <a:lnSpc>
                <a:spcPct val="120000"/>
              </a:lnSpc>
              <a:buFontTx/>
              <a:buNone/>
            </a:pPr>
            <a: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T(n) = T(2</a:t>
            </a:r>
            <a:r>
              <a:rPr lang="en-US" altLang="en-US" sz="2800" baseline="30000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) = S(m) = O(</a:t>
            </a:r>
            <a:r>
              <a:rPr lang="en-US" altLang="en-US" sz="2800" dirty="0" err="1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mlgm</a:t>
            </a:r>
            <a: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)=O(</a:t>
            </a:r>
            <a:r>
              <a:rPr lang="en-US" altLang="en-US" sz="2800" dirty="0" err="1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lgnlglgn</a:t>
            </a:r>
            <a:r>
              <a:rPr lang="en-US" altLang="en-US" sz="2800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120000"/>
              </a:lnSpc>
              <a:buFontTx/>
              <a:buNone/>
            </a:pPr>
            <a:r>
              <a:rPr lang="en-US" altLang="en-US" sz="2800" dirty="0">
                <a:solidFill>
                  <a:srgbClr val="DD011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Idea: transform the recurrence to one that you have seen before</a:t>
            </a:r>
            <a:endParaRPr lang="en-US" altLang="en-US" sz="2800" dirty="0"/>
          </a:p>
        </p:txBody>
      </p:sp>
      <p:sp>
        <p:nvSpPr>
          <p:cNvPr id="190468" name="Text Box 4">
            <a:extLst>
              <a:ext uri="{FF2B5EF4-FFF2-40B4-BE49-F238E27FC236}">
                <a16:creationId xmlns:a16="http://schemas.microsoft.com/office/drawing/2014/main" id="{228A090A-0212-4162-9767-5620CBDA7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4926" y="1233488"/>
            <a:ext cx="33639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533400" indent="-5334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en-US" sz="2800">
                <a:latin typeface="Comic Sans MS" panose="030F0702030302020204" pitchFamily="66" charset="0"/>
              </a:rPr>
              <a:t>T(n) = 2T(    ) + lgn</a:t>
            </a:r>
            <a:r>
              <a:rPr lang="en-US" altLang="en-US" sz="2800"/>
              <a:t> </a:t>
            </a:r>
          </a:p>
        </p:txBody>
      </p:sp>
      <p:graphicFrame>
        <p:nvGraphicFramePr>
          <p:cNvPr id="190469" name="Object 5">
            <a:extLst>
              <a:ext uri="{FF2B5EF4-FFF2-40B4-BE49-F238E27FC236}">
                <a16:creationId xmlns:a16="http://schemas.microsoft.com/office/drawing/2014/main" id="{05FB633B-EE2D-40DC-9172-3058939F1AB6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5505450" y="1287463"/>
          <a:ext cx="457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00" imgH="228600" progId="Equation.3">
                  <p:embed/>
                </p:oleObj>
              </mc:Choice>
              <mc:Fallback>
                <p:oleObj name="Equation" r:id="rId2" imgW="241200" imgH="228600" progId="Equation.3">
                  <p:embed/>
                  <p:pic>
                    <p:nvPicPr>
                      <p:cNvPr id="190469" name="Object 5">
                        <a:extLst>
                          <a:ext uri="{FF2B5EF4-FFF2-40B4-BE49-F238E27FC236}">
                            <a16:creationId xmlns:a16="http://schemas.microsoft.com/office/drawing/2014/main" id="{05FB633B-EE2D-40DC-9172-3058939F1A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5450" y="1287463"/>
                        <a:ext cx="457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7183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7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2368</TotalTime>
  <Words>6795</Words>
  <Application>Microsoft Office PowerPoint</Application>
  <PresentationFormat>Widescreen</PresentationFormat>
  <Paragraphs>835</Paragraphs>
  <Slides>102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102</vt:i4>
      </vt:variant>
    </vt:vector>
  </HeadingPairs>
  <TitlesOfParts>
    <vt:vector size="124" baseType="lpstr">
      <vt:lpstr>Arial</vt:lpstr>
      <vt:lpstr>Calibri</vt:lpstr>
      <vt:lpstr>Calibri  </vt:lpstr>
      <vt:lpstr>Calibri Light</vt:lpstr>
      <vt:lpstr>Calibri(headings)</vt:lpstr>
      <vt:lpstr>Cambria Math</vt:lpstr>
      <vt:lpstr>CMMI10</vt:lpstr>
      <vt:lpstr>CMR10</vt:lpstr>
      <vt:lpstr>CMSY10</vt:lpstr>
      <vt:lpstr>Comic Sans MS</vt:lpstr>
      <vt:lpstr>GexCourier-Roman</vt:lpstr>
      <vt:lpstr>inherit</vt:lpstr>
      <vt:lpstr>Monotype Corsiva</vt:lpstr>
      <vt:lpstr>Monotype Sorts</vt:lpstr>
      <vt:lpstr>NimbusRomNo9L-Regu</vt:lpstr>
      <vt:lpstr>Symbol</vt:lpstr>
      <vt:lpstr>Times New Roman</vt:lpstr>
      <vt:lpstr>TimesNewRomanPS-Bold</vt:lpstr>
      <vt:lpstr>TimesNewRomanPS-BoldItalic</vt:lpstr>
      <vt:lpstr>Office Theme</vt:lpstr>
      <vt:lpstr>Equation</vt:lpstr>
      <vt:lpstr>Paint Shop Pro Image</vt:lpstr>
      <vt:lpstr>Design and Analysis of Algorithms</vt:lpstr>
      <vt:lpstr>Introduction to Algorithm</vt:lpstr>
      <vt:lpstr>Goals of Algorithm Study</vt:lpstr>
      <vt:lpstr>Algorithm - Definition</vt:lpstr>
      <vt:lpstr>Algorithm/Pseudocode – find the max in an array</vt:lpstr>
      <vt:lpstr>Algorithm - Example</vt:lpstr>
      <vt:lpstr>Example - ArrayMax</vt:lpstr>
      <vt:lpstr>Characteristics of an Algorithm</vt:lpstr>
      <vt:lpstr>Fundamentals of Algorithmic Problem Solving</vt:lpstr>
      <vt:lpstr>Important Problem Types</vt:lpstr>
      <vt:lpstr>Some Algorithm Types</vt:lpstr>
      <vt:lpstr>Types of Algorithm Analysis</vt:lpstr>
      <vt:lpstr>Fundamentals of the Analysis of the Algorithm</vt:lpstr>
      <vt:lpstr>Empirical Algorithm Analysis</vt:lpstr>
      <vt:lpstr>Random Access Machine Model (RAM)</vt:lpstr>
      <vt:lpstr>Example - ArrayMax</vt:lpstr>
      <vt:lpstr>Best case and Worst case</vt:lpstr>
      <vt:lpstr>Analyzing Recursive algorithms</vt:lpstr>
      <vt:lpstr>Try Yourself!!</vt:lpstr>
      <vt:lpstr>Example – factorial of a number</vt:lpstr>
      <vt:lpstr>Few examples </vt:lpstr>
      <vt:lpstr>Few examples</vt:lpstr>
      <vt:lpstr>Generic Notations - Examples</vt:lpstr>
      <vt:lpstr>Generic Notations - Examples</vt:lpstr>
      <vt:lpstr>Generic Notations - Examples</vt:lpstr>
      <vt:lpstr>Algorithm Efficiency</vt:lpstr>
      <vt:lpstr>Algorithm Efficiency</vt:lpstr>
      <vt:lpstr>Algorithm Efficiency</vt:lpstr>
      <vt:lpstr>Algorithm Efficiency</vt:lpstr>
      <vt:lpstr>Algorithm Efficiency – Overall comparison</vt:lpstr>
      <vt:lpstr>Asymptotic Notations - The “Big-Oh” Notation</vt:lpstr>
      <vt:lpstr>Examples</vt:lpstr>
      <vt:lpstr>Examples</vt:lpstr>
      <vt:lpstr>Big – O - theorem</vt:lpstr>
      <vt:lpstr>Example</vt:lpstr>
      <vt:lpstr>Big-Omega and Big-Theta</vt:lpstr>
      <vt:lpstr>Examples</vt:lpstr>
      <vt:lpstr>Little-Oh and Little-Omega</vt:lpstr>
      <vt:lpstr>Examples</vt:lpstr>
      <vt:lpstr>Limit Theorem</vt:lpstr>
      <vt:lpstr>Prove using limit theorem</vt:lpstr>
      <vt:lpstr>Prove using limit theorem</vt:lpstr>
      <vt:lpstr>Prove using limit theorem</vt:lpstr>
      <vt:lpstr>Asymptotically tight notation</vt:lpstr>
      <vt:lpstr>Asymptotically tight notation</vt:lpstr>
      <vt:lpstr>PowerPoint Presentation</vt:lpstr>
      <vt:lpstr>PowerPoint Presentation</vt:lpstr>
      <vt:lpstr>PowerPoint Presentation</vt:lpstr>
      <vt:lpstr>Ordering functions by growth rate</vt:lpstr>
      <vt:lpstr>Ordering functions by growth rate</vt:lpstr>
      <vt:lpstr>Logarithmic and Exponent properties</vt:lpstr>
      <vt:lpstr>Try yourself!!</vt:lpstr>
      <vt:lpstr>Solving Recurrences</vt:lpstr>
      <vt:lpstr>Example Recurrences</vt:lpstr>
      <vt:lpstr>Recurrent Algorithms - BINARY-SEARCH</vt:lpstr>
      <vt:lpstr>Example</vt:lpstr>
      <vt:lpstr>Another Example</vt:lpstr>
      <vt:lpstr>Analysis of BINARY-SEARCH</vt:lpstr>
      <vt:lpstr>Methods for Solving Recurrences</vt:lpstr>
      <vt:lpstr>The Iteration Method</vt:lpstr>
      <vt:lpstr>The Iteration Method – Example 1</vt:lpstr>
      <vt:lpstr>Iteration Method – Example 2</vt:lpstr>
      <vt:lpstr>Iteration Method – Example 3</vt:lpstr>
      <vt:lpstr>Iteration Method – Example 4</vt:lpstr>
      <vt:lpstr>Iteration Method – Example 5</vt:lpstr>
      <vt:lpstr>Iteration Method – Example 6</vt:lpstr>
      <vt:lpstr>Iteration Method – Example 7</vt:lpstr>
      <vt:lpstr>Iteration Method – Example 8</vt:lpstr>
      <vt:lpstr>Iteration Method – Example 9</vt:lpstr>
      <vt:lpstr>The substitution method</vt:lpstr>
      <vt:lpstr>Substitution method</vt:lpstr>
      <vt:lpstr>Example: Binary Search</vt:lpstr>
      <vt:lpstr>Example 2</vt:lpstr>
      <vt:lpstr>Example 3</vt:lpstr>
      <vt:lpstr>Example 4</vt:lpstr>
      <vt:lpstr>The recursion-tree method</vt:lpstr>
      <vt:lpstr>Example 1</vt:lpstr>
      <vt:lpstr>Example 2</vt:lpstr>
      <vt:lpstr>Example 2 - Substitution</vt:lpstr>
      <vt:lpstr>Example 3 (simpler proof)</vt:lpstr>
      <vt:lpstr>Example 3</vt:lpstr>
      <vt:lpstr>Example 3 - Substitution</vt:lpstr>
      <vt:lpstr>Example of recursion tree</vt:lpstr>
      <vt:lpstr>Example of recursion tree</vt:lpstr>
      <vt:lpstr>Example of recursion tree</vt:lpstr>
      <vt:lpstr>Example of recursion tree</vt:lpstr>
      <vt:lpstr>Example of recursion tree</vt:lpstr>
      <vt:lpstr>Example of recursion tree</vt:lpstr>
      <vt:lpstr>Example of recursion tree</vt:lpstr>
      <vt:lpstr>Example of recursion tree</vt:lpstr>
      <vt:lpstr>Example of recursion tree</vt:lpstr>
      <vt:lpstr>Appendix: geometric series</vt:lpstr>
      <vt:lpstr>Master’s method</vt:lpstr>
      <vt:lpstr>Master’s method</vt:lpstr>
      <vt:lpstr>Examples</vt:lpstr>
      <vt:lpstr>Examples</vt:lpstr>
      <vt:lpstr>Examples (cont.)</vt:lpstr>
      <vt:lpstr>Examples</vt:lpstr>
      <vt:lpstr>Examples</vt:lpstr>
      <vt:lpstr>Examples</vt:lpstr>
      <vt:lpstr>Examples</vt:lpstr>
      <vt:lpstr>Changing variables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Analysis of Algorithms</dc:title>
  <dc:creator>Supriya M</dc:creator>
  <cp:lastModifiedBy>Dr. Supriya M.</cp:lastModifiedBy>
  <cp:revision>255</cp:revision>
  <dcterms:created xsi:type="dcterms:W3CDTF">2021-01-04T14:43:06Z</dcterms:created>
  <dcterms:modified xsi:type="dcterms:W3CDTF">2023-09-01T10:48:59Z</dcterms:modified>
</cp:coreProperties>
</file>