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C7CC0-BDFF-96E9-61C1-9F2F5A8FD5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178C3-11BF-641C-1F9B-38A47FA52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FDCAB-E666-AB7B-50A4-8B92C852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F934-E141-4762-8E63-DF3597A9C01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4D153-6F73-BED4-87A0-C06D759C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6B681-7380-BE06-A908-D16CF2A78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642B-8ECC-47BF-9282-856A4BE98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541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2ED12-A4C8-1EC4-71C0-2D4B58DB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4C949-C6DC-2E7F-28A0-F8742CCF2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7B473-3F16-82CF-8433-9276559F7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F934-E141-4762-8E63-DF3597A9C01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8B260-E770-077B-B296-B0640480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55501-8709-1ACC-60ED-218221EC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642B-8ECC-47BF-9282-856A4BE98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573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1BCC-3440-425B-D327-9D4E5EBE4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84A16-F9BD-AB3C-1FA8-065812157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79944-8647-7F97-743E-C0FBE682B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F934-E141-4762-8E63-DF3597A9C01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C60F5-D28A-D57A-F0BB-3B124DE9A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5C39-A7D6-EEE1-B5CB-FCBB98BFC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642B-8ECC-47BF-9282-856A4BE98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675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32588-EDE7-13F2-231F-6955A6D35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19064-D944-0FEE-7FAA-99142F136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19053-4539-78BD-254A-263764758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92411-F9F1-DDE1-3627-AA7194366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F934-E141-4762-8E63-DF3597A9C01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A63FE-2074-B5AE-CC29-8D10AFAB4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6E3D1-01B8-C3B8-9DD8-CBE4C0518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642B-8ECC-47BF-9282-856A4BE98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671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9E65D-0D90-67C3-A694-200145AE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3F3E5-8DEE-D45F-04DB-7AAAC3C90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DA674-424D-1276-6193-3E5E9FCDC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0347C-D293-E4A5-1BE7-50713810E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83A7E-5747-8B86-8A43-2EDEF75A6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04FAE-7092-A1D9-4931-2E22BF0D9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F934-E141-4762-8E63-DF3597A9C01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B2F0A4-3D37-D1D0-D236-75D6CA4D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188433-44E0-87CC-4196-E6819182A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642B-8ECC-47BF-9282-856A4BE98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138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6CFDB-D884-7A81-EA64-7382F1000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B4B88D-C8A6-0676-2597-CEFE57B7C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F934-E141-4762-8E63-DF3597A9C01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9F5B8-58DC-48BA-7E10-724AC9F1A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24503C-9164-2AD4-DD9D-062DAB52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642B-8ECC-47BF-9282-856A4BE98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633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1D43F0-F2D5-4FCF-EB2F-F1BCBC37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F934-E141-4762-8E63-DF3597A9C01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7202F4-3E68-4966-F12C-F41240D30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2DFA0-8200-699D-465C-F800DB0D7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642B-8ECC-47BF-9282-856A4BE98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48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3FDCA-A940-EC69-BE16-76AFD5147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DB0F9-D7EF-7437-7A88-D1EB6B0BC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70163-42DC-9309-D2B6-3202AB651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71486-80D3-CC9E-FF5B-6D3A279D8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F934-E141-4762-8E63-DF3597A9C01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CA4D1-90BF-8DC1-3DFD-1E300BE97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D63E6-ED4C-D93D-7633-F2DE7F722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642B-8ECC-47BF-9282-856A4BE98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210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F6E00-3E07-0FD5-EC6D-379FCD05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998E8E-C229-523E-C2AE-6BE0A3D54F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97F89-C48D-8F36-5EC0-DA878FF47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5A0D6-FAF5-8DA3-69FD-EFA1D318C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F934-E141-4762-8E63-DF3597A9C01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26856-C0A4-52FB-054A-5A6847CC8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676B9B-D01B-6205-46E9-585D3D285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642B-8ECC-47BF-9282-856A4BE98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711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CB08A-E6C3-5B8D-AAAD-93D484AD0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52EF4F-6B4B-5236-FE4B-0252EBE3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3AF6C-BFBE-3C7F-42AB-A833116B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F934-E141-4762-8E63-DF3597A9C01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B3E6B-9D34-F366-D317-D8F2B8270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25D86-6326-2BE5-81A8-BBAD948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642B-8ECC-47BF-9282-856A4BE98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594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B1EBE8-BEE5-EA62-ACCD-2B18A09D1D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8D3EFD-8B34-ACC9-0384-D5668D559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B786E-9383-354E-F360-83F56C47F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F934-E141-4762-8E63-DF3597A9C01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BB146-EF37-4103-3322-B45A850CE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2C5C3-4752-946C-108C-CB45DEB4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642B-8ECC-47BF-9282-856A4BE98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240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D9ED2C-0E71-9113-52A7-CBB8CA6D4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599E9-B649-7753-7473-3ED04BA00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B2760-6B91-85B6-96C3-F3FBD69EC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8F934-E141-4762-8E63-DF3597A9C01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A2A52-CAA0-F729-716B-422849E3E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4798C-7580-02CF-49F9-54ADB6A8C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4642B-8ECC-47BF-9282-856A4BE98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622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6AFCF-419D-1CEB-55C3-3B27FA2C95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Cache mapping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E67A8-864A-0A23-4676-73F08D4B7B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768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229143A2-6A24-749B-88D6-727A971F3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00" y="2180708"/>
            <a:ext cx="12008885" cy="249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51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F8D217-05EB-352A-DF06-ED5660000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08538"/>
            <a:ext cx="10536814" cy="5184337"/>
          </a:xfrm>
        </p:spPr>
      </p:pic>
    </p:spTree>
    <p:extLst>
      <p:ext uri="{BB962C8B-B14F-4D97-AF65-F5344CB8AC3E}">
        <p14:creationId xmlns:p14="http://schemas.microsoft.com/office/powerpoint/2010/main" val="3448766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B5F92A-2AB8-07BA-E7EB-EB4265C326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64" y="2033752"/>
            <a:ext cx="11768208" cy="3823492"/>
          </a:xfrm>
        </p:spPr>
      </p:pic>
    </p:spTree>
    <p:extLst>
      <p:ext uri="{BB962C8B-B14F-4D97-AF65-F5344CB8AC3E}">
        <p14:creationId xmlns:p14="http://schemas.microsoft.com/office/powerpoint/2010/main" val="3571709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68585B-0CD9-1642-F3C5-AA7B0A336B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629" y="250825"/>
            <a:ext cx="10896600" cy="6356350"/>
          </a:xfrm>
        </p:spPr>
      </p:pic>
    </p:spTree>
    <p:extLst>
      <p:ext uri="{BB962C8B-B14F-4D97-AF65-F5344CB8AC3E}">
        <p14:creationId xmlns:p14="http://schemas.microsoft.com/office/powerpoint/2010/main" val="3671499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0248B3-9779-371B-31DE-F7F20C113B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890315"/>
            <a:ext cx="8983717" cy="3694602"/>
          </a:xfrm>
        </p:spPr>
      </p:pic>
    </p:spTree>
    <p:extLst>
      <p:ext uri="{BB962C8B-B14F-4D97-AF65-F5344CB8AC3E}">
        <p14:creationId xmlns:p14="http://schemas.microsoft.com/office/powerpoint/2010/main" val="596433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626A46-F78C-68BE-A7BA-4F47D468CC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813" y="835573"/>
            <a:ext cx="11090987" cy="5523341"/>
          </a:xfrm>
        </p:spPr>
      </p:pic>
    </p:spTree>
    <p:extLst>
      <p:ext uri="{BB962C8B-B14F-4D97-AF65-F5344CB8AC3E}">
        <p14:creationId xmlns:p14="http://schemas.microsoft.com/office/powerpoint/2010/main" val="287387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01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68388"/>
            <a:ext cx="3886200" cy="3333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4961225"/>
            <a:ext cx="3886200" cy="1285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48807" y="1068388"/>
            <a:ext cx="3903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Frame size = page size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807" y="2558905"/>
            <a:ext cx="6001224" cy="37809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48807" y="1913675"/>
            <a:ext cx="2248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  <a:r>
              <a:rPr lang="en-US" dirty="0"/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7451" y="3805814"/>
            <a:ext cx="1177204" cy="28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16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8C29-D0CF-EADE-251A-6C407817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Associative mapping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32F944-7113-6774-0491-AC42E6E735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043" y="1609971"/>
            <a:ext cx="11863229" cy="3638057"/>
          </a:xfrm>
        </p:spPr>
      </p:pic>
    </p:spTree>
    <p:extLst>
      <p:ext uri="{BB962C8B-B14F-4D97-AF65-F5344CB8AC3E}">
        <p14:creationId xmlns:p14="http://schemas.microsoft.com/office/powerpoint/2010/main" val="2637218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960" y="1302328"/>
            <a:ext cx="7495297" cy="4903207"/>
          </a:xfrm>
          <a:prstGeom prst="rect">
            <a:avLst/>
          </a:prstGeom>
        </p:spPr>
      </p:pic>
      <p:pic>
        <p:nvPicPr>
          <p:cNvPr id="5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02328"/>
            <a:ext cx="3886200" cy="3333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919660"/>
            <a:ext cx="3886200" cy="12858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89485" y="556552"/>
            <a:ext cx="33858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Associative Mapping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415" y="3999778"/>
            <a:ext cx="1177204" cy="28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711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8FA396-F766-C33D-CFDA-29118C4A8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3" y="457200"/>
            <a:ext cx="11702538" cy="562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855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765" y="662852"/>
            <a:ext cx="6900860" cy="3438525"/>
          </a:xfrm>
          <a:prstGeom prst="rect">
            <a:avLst/>
          </a:prstGeom>
        </p:spPr>
      </p:pic>
      <p:pic>
        <p:nvPicPr>
          <p:cNvPr id="3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81" y="767627"/>
            <a:ext cx="3886200" cy="33337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81" y="4531733"/>
            <a:ext cx="3886200" cy="1285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0766" y="4271962"/>
            <a:ext cx="6958010" cy="22764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141" y="3417887"/>
            <a:ext cx="1177204" cy="28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199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</Words>
  <Application>Microsoft Office PowerPoint</Application>
  <PresentationFormat>Widescreen</PresentationFormat>
  <Paragraphs>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Cache mapping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Example.</vt:lpstr>
      <vt:lpstr>Associative mapping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GURUPRIYA</dc:creator>
  <cp:lastModifiedBy>Gandrala Venkata Satya Sreepada-[BL.SC.U4CSE24012]</cp:lastModifiedBy>
  <cp:revision>13</cp:revision>
  <dcterms:created xsi:type="dcterms:W3CDTF">2025-04-18T04:50:20Z</dcterms:created>
  <dcterms:modified xsi:type="dcterms:W3CDTF">2026-05-06T05:59:49Z</dcterms:modified>
</cp:coreProperties>
</file>